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76" r:id="rId5"/>
    <p:sldId id="279" r:id="rId6"/>
    <p:sldId id="280" r:id="rId7"/>
    <p:sldId id="281"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8" r:id="rId2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863" autoAdjust="0"/>
  </p:normalViewPr>
  <p:slideViewPr>
    <p:cSldViewPr>
      <p:cViewPr varScale="1">
        <p:scale>
          <a:sx n="63" d="100"/>
          <a:sy n="63" d="100"/>
        </p:scale>
        <p:origin x="706"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962E0FA-6E9F-46A6-9EDF-4E5CDF5B4E58}" type="datetimeFigureOut">
              <a:rPr lang="en-US" smtClean="0"/>
              <a:t>10/17/2024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9CB003C-912D-4889-B77D-6CE1234F71E8}" type="slidenum">
              <a:rPr lang="en-US" smtClean="0"/>
              <a:t>‹#›</a:t>
            </a:fld>
            <a:endParaRPr lang="en-US"/>
          </a:p>
        </p:txBody>
      </p:sp>
    </p:spTree>
    <p:extLst>
      <p:ext uri="{BB962C8B-B14F-4D97-AF65-F5344CB8AC3E}">
        <p14:creationId xmlns:p14="http://schemas.microsoft.com/office/powerpoint/2010/main" val="69279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feature subsets</a:t>
            </a:r>
          </a:p>
        </p:txBody>
      </p:sp>
      <p:sp>
        <p:nvSpPr>
          <p:cNvPr id="4" name="Slide Number Placeholder 3"/>
          <p:cNvSpPr>
            <a:spLocks noGrp="1"/>
          </p:cNvSpPr>
          <p:nvPr>
            <p:ph type="sldNum" sz="quarter" idx="5"/>
          </p:nvPr>
        </p:nvSpPr>
        <p:spPr/>
        <p:txBody>
          <a:bodyPr/>
          <a:lstStyle/>
          <a:p>
            <a:fld id="{F9CB003C-912D-4889-B77D-6CE1234F71E8}" type="slidenum">
              <a:rPr lang="en-US" smtClean="0"/>
              <a:t>3</a:t>
            </a:fld>
            <a:endParaRPr lang="en-US"/>
          </a:p>
        </p:txBody>
      </p:sp>
    </p:spTree>
    <p:extLst>
      <p:ext uri="{BB962C8B-B14F-4D97-AF65-F5344CB8AC3E}">
        <p14:creationId xmlns:p14="http://schemas.microsoft.com/office/powerpoint/2010/main" val="1511094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69359" y="2048636"/>
            <a:ext cx="4653280" cy="1922145"/>
          </a:xfrm>
          <a:prstGeom prst="rect">
            <a:avLst/>
          </a:prstGeom>
        </p:spPr>
        <p:txBody>
          <a:bodyPr wrap="square" lIns="0" tIns="0" rIns="0" bIns="0">
            <a:spAutoFit/>
          </a:bodyPr>
          <a:lstStyle>
            <a:lvl1pPr>
              <a:defRPr sz="60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10/17/2024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hyperlink" Target="https://www.edureka.co/blog/random-forest-classifier/"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2755" rIns="0" bIns="0" rtlCol="0">
            <a:spAutoFit/>
          </a:bodyPr>
          <a:lstStyle/>
          <a:p>
            <a:pPr algn="ctr">
              <a:lnSpc>
                <a:spcPct val="100000"/>
              </a:lnSpc>
              <a:spcBef>
                <a:spcPts val="3565"/>
              </a:spcBef>
            </a:pPr>
            <a:r>
              <a:rPr spc="-5" dirty="0"/>
              <a:t>Random</a:t>
            </a:r>
            <a:r>
              <a:rPr spc="-75" dirty="0"/>
              <a:t> </a:t>
            </a:r>
            <a:r>
              <a:rPr spc="-50" dirty="0"/>
              <a:t>Forest</a:t>
            </a:r>
          </a:p>
          <a:p>
            <a:pPr algn="ctr">
              <a:lnSpc>
                <a:spcPct val="100000"/>
              </a:lnSpc>
              <a:spcBef>
                <a:spcPts val="1385"/>
              </a:spcBef>
            </a:pPr>
            <a:r>
              <a:rPr sz="2400" spc="-5" dirty="0">
                <a:solidFill>
                  <a:srgbClr val="FF0000"/>
                </a:solidFill>
                <a:latin typeface="Calibri"/>
                <a:cs typeface="Calibri"/>
              </a:rPr>
              <a:t>Eg</a:t>
            </a:r>
            <a:r>
              <a:rPr sz="2400" spc="-25" dirty="0">
                <a:solidFill>
                  <a:srgbClr val="FF0000"/>
                </a:solidFill>
                <a:latin typeface="Calibri"/>
                <a:cs typeface="Calibri"/>
              </a:rPr>
              <a:t> </a:t>
            </a:r>
            <a:r>
              <a:rPr sz="2400" spc="-5" dirty="0">
                <a:solidFill>
                  <a:srgbClr val="FF0000"/>
                </a:solidFill>
                <a:latin typeface="Calibri"/>
                <a:cs typeface="Calibri"/>
              </a:rPr>
              <a:t>algorithm</a:t>
            </a:r>
            <a:r>
              <a:rPr sz="2400" spc="-45" dirty="0">
                <a:solidFill>
                  <a:srgbClr val="FF0000"/>
                </a:solidFill>
                <a:latin typeface="Calibri"/>
                <a:cs typeface="Calibri"/>
              </a:rPr>
              <a:t> </a:t>
            </a:r>
            <a:r>
              <a:rPr sz="2400" spc="-20" dirty="0">
                <a:solidFill>
                  <a:srgbClr val="FF0000"/>
                </a:solidFill>
                <a:latin typeface="Calibri"/>
                <a:cs typeface="Calibri"/>
              </a:rPr>
              <a:t>for</a:t>
            </a:r>
            <a:r>
              <a:rPr sz="2400" spc="-25" dirty="0">
                <a:solidFill>
                  <a:srgbClr val="FF0000"/>
                </a:solidFill>
                <a:latin typeface="Calibri"/>
                <a:cs typeface="Calibri"/>
              </a:rPr>
              <a:t> </a:t>
            </a:r>
            <a:r>
              <a:rPr sz="2400" dirty="0">
                <a:solidFill>
                  <a:srgbClr val="FF0000"/>
                </a:solidFill>
                <a:latin typeface="Calibri"/>
                <a:cs typeface="Calibri"/>
              </a:rPr>
              <a:t>bagging</a:t>
            </a:r>
            <a:endParaRPr sz="24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12323"/>
            <a:ext cx="10358120" cy="3478529"/>
          </a:xfrm>
          <a:prstGeom prst="rect">
            <a:avLst/>
          </a:prstGeom>
        </p:spPr>
        <p:txBody>
          <a:bodyPr vert="horz" wrap="square" lIns="0" tIns="95885" rIns="0" bIns="0" rtlCol="0">
            <a:spAutoFit/>
          </a:bodyPr>
          <a:lstStyle/>
          <a:p>
            <a:pPr marL="241300" indent="-228600" algn="just">
              <a:lnSpc>
                <a:spcPct val="100000"/>
              </a:lnSpc>
              <a:spcBef>
                <a:spcPts val="755"/>
              </a:spcBef>
              <a:buFont typeface="Arial MT"/>
              <a:buChar char="•"/>
              <a:tabLst>
                <a:tab pos="241300" algn="l"/>
              </a:tabLst>
            </a:pPr>
            <a:r>
              <a:rPr sz="2800" b="1" spc="-15" dirty="0">
                <a:solidFill>
                  <a:srgbClr val="494949"/>
                </a:solidFill>
                <a:latin typeface="Tahoma"/>
                <a:cs typeface="Tahoma"/>
              </a:rPr>
              <a:t>What</a:t>
            </a:r>
            <a:r>
              <a:rPr sz="2800" b="1" spc="-105" dirty="0">
                <a:solidFill>
                  <a:srgbClr val="494949"/>
                </a:solidFill>
                <a:latin typeface="Tahoma"/>
                <a:cs typeface="Tahoma"/>
              </a:rPr>
              <a:t> </a:t>
            </a:r>
            <a:r>
              <a:rPr sz="2800" b="1" spc="-240" dirty="0">
                <a:solidFill>
                  <a:srgbClr val="494949"/>
                </a:solidFill>
                <a:latin typeface="Tahoma"/>
                <a:cs typeface="Tahoma"/>
              </a:rPr>
              <a:t>Is</a:t>
            </a:r>
            <a:r>
              <a:rPr sz="2800" b="1" spc="-110" dirty="0">
                <a:solidFill>
                  <a:srgbClr val="494949"/>
                </a:solidFill>
                <a:latin typeface="Tahoma"/>
                <a:cs typeface="Tahoma"/>
              </a:rPr>
              <a:t> </a:t>
            </a:r>
            <a:r>
              <a:rPr sz="2800" b="1" spc="-10" dirty="0">
                <a:solidFill>
                  <a:srgbClr val="494949"/>
                </a:solidFill>
                <a:latin typeface="Tahoma"/>
                <a:cs typeface="Tahoma"/>
              </a:rPr>
              <a:t>Rando</a:t>
            </a:r>
            <a:r>
              <a:rPr sz="2800" b="1" spc="-5" dirty="0">
                <a:solidFill>
                  <a:srgbClr val="494949"/>
                </a:solidFill>
                <a:latin typeface="Tahoma"/>
                <a:cs typeface="Tahoma"/>
              </a:rPr>
              <a:t>m</a:t>
            </a:r>
            <a:r>
              <a:rPr sz="2800" b="1" spc="-105" dirty="0">
                <a:solidFill>
                  <a:srgbClr val="494949"/>
                </a:solidFill>
                <a:latin typeface="Tahoma"/>
                <a:cs typeface="Tahoma"/>
              </a:rPr>
              <a:t> </a:t>
            </a:r>
            <a:r>
              <a:rPr sz="2800" b="1" spc="-10" dirty="0">
                <a:solidFill>
                  <a:srgbClr val="494949"/>
                </a:solidFill>
                <a:latin typeface="Tahoma"/>
                <a:cs typeface="Tahoma"/>
              </a:rPr>
              <a:t>Fo</a:t>
            </a:r>
            <a:r>
              <a:rPr sz="2800" b="1" spc="-70" dirty="0">
                <a:solidFill>
                  <a:srgbClr val="494949"/>
                </a:solidFill>
                <a:latin typeface="Tahoma"/>
                <a:cs typeface="Tahoma"/>
              </a:rPr>
              <a:t>r</a:t>
            </a:r>
            <a:r>
              <a:rPr sz="2800" b="1" spc="-65" dirty="0">
                <a:solidFill>
                  <a:srgbClr val="494949"/>
                </a:solidFill>
                <a:latin typeface="Tahoma"/>
                <a:cs typeface="Tahoma"/>
              </a:rPr>
              <a:t>est?</a:t>
            </a:r>
            <a:endParaRPr sz="2800" dirty="0">
              <a:latin typeface="Tahoma"/>
              <a:cs typeface="Tahoma"/>
            </a:endParaRPr>
          </a:p>
          <a:p>
            <a:pPr marL="241300" marR="5080" indent="-228600" algn="just">
              <a:lnSpc>
                <a:spcPts val="3030"/>
              </a:lnSpc>
              <a:spcBef>
                <a:spcPts val="1035"/>
              </a:spcBef>
              <a:buFont typeface="Arial MT"/>
              <a:buChar char="•"/>
              <a:tabLst>
                <a:tab pos="241300" algn="l"/>
              </a:tabLst>
            </a:pPr>
            <a:r>
              <a:rPr sz="2800" spc="130" dirty="0">
                <a:solidFill>
                  <a:srgbClr val="494949"/>
                </a:solidFill>
                <a:latin typeface="Tahoma"/>
                <a:cs typeface="Tahoma"/>
              </a:rPr>
              <a:t>Random </a:t>
            </a:r>
            <a:r>
              <a:rPr sz="2800" spc="85" dirty="0">
                <a:solidFill>
                  <a:srgbClr val="494949"/>
                </a:solidFill>
                <a:latin typeface="Tahoma"/>
                <a:cs typeface="Tahoma"/>
              </a:rPr>
              <a:t>forest </a:t>
            </a:r>
            <a:r>
              <a:rPr sz="2800" spc="105" dirty="0">
                <a:solidFill>
                  <a:srgbClr val="494949"/>
                </a:solidFill>
                <a:latin typeface="Tahoma"/>
                <a:cs typeface="Tahoma"/>
              </a:rPr>
              <a:t>algorithm </a:t>
            </a:r>
            <a:r>
              <a:rPr sz="2800" spc="75" dirty="0">
                <a:solidFill>
                  <a:srgbClr val="494949"/>
                </a:solidFill>
                <a:latin typeface="Tahoma"/>
                <a:cs typeface="Tahoma"/>
              </a:rPr>
              <a:t>is </a:t>
            </a:r>
            <a:r>
              <a:rPr sz="2800" spc="85" dirty="0">
                <a:solidFill>
                  <a:srgbClr val="494949"/>
                </a:solidFill>
                <a:latin typeface="Tahoma"/>
                <a:cs typeface="Tahoma"/>
              </a:rPr>
              <a:t>a </a:t>
            </a:r>
            <a:r>
              <a:rPr sz="2800" spc="100" dirty="0">
                <a:solidFill>
                  <a:srgbClr val="494949"/>
                </a:solidFill>
                <a:latin typeface="Tahoma"/>
                <a:cs typeface="Tahoma"/>
              </a:rPr>
              <a:t>supervised </a:t>
            </a:r>
            <a:r>
              <a:rPr sz="2800" spc="75" dirty="0">
                <a:solidFill>
                  <a:srgbClr val="494949"/>
                </a:solidFill>
                <a:latin typeface="Tahoma"/>
                <a:cs typeface="Tahoma"/>
              </a:rPr>
              <a:t>classification </a:t>
            </a:r>
            <a:r>
              <a:rPr sz="2800" spc="130" dirty="0">
                <a:solidFill>
                  <a:srgbClr val="494949"/>
                </a:solidFill>
                <a:latin typeface="Tahoma"/>
                <a:cs typeface="Tahoma"/>
              </a:rPr>
              <a:t>and </a:t>
            </a:r>
            <a:r>
              <a:rPr sz="2800" spc="135" dirty="0">
                <a:solidFill>
                  <a:srgbClr val="494949"/>
                </a:solidFill>
                <a:latin typeface="Tahoma"/>
                <a:cs typeface="Tahoma"/>
              </a:rPr>
              <a:t> </a:t>
            </a:r>
            <a:r>
              <a:rPr sz="2800" spc="85" dirty="0">
                <a:solidFill>
                  <a:srgbClr val="494949"/>
                </a:solidFill>
                <a:latin typeface="Tahoma"/>
                <a:cs typeface="Tahoma"/>
              </a:rPr>
              <a:t>regression </a:t>
            </a:r>
            <a:r>
              <a:rPr sz="2800" spc="80" dirty="0">
                <a:solidFill>
                  <a:srgbClr val="494949"/>
                </a:solidFill>
                <a:latin typeface="Tahoma"/>
                <a:cs typeface="Tahoma"/>
              </a:rPr>
              <a:t>algorithm. </a:t>
            </a:r>
            <a:r>
              <a:rPr sz="2800" spc="90" dirty="0">
                <a:solidFill>
                  <a:srgbClr val="494949"/>
                </a:solidFill>
                <a:latin typeface="Tahoma"/>
                <a:cs typeface="Tahoma"/>
              </a:rPr>
              <a:t>As </a:t>
            </a:r>
            <a:r>
              <a:rPr sz="2800" spc="95" dirty="0">
                <a:solidFill>
                  <a:srgbClr val="494949"/>
                </a:solidFill>
                <a:latin typeface="Tahoma"/>
                <a:cs typeface="Tahoma"/>
              </a:rPr>
              <a:t>the </a:t>
            </a:r>
            <a:r>
              <a:rPr sz="2800" spc="145" dirty="0">
                <a:solidFill>
                  <a:srgbClr val="494949"/>
                </a:solidFill>
                <a:latin typeface="Tahoma"/>
                <a:cs typeface="Tahoma"/>
              </a:rPr>
              <a:t>name </a:t>
            </a:r>
            <a:r>
              <a:rPr sz="2800" spc="35" dirty="0">
                <a:solidFill>
                  <a:srgbClr val="494949"/>
                </a:solidFill>
                <a:latin typeface="Tahoma"/>
                <a:cs typeface="Tahoma"/>
              </a:rPr>
              <a:t>suggests, </a:t>
            </a:r>
            <a:r>
              <a:rPr sz="2800" spc="85" dirty="0">
                <a:solidFill>
                  <a:srgbClr val="494949"/>
                </a:solidFill>
                <a:latin typeface="Tahoma"/>
                <a:cs typeface="Tahoma"/>
              </a:rPr>
              <a:t>this </a:t>
            </a:r>
            <a:r>
              <a:rPr sz="2800" spc="105" dirty="0">
                <a:solidFill>
                  <a:srgbClr val="494949"/>
                </a:solidFill>
                <a:latin typeface="Tahoma"/>
                <a:cs typeface="Tahoma"/>
              </a:rPr>
              <a:t>algorithm </a:t>
            </a:r>
            <a:r>
              <a:rPr sz="2800" spc="110" dirty="0">
                <a:solidFill>
                  <a:srgbClr val="494949"/>
                </a:solidFill>
                <a:latin typeface="Tahoma"/>
                <a:cs typeface="Tahoma"/>
              </a:rPr>
              <a:t> </a:t>
            </a:r>
            <a:r>
              <a:rPr sz="2800" spc="120" dirty="0">
                <a:solidFill>
                  <a:srgbClr val="494949"/>
                </a:solidFill>
                <a:latin typeface="Tahoma"/>
                <a:cs typeface="Tahoma"/>
              </a:rPr>
              <a:t>randomly</a:t>
            </a:r>
            <a:r>
              <a:rPr sz="2800" spc="-165" dirty="0">
                <a:solidFill>
                  <a:srgbClr val="494949"/>
                </a:solidFill>
                <a:latin typeface="Tahoma"/>
                <a:cs typeface="Tahoma"/>
              </a:rPr>
              <a:t> </a:t>
            </a:r>
            <a:r>
              <a:rPr sz="2800" spc="70" dirty="0">
                <a:solidFill>
                  <a:srgbClr val="494949"/>
                </a:solidFill>
                <a:latin typeface="Tahoma"/>
                <a:cs typeface="Tahoma"/>
              </a:rPr>
              <a:t>creates</a:t>
            </a:r>
            <a:r>
              <a:rPr sz="2800" spc="-145"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85" dirty="0">
                <a:solidFill>
                  <a:srgbClr val="494949"/>
                </a:solidFill>
                <a:latin typeface="Tahoma"/>
                <a:cs typeface="Tahoma"/>
              </a:rPr>
              <a:t>forest</a:t>
            </a:r>
            <a:r>
              <a:rPr sz="2800" spc="-160" dirty="0">
                <a:solidFill>
                  <a:srgbClr val="494949"/>
                </a:solidFill>
                <a:latin typeface="Tahoma"/>
                <a:cs typeface="Tahoma"/>
              </a:rPr>
              <a:t> </a:t>
            </a:r>
            <a:r>
              <a:rPr sz="2800" spc="95" dirty="0">
                <a:solidFill>
                  <a:srgbClr val="494949"/>
                </a:solidFill>
                <a:latin typeface="Tahoma"/>
                <a:cs typeface="Tahoma"/>
              </a:rPr>
              <a:t>with</a:t>
            </a:r>
            <a:r>
              <a:rPr sz="2800" spc="-165" dirty="0">
                <a:solidFill>
                  <a:srgbClr val="494949"/>
                </a:solidFill>
                <a:latin typeface="Tahoma"/>
                <a:cs typeface="Tahoma"/>
              </a:rPr>
              <a:t> </a:t>
            </a:r>
            <a:r>
              <a:rPr sz="2800" spc="65" dirty="0">
                <a:solidFill>
                  <a:srgbClr val="494949"/>
                </a:solidFill>
                <a:latin typeface="Tahoma"/>
                <a:cs typeface="Tahoma"/>
              </a:rPr>
              <a:t>several</a:t>
            </a:r>
            <a:r>
              <a:rPr sz="2800" spc="-155" dirty="0">
                <a:solidFill>
                  <a:srgbClr val="494949"/>
                </a:solidFill>
                <a:latin typeface="Tahoma"/>
                <a:cs typeface="Tahoma"/>
              </a:rPr>
              <a:t> </a:t>
            </a:r>
            <a:r>
              <a:rPr sz="2800" spc="45" dirty="0">
                <a:solidFill>
                  <a:srgbClr val="494949"/>
                </a:solidFill>
                <a:latin typeface="Tahoma"/>
                <a:cs typeface="Tahoma"/>
              </a:rPr>
              <a:t>trees.</a:t>
            </a:r>
            <a:endParaRPr sz="2800" dirty="0">
              <a:latin typeface="Tahoma"/>
              <a:cs typeface="Tahoma"/>
            </a:endParaRPr>
          </a:p>
          <a:p>
            <a:pPr marL="241300" marR="6350" indent="-228600" algn="just">
              <a:lnSpc>
                <a:spcPts val="3020"/>
              </a:lnSpc>
              <a:spcBef>
                <a:spcPts val="994"/>
              </a:spcBef>
              <a:buFont typeface="Arial MT"/>
              <a:buChar char="•"/>
              <a:tabLst>
                <a:tab pos="241300" algn="l"/>
              </a:tabLst>
            </a:pPr>
            <a:r>
              <a:rPr sz="2800" spc="50" dirty="0">
                <a:solidFill>
                  <a:srgbClr val="494949"/>
                </a:solidFill>
                <a:latin typeface="Tahoma"/>
                <a:cs typeface="Tahoma"/>
              </a:rPr>
              <a:t>Generally, </a:t>
            </a:r>
            <a:r>
              <a:rPr sz="2800" spc="95" dirty="0">
                <a:solidFill>
                  <a:srgbClr val="494949"/>
                </a:solidFill>
                <a:latin typeface="Tahoma"/>
                <a:cs typeface="Tahoma"/>
              </a:rPr>
              <a:t>the </a:t>
            </a:r>
            <a:r>
              <a:rPr sz="2800" spc="145" dirty="0">
                <a:solidFill>
                  <a:srgbClr val="494949"/>
                </a:solidFill>
                <a:latin typeface="Tahoma"/>
                <a:cs typeface="Tahoma"/>
              </a:rPr>
              <a:t>more </a:t>
            </a:r>
            <a:r>
              <a:rPr sz="2800" spc="75" dirty="0">
                <a:solidFill>
                  <a:srgbClr val="494949"/>
                </a:solidFill>
                <a:latin typeface="Tahoma"/>
                <a:cs typeface="Tahoma"/>
              </a:rPr>
              <a:t>trees </a:t>
            </a:r>
            <a:r>
              <a:rPr sz="2800" spc="110" dirty="0">
                <a:solidFill>
                  <a:srgbClr val="494949"/>
                </a:solidFill>
                <a:latin typeface="Tahoma"/>
                <a:cs typeface="Tahoma"/>
              </a:rPr>
              <a:t>in </a:t>
            </a:r>
            <a:r>
              <a:rPr sz="2800" spc="95" dirty="0">
                <a:solidFill>
                  <a:srgbClr val="494949"/>
                </a:solidFill>
                <a:latin typeface="Tahoma"/>
                <a:cs typeface="Tahoma"/>
              </a:rPr>
              <a:t>the </a:t>
            </a:r>
            <a:r>
              <a:rPr sz="2800" spc="85" dirty="0">
                <a:solidFill>
                  <a:srgbClr val="494949"/>
                </a:solidFill>
                <a:latin typeface="Tahoma"/>
                <a:cs typeface="Tahoma"/>
              </a:rPr>
              <a:t>forest </a:t>
            </a:r>
            <a:r>
              <a:rPr sz="2800" spc="90" dirty="0">
                <a:solidFill>
                  <a:srgbClr val="494949"/>
                </a:solidFill>
                <a:latin typeface="Tahoma"/>
                <a:cs typeface="Tahoma"/>
              </a:rPr>
              <a:t>the </a:t>
            </a:r>
            <a:r>
              <a:rPr sz="2800" spc="145" dirty="0">
                <a:solidFill>
                  <a:srgbClr val="494949"/>
                </a:solidFill>
                <a:latin typeface="Tahoma"/>
                <a:cs typeface="Tahoma"/>
              </a:rPr>
              <a:t>more </a:t>
            </a:r>
            <a:r>
              <a:rPr sz="2800" spc="114" dirty="0">
                <a:solidFill>
                  <a:srgbClr val="494949"/>
                </a:solidFill>
                <a:latin typeface="Tahoma"/>
                <a:cs typeface="Tahoma"/>
              </a:rPr>
              <a:t>robust </a:t>
            </a:r>
            <a:r>
              <a:rPr sz="2800" spc="90" dirty="0">
                <a:solidFill>
                  <a:srgbClr val="494949"/>
                </a:solidFill>
                <a:latin typeface="Tahoma"/>
                <a:cs typeface="Tahoma"/>
              </a:rPr>
              <a:t>the </a:t>
            </a:r>
            <a:r>
              <a:rPr sz="2800" spc="-860" dirty="0">
                <a:solidFill>
                  <a:srgbClr val="494949"/>
                </a:solidFill>
                <a:latin typeface="Tahoma"/>
                <a:cs typeface="Tahoma"/>
              </a:rPr>
              <a:t> </a:t>
            </a:r>
            <a:r>
              <a:rPr sz="2800" spc="85" dirty="0">
                <a:solidFill>
                  <a:srgbClr val="494949"/>
                </a:solidFill>
                <a:latin typeface="Tahoma"/>
                <a:cs typeface="Tahoma"/>
              </a:rPr>
              <a:t>forest</a:t>
            </a:r>
            <a:r>
              <a:rPr sz="2800" spc="-80" dirty="0">
                <a:solidFill>
                  <a:srgbClr val="494949"/>
                </a:solidFill>
                <a:latin typeface="Tahoma"/>
                <a:cs typeface="Tahoma"/>
              </a:rPr>
              <a:t> </a:t>
            </a:r>
            <a:r>
              <a:rPr sz="2800" spc="110" dirty="0">
                <a:solidFill>
                  <a:srgbClr val="494949"/>
                </a:solidFill>
                <a:latin typeface="Tahoma"/>
                <a:cs typeface="Tahoma"/>
              </a:rPr>
              <a:t>looks</a:t>
            </a:r>
            <a:r>
              <a:rPr sz="2800" spc="-75" dirty="0">
                <a:solidFill>
                  <a:srgbClr val="494949"/>
                </a:solidFill>
                <a:latin typeface="Tahoma"/>
                <a:cs typeface="Tahoma"/>
              </a:rPr>
              <a:t> </a:t>
            </a:r>
            <a:r>
              <a:rPr sz="2800" spc="30" dirty="0">
                <a:solidFill>
                  <a:srgbClr val="494949"/>
                </a:solidFill>
                <a:latin typeface="Tahoma"/>
                <a:cs typeface="Tahoma"/>
              </a:rPr>
              <a:t>like.</a:t>
            </a:r>
            <a:r>
              <a:rPr sz="2800" spc="-65" dirty="0">
                <a:solidFill>
                  <a:srgbClr val="494949"/>
                </a:solidFill>
                <a:latin typeface="Tahoma"/>
                <a:cs typeface="Tahoma"/>
              </a:rPr>
              <a:t> </a:t>
            </a:r>
            <a:r>
              <a:rPr sz="2800" spc="45" dirty="0">
                <a:solidFill>
                  <a:srgbClr val="494949"/>
                </a:solidFill>
                <a:latin typeface="Tahoma"/>
                <a:cs typeface="Tahoma"/>
              </a:rPr>
              <a:t>Similarly,</a:t>
            </a:r>
            <a:r>
              <a:rPr sz="2800" spc="-75" dirty="0">
                <a:solidFill>
                  <a:srgbClr val="494949"/>
                </a:solidFill>
                <a:latin typeface="Tahoma"/>
                <a:cs typeface="Tahoma"/>
              </a:rPr>
              <a:t> </a:t>
            </a:r>
            <a:r>
              <a:rPr sz="2800" spc="110" dirty="0">
                <a:solidFill>
                  <a:srgbClr val="494949"/>
                </a:solidFill>
                <a:latin typeface="Tahoma"/>
                <a:cs typeface="Tahoma"/>
              </a:rPr>
              <a:t>in</a:t>
            </a:r>
            <a:r>
              <a:rPr sz="2800" spc="-80" dirty="0">
                <a:solidFill>
                  <a:srgbClr val="494949"/>
                </a:solidFill>
                <a:latin typeface="Tahoma"/>
                <a:cs typeface="Tahoma"/>
              </a:rPr>
              <a:t> </a:t>
            </a:r>
            <a:r>
              <a:rPr sz="2800" spc="95" dirty="0">
                <a:solidFill>
                  <a:srgbClr val="494949"/>
                </a:solidFill>
                <a:latin typeface="Tahoma"/>
                <a:cs typeface="Tahoma"/>
              </a:rPr>
              <a:t>the</a:t>
            </a:r>
            <a:r>
              <a:rPr sz="2800" spc="-85" dirty="0">
                <a:solidFill>
                  <a:srgbClr val="494949"/>
                </a:solidFill>
                <a:latin typeface="Tahoma"/>
                <a:cs typeface="Tahoma"/>
              </a:rPr>
              <a:t> </a:t>
            </a:r>
            <a:r>
              <a:rPr sz="2800" spc="145" dirty="0">
                <a:solidFill>
                  <a:srgbClr val="494949"/>
                </a:solidFill>
                <a:latin typeface="Tahoma"/>
                <a:cs typeface="Tahoma"/>
              </a:rPr>
              <a:t>random</a:t>
            </a:r>
            <a:r>
              <a:rPr sz="2800" spc="-75" dirty="0">
                <a:solidFill>
                  <a:srgbClr val="494949"/>
                </a:solidFill>
                <a:latin typeface="Tahoma"/>
                <a:cs typeface="Tahoma"/>
              </a:rPr>
              <a:t> </a:t>
            </a:r>
            <a:r>
              <a:rPr sz="2800" spc="85" dirty="0">
                <a:solidFill>
                  <a:srgbClr val="494949"/>
                </a:solidFill>
                <a:latin typeface="Tahoma"/>
                <a:cs typeface="Tahoma"/>
              </a:rPr>
              <a:t>forest</a:t>
            </a:r>
            <a:r>
              <a:rPr sz="2800" spc="-80" dirty="0">
                <a:solidFill>
                  <a:srgbClr val="494949"/>
                </a:solidFill>
                <a:latin typeface="Tahoma"/>
                <a:cs typeface="Tahoma"/>
              </a:rPr>
              <a:t> </a:t>
            </a:r>
            <a:r>
              <a:rPr sz="2800" spc="55" dirty="0">
                <a:solidFill>
                  <a:srgbClr val="494949"/>
                </a:solidFill>
                <a:latin typeface="Tahoma"/>
                <a:cs typeface="Tahoma"/>
              </a:rPr>
              <a:t>classifier,</a:t>
            </a:r>
            <a:r>
              <a:rPr sz="2800" spc="-70" dirty="0">
                <a:solidFill>
                  <a:srgbClr val="494949"/>
                </a:solidFill>
                <a:latin typeface="Tahoma"/>
                <a:cs typeface="Tahoma"/>
              </a:rPr>
              <a:t> </a:t>
            </a:r>
            <a:r>
              <a:rPr sz="2800" spc="90" dirty="0">
                <a:solidFill>
                  <a:srgbClr val="494949"/>
                </a:solidFill>
                <a:latin typeface="Tahoma"/>
                <a:cs typeface="Tahoma"/>
              </a:rPr>
              <a:t>the </a:t>
            </a:r>
            <a:r>
              <a:rPr sz="2800" spc="-860" dirty="0">
                <a:solidFill>
                  <a:srgbClr val="494949"/>
                </a:solidFill>
                <a:latin typeface="Tahoma"/>
                <a:cs typeface="Tahoma"/>
              </a:rPr>
              <a:t> </a:t>
            </a:r>
            <a:r>
              <a:rPr sz="2800" spc="95" dirty="0">
                <a:solidFill>
                  <a:srgbClr val="494949"/>
                </a:solidFill>
                <a:latin typeface="Tahoma"/>
                <a:cs typeface="Tahoma"/>
              </a:rPr>
              <a:t>higher the </a:t>
            </a:r>
            <a:r>
              <a:rPr sz="2800" spc="155" dirty="0">
                <a:solidFill>
                  <a:srgbClr val="494949"/>
                </a:solidFill>
                <a:latin typeface="Tahoma"/>
                <a:cs typeface="Tahoma"/>
              </a:rPr>
              <a:t>number </a:t>
            </a:r>
            <a:r>
              <a:rPr sz="2800" spc="110" dirty="0">
                <a:solidFill>
                  <a:srgbClr val="494949"/>
                </a:solidFill>
                <a:latin typeface="Tahoma"/>
                <a:cs typeface="Tahoma"/>
              </a:rPr>
              <a:t>of </a:t>
            </a:r>
            <a:r>
              <a:rPr sz="2800" spc="80" dirty="0">
                <a:solidFill>
                  <a:srgbClr val="494949"/>
                </a:solidFill>
                <a:latin typeface="Tahoma"/>
                <a:cs typeface="Tahoma"/>
              </a:rPr>
              <a:t>trees </a:t>
            </a:r>
            <a:r>
              <a:rPr sz="2800" spc="110" dirty="0">
                <a:solidFill>
                  <a:srgbClr val="494949"/>
                </a:solidFill>
                <a:latin typeface="Tahoma"/>
                <a:cs typeface="Tahoma"/>
              </a:rPr>
              <a:t>in </a:t>
            </a:r>
            <a:r>
              <a:rPr sz="2800" spc="95" dirty="0">
                <a:solidFill>
                  <a:srgbClr val="494949"/>
                </a:solidFill>
                <a:latin typeface="Tahoma"/>
                <a:cs typeface="Tahoma"/>
              </a:rPr>
              <a:t>the </a:t>
            </a:r>
            <a:r>
              <a:rPr sz="2800" spc="50" dirty="0">
                <a:solidFill>
                  <a:srgbClr val="494949"/>
                </a:solidFill>
                <a:latin typeface="Tahoma"/>
                <a:cs typeface="Tahoma"/>
              </a:rPr>
              <a:t>forest, </a:t>
            </a:r>
            <a:r>
              <a:rPr sz="2800" spc="75" dirty="0">
                <a:solidFill>
                  <a:srgbClr val="494949"/>
                </a:solidFill>
                <a:latin typeface="Tahoma"/>
                <a:cs typeface="Tahoma"/>
              </a:rPr>
              <a:t>greater is </a:t>
            </a:r>
            <a:r>
              <a:rPr sz="2800" spc="90" dirty="0">
                <a:solidFill>
                  <a:srgbClr val="494949"/>
                </a:solidFill>
                <a:latin typeface="Tahoma"/>
                <a:cs typeface="Tahoma"/>
              </a:rPr>
              <a:t>the </a:t>
            </a:r>
            <a:r>
              <a:rPr sz="2800" spc="95" dirty="0">
                <a:solidFill>
                  <a:srgbClr val="494949"/>
                </a:solidFill>
                <a:latin typeface="Tahoma"/>
                <a:cs typeface="Tahoma"/>
              </a:rPr>
              <a:t> </a:t>
            </a:r>
            <a:r>
              <a:rPr sz="2800" spc="65" dirty="0">
                <a:solidFill>
                  <a:srgbClr val="494949"/>
                </a:solidFill>
                <a:latin typeface="Tahoma"/>
                <a:cs typeface="Tahoma"/>
              </a:rPr>
              <a:t>accuracy</a:t>
            </a:r>
            <a:r>
              <a:rPr sz="2800" spc="-150" dirty="0">
                <a:solidFill>
                  <a:srgbClr val="494949"/>
                </a:solidFill>
                <a:latin typeface="Tahoma"/>
                <a:cs typeface="Tahoma"/>
              </a:rPr>
              <a:t> </a:t>
            </a:r>
            <a:r>
              <a:rPr sz="2800" spc="110" dirty="0">
                <a:solidFill>
                  <a:srgbClr val="494949"/>
                </a:solidFill>
                <a:latin typeface="Tahoma"/>
                <a:cs typeface="Tahoma"/>
              </a:rPr>
              <a:t>of</a:t>
            </a:r>
            <a:r>
              <a:rPr sz="2800" spc="-160" dirty="0">
                <a:solidFill>
                  <a:srgbClr val="494949"/>
                </a:solidFill>
                <a:latin typeface="Tahoma"/>
                <a:cs typeface="Tahoma"/>
              </a:rPr>
              <a:t> </a:t>
            </a:r>
            <a:r>
              <a:rPr sz="2800" spc="100" dirty="0">
                <a:solidFill>
                  <a:srgbClr val="494949"/>
                </a:solidFill>
                <a:latin typeface="Tahoma"/>
                <a:cs typeface="Tahoma"/>
              </a:rPr>
              <a:t>the</a:t>
            </a:r>
            <a:r>
              <a:rPr sz="2800" spc="-160" dirty="0">
                <a:solidFill>
                  <a:srgbClr val="494949"/>
                </a:solidFill>
                <a:latin typeface="Tahoma"/>
                <a:cs typeface="Tahoma"/>
              </a:rPr>
              <a:t> </a:t>
            </a:r>
            <a:r>
              <a:rPr sz="2800" spc="60" dirty="0">
                <a:solidFill>
                  <a:srgbClr val="494949"/>
                </a:solidFill>
                <a:latin typeface="Tahoma"/>
                <a:cs typeface="Tahoma"/>
              </a:rPr>
              <a:t>results.</a:t>
            </a:r>
            <a:endParaRPr sz="2800" dirty="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438400" y="2057400"/>
            <a:ext cx="5662450" cy="3420236"/>
          </a:xfrm>
          <a:prstGeom prst="rect">
            <a:avLst/>
          </a:prstGeom>
        </p:spPr>
      </p:pic>
      <p:cxnSp>
        <p:nvCxnSpPr>
          <p:cNvPr id="4" name="Straight Arrow Connector 3">
            <a:extLst>
              <a:ext uri="{FF2B5EF4-FFF2-40B4-BE49-F238E27FC236}">
                <a16:creationId xmlns:a16="http://schemas.microsoft.com/office/drawing/2014/main" id="{F82763E0-9108-BD8C-8360-A96924627B29}"/>
              </a:ext>
            </a:extLst>
          </p:cNvPr>
          <p:cNvCxnSpPr/>
          <p:nvPr/>
        </p:nvCxnSpPr>
        <p:spPr>
          <a:xfrm>
            <a:off x="7924800" y="3048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2F4E465-A56D-D184-3D69-ED3E8E2F433F}"/>
              </a:ext>
            </a:extLst>
          </p:cNvPr>
          <p:cNvSpPr txBox="1"/>
          <p:nvPr/>
        </p:nvSpPr>
        <p:spPr>
          <a:xfrm>
            <a:off x="8763000" y="2667000"/>
            <a:ext cx="1600200" cy="646331"/>
          </a:xfrm>
          <a:prstGeom prst="rect">
            <a:avLst/>
          </a:prstGeom>
          <a:noFill/>
        </p:spPr>
        <p:txBody>
          <a:bodyPr wrap="square" rtlCol="0">
            <a:spAutoFit/>
          </a:bodyPr>
          <a:lstStyle/>
          <a:p>
            <a:r>
              <a:rPr lang="en-US" dirty="0"/>
              <a:t>Bootstrap samples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B040B2-C6D9-E4ED-8621-66174674D773}"/>
              </a:ext>
            </a:extLst>
          </p:cNvPr>
          <p:cNvSpPr txBox="1"/>
          <p:nvPr/>
        </p:nvSpPr>
        <p:spPr>
          <a:xfrm>
            <a:off x="609600" y="1723298"/>
            <a:ext cx="10287000" cy="3416320"/>
          </a:xfrm>
          <a:prstGeom prst="rect">
            <a:avLst/>
          </a:prstGeom>
          <a:noFill/>
        </p:spPr>
        <p:txBody>
          <a:bodyPr wrap="square">
            <a:spAutoFit/>
          </a:bodyPr>
          <a:lstStyle/>
          <a:p>
            <a:pPr algn="just"/>
            <a:r>
              <a:rPr lang="en-US" sz="2400" b="0" i="0" dirty="0">
                <a:solidFill>
                  <a:srgbClr val="111111"/>
                </a:solidFill>
                <a:effectLst/>
                <a:highlight>
                  <a:srgbClr val="FFFFFF"/>
                </a:highlight>
                <a:latin typeface="Helvetica" panose="020B0604020202020204" pitchFamily="34" charset="0"/>
              </a:rPr>
              <a:t>The random forest algorithm is actually a bagging algorithm: also here, we draw random bootstrap samples from your training set. However, in addition to the bootstrap samples, we also draw random subsets of features for training the individual trees; in bagging, we provide each tree with the full set of features. Due to the random feature selection, the trees are more independent of each other compared to regular bagging, which often results in better predictive performance (due to better variance-bias trade-offs), and I’d say that it’s also faster than bagging, because each tree learns only from a subset of features.</a:t>
            </a:r>
            <a:endParaRPr lang="en-US" sz="2400" dirty="0"/>
          </a:p>
        </p:txBody>
      </p:sp>
    </p:spTree>
    <p:extLst>
      <p:ext uri="{BB962C8B-B14F-4D97-AF65-F5344CB8AC3E}">
        <p14:creationId xmlns:p14="http://schemas.microsoft.com/office/powerpoint/2010/main" val="1723465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41CF94-175C-BB6B-9013-68248B5AE984}"/>
              </a:ext>
            </a:extLst>
          </p:cNvPr>
          <p:cNvPicPr>
            <a:picLocks noChangeAspect="1"/>
          </p:cNvPicPr>
          <p:nvPr/>
        </p:nvPicPr>
        <p:blipFill>
          <a:blip r:embed="rId2"/>
          <a:stretch>
            <a:fillRect/>
          </a:stretch>
        </p:blipFill>
        <p:spPr>
          <a:xfrm>
            <a:off x="1740792" y="1474300"/>
            <a:ext cx="8710415" cy="3909399"/>
          </a:xfrm>
          <a:prstGeom prst="rect">
            <a:avLst/>
          </a:prstGeom>
        </p:spPr>
      </p:pic>
    </p:spTree>
    <p:extLst>
      <p:ext uri="{BB962C8B-B14F-4D97-AF65-F5344CB8AC3E}">
        <p14:creationId xmlns:p14="http://schemas.microsoft.com/office/powerpoint/2010/main" val="2215071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68BDDE-35BD-3C28-D2D4-BAAE7EF4DF0B}"/>
              </a:ext>
            </a:extLst>
          </p:cNvPr>
          <p:cNvPicPr>
            <a:picLocks noChangeAspect="1"/>
          </p:cNvPicPr>
          <p:nvPr/>
        </p:nvPicPr>
        <p:blipFill>
          <a:blip r:embed="rId2"/>
          <a:stretch>
            <a:fillRect/>
          </a:stretch>
        </p:blipFill>
        <p:spPr>
          <a:xfrm>
            <a:off x="1306415" y="944664"/>
            <a:ext cx="9579170" cy="4968671"/>
          </a:xfrm>
          <a:prstGeom prst="rect">
            <a:avLst/>
          </a:prstGeom>
        </p:spPr>
      </p:pic>
    </p:spTree>
    <p:extLst>
      <p:ext uri="{BB962C8B-B14F-4D97-AF65-F5344CB8AC3E}">
        <p14:creationId xmlns:p14="http://schemas.microsoft.com/office/powerpoint/2010/main" val="4282618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BC7F9C-49E2-5DF6-62DA-7B87F651EDD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
                    </a14:imgEffect>
                  </a14:imgLayer>
                </a14:imgProps>
              </a:ext>
            </a:extLst>
          </a:blip>
          <a:stretch>
            <a:fillRect/>
          </a:stretch>
        </p:blipFill>
        <p:spPr>
          <a:xfrm>
            <a:off x="1981200" y="914400"/>
            <a:ext cx="7418323" cy="5396901"/>
          </a:xfrm>
          <a:prstGeom prst="rect">
            <a:avLst/>
          </a:prstGeom>
        </p:spPr>
      </p:pic>
    </p:spTree>
    <p:extLst>
      <p:ext uri="{BB962C8B-B14F-4D97-AF65-F5344CB8AC3E}">
        <p14:creationId xmlns:p14="http://schemas.microsoft.com/office/powerpoint/2010/main" val="2525363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45996"/>
            <a:ext cx="9938385" cy="4097654"/>
          </a:xfrm>
          <a:prstGeom prst="rect">
            <a:avLst/>
          </a:prstGeom>
        </p:spPr>
        <p:txBody>
          <a:bodyPr vert="horz" wrap="square" lIns="0" tIns="121920" rIns="0" bIns="0" rtlCol="0">
            <a:spAutoFit/>
          </a:bodyPr>
          <a:lstStyle/>
          <a:p>
            <a:pPr marL="241300" marR="21590" indent="-228600" algn="just">
              <a:lnSpc>
                <a:spcPct val="70000"/>
              </a:lnSpc>
              <a:spcBef>
                <a:spcPts val="960"/>
              </a:spcBef>
              <a:buFont typeface="Arial MT"/>
              <a:buChar char="•"/>
              <a:tabLst>
                <a:tab pos="241300" algn="l"/>
              </a:tabLst>
            </a:pPr>
            <a:r>
              <a:rPr sz="2400" spc="-20" dirty="0">
                <a:latin typeface="Calibri"/>
                <a:cs typeface="Calibri"/>
              </a:rPr>
              <a:t>Let’s say </a:t>
            </a:r>
            <a:r>
              <a:rPr sz="2400" spc="-10" dirty="0">
                <a:latin typeface="Calibri"/>
                <a:cs typeface="Calibri"/>
              </a:rPr>
              <a:t>that </a:t>
            </a:r>
            <a:r>
              <a:rPr sz="2400" spc="-25" dirty="0">
                <a:latin typeface="Calibri"/>
                <a:cs typeface="Calibri"/>
              </a:rPr>
              <a:t>you’re </a:t>
            </a:r>
            <a:r>
              <a:rPr sz="2400" dirty="0">
                <a:latin typeface="Calibri"/>
                <a:cs typeface="Calibri"/>
              </a:rPr>
              <a:t>looking </a:t>
            </a:r>
            <a:r>
              <a:rPr sz="2400" spc="-15" dirty="0">
                <a:latin typeface="Calibri"/>
                <a:cs typeface="Calibri"/>
              </a:rPr>
              <a:t>to </a:t>
            </a:r>
            <a:r>
              <a:rPr sz="2400" spc="-5" dirty="0">
                <a:latin typeface="Calibri"/>
                <a:cs typeface="Calibri"/>
              </a:rPr>
              <a:t>buy </a:t>
            </a:r>
            <a:r>
              <a:rPr sz="2400" dirty="0">
                <a:latin typeface="Calibri"/>
                <a:cs typeface="Calibri"/>
              </a:rPr>
              <a:t>a </a:t>
            </a:r>
            <a:r>
              <a:rPr sz="2400" spc="-5" dirty="0">
                <a:latin typeface="Calibri"/>
                <a:cs typeface="Calibri"/>
              </a:rPr>
              <a:t>house, but </a:t>
            </a:r>
            <a:r>
              <a:rPr sz="2400" spc="-25" dirty="0">
                <a:latin typeface="Calibri"/>
                <a:cs typeface="Calibri"/>
              </a:rPr>
              <a:t>you’re </a:t>
            </a:r>
            <a:r>
              <a:rPr sz="2400" spc="-5" dirty="0">
                <a:latin typeface="Calibri"/>
                <a:cs typeface="Calibri"/>
              </a:rPr>
              <a:t>unable </a:t>
            </a:r>
            <a:r>
              <a:rPr sz="2400" spc="-15" dirty="0">
                <a:latin typeface="Calibri"/>
                <a:cs typeface="Calibri"/>
              </a:rPr>
              <a:t>to </a:t>
            </a:r>
            <a:r>
              <a:rPr sz="2400" spc="-5" dirty="0">
                <a:latin typeface="Calibri"/>
                <a:cs typeface="Calibri"/>
              </a:rPr>
              <a:t>decide </a:t>
            </a:r>
            <a:r>
              <a:rPr sz="2400" dirty="0">
                <a:latin typeface="Calibri"/>
                <a:cs typeface="Calibri"/>
              </a:rPr>
              <a:t>which </a:t>
            </a:r>
            <a:r>
              <a:rPr sz="2400" spc="-530" dirty="0">
                <a:latin typeface="Calibri"/>
                <a:cs typeface="Calibri"/>
              </a:rPr>
              <a:t> </a:t>
            </a:r>
            <a:r>
              <a:rPr sz="2400" spc="-5" dirty="0">
                <a:latin typeface="Calibri"/>
                <a:cs typeface="Calibri"/>
              </a:rPr>
              <a:t>one </a:t>
            </a:r>
            <a:r>
              <a:rPr sz="2400" spc="-15" dirty="0">
                <a:latin typeface="Calibri"/>
                <a:cs typeface="Calibri"/>
              </a:rPr>
              <a:t>to </a:t>
            </a:r>
            <a:r>
              <a:rPr sz="2400" spc="-45" dirty="0">
                <a:latin typeface="Calibri"/>
                <a:cs typeface="Calibri"/>
              </a:rPr>
              <a:t>buy. </a:t>
            </a:r>
            <a:r>
              <a:rPr sz="2400" spc="-15" dirty="0">
                <a:latin typeface="Calibri"/>
                <a:cs typeface="Calibri"/>
              </a:rPr>
              <a:t>So, you </a:t>
            </a:r>
            <a:r>
              <a:rPr sz="2400" spc="-10" dirty="0">
                <a:latin typeface="Calibri"/>
                <a:cs typeface="Calibri"/>
              </a:rPr>
              <a:t>consult </a:t>
            </a:r>
            <a:r>
              <a:rPr sz="2400" dirty="0">
                <a:latin typeface="Calibri"/>
                <a:cs typeface="Calibri"/>
              </a:rPr>
              <a:t>a </a:t>
            </a:r>
            <a:r>
              <a:rPr sz="2400" spc="-30" dirty="0">
                <a:latin typeface="Calibri"/>
                <a:cs typeface="Calibri"/>
              </a:rPr>
              <a:t>few </a:t>
            </a:r>
            <a:r>
              <a:rPr sz="2400" spc="-10" dirty="0">
                <a:latin typeface="Calibri"/>
                <a:cs typeface="Calibri"/>
              </a:rPr>
              <a:t>agents </a:t>
            </a:r>
            <a:r>
              <a:rPr sz="2400" dirty="0">
                <a:latin typeface="Calibri"/>
                <a:cs typeface="Calibri"/>
              </a:rPr>
              <a:t>and </a:t>
            </a:r>
            <a:r>
              <a:rPr sz="2400" spc="-10" dirty="0">
                <a:latin typeface="Calibri"/>
                <a:cs typeface="Calibri"/>
              </a:rPr>
              <a:t>they give </a:t>
            </a:r>
            <a:r>
              <a:rPr sz="2400" spc="-15" dirty="0">
                <a:latin typeface="Calibri"/>
                <a:cs typeface="Calibri"/>
              </a:rPr>
              <a:t>you </a:t>
            </a:r>
            <a:r>
              <a:rPr sz="2400" dirty="0">
                <a:latin typeface="Calibri"/>
                <a:cs typeface="Calibri"/>
              </a:rPr>
              <a:t>a </a:t>
            </a:r>
            <a:r>
              <a:rPr sz="2400" spc="-10" dirty="0">
                <a:latin typeface="Calibri"/>
                <a:cs typeface="Calibri"/>
              </a:rPr>
              <a:t>list </a:t>
            </a:r>
            <a:r>
              <a:rPr sz="2400" spc="-5" dirty="0">
                <a:latin typeface="Calibri"/>
                <a:cs typeface="Calibri"/>
              </a:rPr>
              <a:t>of </a:t>
            </a:r>
            <a:r>
              <a:rPr sz="2400" spc="-15" dirty="0">
                <a:latin typeface="Calibri"/>
                <a:cs typeface="Calibri"/>
              </a:rPr>
              <a:t>parameters </a:t>
            </a:r>
            <a:r>
              <a:rPr sz="2400" spc="-10" dirty="0">
                <a:latin typeface="Calibri"/>
                <a:cs typeface="Calibri"/>
              </a:rPr>
              <a:t> that </a:t>
            </a:r>
            <a:r>
              <a:rPr sz="2400" spc="-15" dirty="0">
                <a:latin typeface="Calibri"/>
                <a:cs typeface="Calibri"/>
              </a:rPr>
              <a:t>you</a:t>
            </a:r>
            <a:r>
              <a:rPr sz="2400" spc="-5" dirty="0">
                <a:latin typeface="Calibri"/>
                <a:cs typeface="Calibri"/>
              </a:rPr>
              <a:t> should </a:t>
            </a:r>
            <a:r>
              <a:rPr sz="2400" spc="-10" dirty="0">
                <a:latin typeface="Calibri"/>
                <a:cs typeface="Calibri"/>
              </a:rPr>
              <a:t>consider</a:t>
            </a:r>
            <a:r>
              <a:rPr sz="2400" dirty="0">
                <a:latin typeface="Calibri"/>
                <a:cs typeface="Calibri"/>
              </a:rPr>
              <a:t> </a:t>
            </a:r>
            <a:r>
              <a:rPr sz="2400" spc="-20" dirty="0">
                <a:latin typeface="Calibri"/>
                <a:cs typeface="Calibri"/>
              </a:rPr>
              <a:t>before</a:t>
            </a:r>
            <a:r>
              <a:rPr sz="2400" dirty="0">
                <a:latin typeface="Calibri"/>
                <a:cs typeface="Calibri"/>
              </a:rPr>
              <a:t> </a:t>
            </a:r>
            <a:r>
              <a:rPr sz="2400" spc="-5" dirty="0">
                <a:latin typeface="Calibri"/>
                <a:cs typeface="Calibri"/>
              </a:rPr>
              <a:t>buying </a:t>
            </a:r>
            <a:r>
              <a:rPr sz="2400" dirty="0">
                <a:latin typeface="Calibri"/>
                <a:cs typeface="Calibri"/>
              </a:rPr>
              <a:t>a </a:t>
            </a:r>
            <a:r>
              <a:rPr sz="2400" spc="-5" dirty="0">
                <a:latin typeface="Calibri"/>
                <a:cs typeface="Calibri"/>
              </a:rPr>
              <a:t>house.</a:t>
            </a:r>
            <a:r>
              <a:rPr sz="2400" spc="-10" dirty="0">
                <a:latin typeface="Calibri"/>
                <a:cs typeface="Calibri"/>
              </a:rPr>
              <a:t> </a:t>
            </a:r>
            <a:r>
              <a:rPr sz="2400" spc="-5" dirty="0">
                <a:latin typeface="Calibri"/>
                <a:cs typeface="Calibri"/>
              </a:rPr>
              <a:t>The </a:t>
            </a:r>
            <a:r>
              <a:rPr sz="2400" spc="-10" dirty="0">
                <a:latin typeface="Calibri"/>
                <a:cs typeface="Calibri"/>
              </a:rPr>
              <a:t>list </a:t>
            </a:r>
            <a:r>
              <a:rPr sz="2400" spc="-5" dirty="0">
                <a:latin typeface="Calibri"/>
                <a:cs typeface="Calibri"/>
              </a:rPr>
              <a:t>includes:</a:t>
            </a:r>
            <a:endParaRPr sz="2400">
              <a:latin typeface="Calibri"/>
              <a:cs typeface="Calibri"/>
            </a:endParaRPr>
          </a:p>
          <a:p>
            <a:pPr>
              <a:lnSpc>
                <a:spcPct val="100000"/>
              </a:lnSpc>
              <a:spcBef>
                <a:spcPts val="40"/>
              </a:spcBef>
              <a:buFont typeface="Arial MT"/>
              <a:buChar char="•"/>
            </a:pPr>
            <a:endParaRPr sz="2550">
              <a:latin typeface="Calibri"/>
              <a:cs typeface="Calibri"/>
            </a:endParaRPr>
          </a:p>
          <a:p>
            <a:pPr marL="241300" indent="-228600">
              <a:lnSpc>
                <a:spcPct val="100000"/>
              </a:lnSpc>
              <a:buFont typeface="Arial MT"/>
              <a:buChar char="•"/>
              <a:tabLst>
                <a:tab pos="241300" algn="l"/>
              </a:tabLst>
            </a:pPr>
            <a:r>
              <a:rPr sz="2400" dirty="0">
                <a:latin typeface="Calibri"/>
                <a:cs typeface="Calibri"/>
              </a:rPr>
              <a:t>Price</a:t>
            </a:r>
            <a:r>
              <a:rPr sz="2400" spc="-35" dirty="0">
                <a:latin typeface="Calibri"/>
                <a:cs typeface="Calibri"/>
              </a:rPr>
              <a:t> </a:t>
            </a:r>
            <a:r>
              <a:rPr sz="2400" spc="-5" dirty="0">
                <a:latin typeface="Calibri"/>
                <a:cs typeface="Calibri"/>
              </a:rPr>
              <a:t>of</a:t>
            </a:r>
            <a:r>
              <a:rPr sz="2400" spc="-25" dirty="0">
                <a:latin typeface="Calibri"/>
                <a:cs typeface="Calibri"/>
              </a:rPr>
              <a:t> </a:t>
            </a:r>
            <a:r>
              <a:rPr sz="2400" dirty="0">
                <a:latin typeface="Calibri"/>
                <a:cs typeface="Calibri"/>
              </a:rPr>
              <a:t>the</a:t>
            </a:r>
            <a:r>
              <a:rPr sz="2400" spc="-20" dirty="0">
                <a:latin typeface="Calibri"/>
                <a:cs typeface="Calibri"/>
              </a:rPr>
              <a:t> </a:t>
            </a:r>
            <a:r>
              <a:rPr sz="2400" spc="-5" dirty="0">
                <a:latin typeface="Calibri"/>
                <a:cs typeface="Calibri"/>
              </a:rPr>
              <a:t>house</a:t>
            </a:r>
            <a:endParaRPr sz="2400">
              <a:latin typeface="Calibri"/>
              <a:cs typeface="Calibri"/>
            </a:endParaRPr>
          </a:p>
          <a:p>
            <a:pPr marL="241300" indent="-228600">
              <a:lnSpc>
                <a:spcPct val="100000"/>
              </a:lnSpc>
              <a:spcBef>
                <a:spcPts val="140"/>
              </a:spcBef>
              <a:buFont typeface="Arial MT"/>
              <a:buChar char="•"/>
              <a:tabLst>
                <a:tab pos="241300" algn="l"/>
              </a:tabLst>
            </a:pPr>
            <a:r>
              <a:rPr sz="2400" spc="-5" dirty="0">
                <a:latin typeface="Calibri"/>
                <a:cs typeface="Calibri"/>
              </a:rPr>
              <a:t>Locality</a:t>
            </a:r>
            <a:endParaRPr sz="2400">
              <a:latin typeface="Calibri"/>
              <a:cs typeface="Calibri"/>
            </a:endParaRPr>
          </a:p>
          <a:p>
            <a:pPr marL="241300" indent="-228600">
              <a:lnSpc>
                <a:spcPct val="100000"/>
              </a:lnSpc>
              <a:spcBef>
                <a:spcPts val="140"/>
              </a:spcBef>
              <a:buFont typeface="Arial MT"/>
              <a:buChar char="•"/>
              <a:tabLst>
                <a:tab pos="241300" algn="l"/>
              </a:tabLst>
            </a:pPr>
            <a:r>
              <a:rPr sz="2400" dirty="0">
                <a:latin typeface="Calibri"/>
                <a:cs typeface="Calibri"/>
              </a:rPr>
              <a:t>Number</a:t>
            </a:r>
            <a:r>
              <a:rPr sz="2400" spc="-30" dirty="0">
                <a:latin typeface="Calibri"/>
                <a:cs typeface="Calibri"/>
              </a:rPr>
              <a:t> </a:t>
            </a:r>
            <a:r>
              <a:rPr sz="2400" spc="-5" dirty="0">
                <a:latin typeface="Calibri"/>
                <a:cs typeface="Calibri"/>
              </a:rPr>
              <a:t>of</a:t>
            </a:r>
            <a:r>
              <a:rPr sz="2400" spc="-30" dirty="0">
                <a:latin typeface="Calibri"/>
                <a:cs typeface="Calibri"/>
              </a:rPr>
              <a:t> </a:t>
            </a:r>
            <a:r>
              <a:rPr sz="2400" spc="-10" dirty="0">
                <a:latin typeface="Calibri"/>
                <a:cs typeface="Calibri"/>
              </a:rPr>
              <a:t>bedrooms</a:t>
            </a:r>
            <a:endParaRPr sz="2400">
              <a:latin typeface="Calibri"/>
              <a:cs typeface="Calibri"/>
            </a:endParaRPr>
          </a:p>
          <a:p>
            <a:pPr marL="241300" indent="-228600">
              <a:lnSpc>
                <a:spcPct val="100000"/>
              </a:lnSpc>
              <a:spcBef>
                <a:spcPts val="130"/>
              </a:spcBef>
              <a:buFont typeface="Arial MT"/>
              <a:buChar char="•"/>
              <a:tabLst>
                <a:tab pos="241300" algn="l"/>
              </a:tabLst>
            </a:pPr>
            <a:r>
              <a:rPr sz="2400" spc="-10" dirty="0">
                <a:latin typeface="Calibri"/>
                <a:cs typeface="Calibri"/>
              </a:rPr>
              <a:t>Parking</a:t>
            </a:r>
            <a:r>
              <a:rPr sz="2400" spc="-55" dirty="0">
                <a:latin typeface="Calibri"/>
                <a:cs typeface="Calibri"/>
              </a:rPr>
              <a:t> </a:t>
            </a:r>
            <a:r>
              <a:rPr sz="2400" spc="-5" dirty="0">
                <a:latin typeface="Calibri"/>
                <a:cs typeface="Calibri"/>
              </a:rPr>
              <a:t>space</a:t>
            </a:r>
            <a:endParaRPr sz="2400">
              <a:latin typeface="Calibri"/>
              <a:cs typeface="Calibri"/>
            </a:endParaRPr>
          </a:p>
          <a:p>
            <a:pPr marL="241300" indent="-228600">
              <a:lnSpc>
                <a:spcPct val="100000"/>
              </a:lnSpc>
              <a:spcBef>
                <a:spcPts val="140"/>
              </a:spcBef>
              <a:buFont typeface="Arial MT"/>
              <a:buChar char="•"/>
              <a:tabLst>
                <a:tab pos="241300" algn="l"/>
              </a:tabLst>
            </a:pPr>
            <a:r>
              <a:rPr sz="2400" spc="-10" dirty="0">
                <a:latin typeface="Calibri"/>
                <a:cs typeface="Calibri"/>
              </a:rPr>
              <a:t>Available</a:t>
            </a:r>
            <a:r>
              <a:rPr sz="2400" spc="-45" dirty="0">
                <a:latin typeface="Calibri"/>
                <a:cs typeface="Calibri"/>
              </a:rPr>
              <a:t> </a:t>
            </a:r>
            <a:r>
              <a:rPr sz="2400" spc="-5" dirty="0">
                <a:latin typeface="Calibri"/>
                <a:cs typeface="Calibri"/>
              </a:rPr>
              <a:t>facilities</a:t>
            </a:r>
            <a:endParaRPr sz="2400">
              <a:latin typeface="Calibri"/>
              <a:cs typeface="Calibri"/>
            </a:endParaRPr>
          </a:p>
          <a:p>
            <a:pPr marL="241300" marR="5080" indent="-228600" algn="just">
              <a:lnSpc>
                <a:spcPct val="70000"/>
              </a:lnSpc>
              <a:spcBef>
                <a:spcPts val="1000"/>
              </a:spcBef>
              <a:buFont typeface="Arial MT"/>
              <a:buChar char="•"/>
              <a:tabLst>
                <a:tab pos="241300" algn="l"/>
              </a:tabLst>
            </a:pPr>
            <a:r>
              <a:rPr sz="2400" spc="-5" dirty="0">
                <a:latin typeface="Calibri"/>
                <a:cs typeface="Calibri"/>
              </a:rPr>
              <a:t>These </a:t>
            </a:r>
            <a:r>
              <a:rPr sz="2400" spc="-15" dirty="0">
                <a:latin typeface="Calibri"/>
                <a:cs typeface="Calibri"/>
              </a:rPr>
              <a:t>parameters are </a:t>
            </a:r>
            <a:r>
              <a:rPr sz="2400" spc="-5" dirty="0">
                <a:latin typeface="Calibri"/>
                <a:cs typeface="Calibri"/>
              </a:rPr>
              <a:t>known </a:t>
            </a:r>
            <a:r>
              <a:rPr sz="2400" dirty="0">
                <a:latin typeface="Calibri"/>
                <a:cs typeface="Calibri"/>
              </a:rPr>
              <a:t>as </a:t>
            </a:r>
            <a:r>
              <a:rPr sz="2400" spc="-10" dirty="0">
                <a:latin typeface="Calibri"/>
                <a:cs typeface="Calibri"/>
              </a:rPr>
              <a:t>predictor </a:t>
            </a:r>
            <a:r>
              <a:rPr sz="2400" spc="-5" dirty="0">
                <a:latin typeface="Calibri"/>
                <a:cs typeface="Calibri"/>
              </a:rPr>
              <a:t>variables, </a:t>
            </a:r>
            <a:r>
              <a:rPr sz="2400" dirty="0">
                <a:latin typeface="Calibri"/>
                <a:cs typeface="Calibri"/>
              </a:rPr>
              <a:t>which </a:t>
            </a:r>
            <a:r>
              <a:rPr sz="2400" spc="-15" dirty="0">
                <a:latin typeface="Calibri"/>
                <a:cs typeface="Calibri"/>
              </a:rPr>
              <a:t>are </a:t>
            </a:r>
            <a:r>
              <a:rPr sz="2400" spc="-5" dirty="0">
                <a:latin typeface="Calibri"/>
                <a:cs typeface="Calibri"/>
              </a:rPr>
              <a:t>used </a:t>
            </a:r>
            <a:r>
              <a:rPr sz="2400" spc="-15" dirty="0">
                <a:latin typeface="Calibri"/>
                <a:cs typeface="Calibri"/>
              </a:rPr>
              <a:t>to </a:t>
            </a:r>
            <a:r>
              <a:rPr sz="2400" spc="-5" dirty="0">
                <a:latin typeface="Calibri"/>
                <a:cs typeface="Calibri"/>
              </a:rPr>
              <a:t>find </a:t>
            </a:r>
            <a:r>
              <a:rPr sz="2400" dirty="0">
                <a:latin typeface="Calibri"/>
                <a:cs typeface="Calibri"/>
              </a:rPr>
              <a:t>the </a:t>
            </a:r>
            <a:r>
              <a:rPr sz="2400" spc="-530" dirty="0">
                <a:latin typeface="Calibri"/>
                <a:cs typeface="Calibri"/>
              </a:rPr>
              <a:t> </a:t>
            </a:r>
            <a:r>
              <a:rPr sz="2400" spc="-5" dirty="0">
                <a:latin typeface="Calibri"/>
                <a:cs typeface="Calibri"/>
              </a:rPr>
              <a:t>response variable. </a:t>
            </a:r>
            <a:r>
              <a:rPr sz="2400" spc="-35" dirty="0">
                <a:latin typeface="Calibri"/>
                <a:cs typeface="Calibri"/>
              </a:rPr>
              <a:t>Here’s </a:t>
            </a:r>
            <a:r>
              <a:rPr sz="2400" dirty="0">
                <a:latin typeface="Calibri"/>
                <a:cs typeface="Calibri"/>
              </a:rPr>
              <a:t>a </a:t>
            </a:r>
            <a:r>
              <a:rPr sz="2400" spc="-10" dirty="0">
                <a:latin typeface="Calibri"/>
                <a:cs typeface="Calibri"/>
              </a:rPr>
              <a:t>diagrammatic illustration </a:t>
            </a:r>
            <a:r>
              <a:rPr sz="2400" spc="-5" dirty="0">
                <a:latin typeface="Calibri"/>
                <a:cs typeface="Calibri"/>
              </a:rPr>
              <a:t>of </a:t>
            </a:r>
            <a:r>
              <a:rPr sz="2400" spc="-10" dirty="0">
                <a:latin typeface="Calibri"/>
                <a:cs typeface="Calibri"/>
              </a:rPr>
              <a:t>how </a:t>
            </a:r>
            <a:r>
              <a:rPr sz="2400" spc="-15" dirty="0">
                <a:latin typeface="Calibri"/>
                <a:cs typeface="Calibri"/>
              </a:rPr>
              <a:t>you </a:t>
            </a:r>
            <a:r>
              <a:rPr sz="2400" spc="-10" dirty="0">
                <a:latin typeface="Calibri"/>
                <a:cs typeface="Calibri"/>
              </a:rPr>
              <a:t>can </a:t>
            </a:r>
            <a:r>
              <a:rPr sz="2400" spc="-15" dirty="0">
                <a:latin typeface="Calibri"/>
                <a:cs typeface="Calibri"/>
              </a:rPr>
              <a:t>represent </a:t>
            </a:r>
            <a:r>
              <a:rPr sz="2400" spc="-530"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above</a:t>
            </a:r>
            <a:r>
              <a:rPr sz="2400" dirty="0">
                <a:latin typeface="Calibri"/>
                <a:cs typeface="Calibri"/>
              </a:rPr>
              <a:t> </a:t>
            </a:r>
            <a:r>
              <a:rPr sz="2400" spc="-10" dirty="0">
                <a:latin typeface="Calibri"/>
                <a:cs typeface="Calibri"/>
              </a:rPr>
              <a:t>problem</a:t>
            </a:r>
            <a:r>
              <a:rPr sz="2400" spc="-5" dirty="0">
                <a:latin typeface="Calibri"/>
                <a:cs typeface="Calibri"/>
              </a:rPr>
              <a:t> </a:t>
            </a:r>
            <a:r>
              <a:rPr sz="2400" spc="-20" dirty="0">
                <a:latin typeface="Calibri"/>
                <a:cs typeface="Calibri"/>
              </a:rPr>
              <a:t>statement</a:t>
            </a:r>
            <a:r>
              <a:rPr sz="2400" dirty="0">
                <a:latin typeface="Calibri"/>
                <a:cs typeface="Calibri"/>
              </a:rPr>
              <a:t> </a:t>
            </a:r>
            <a:r>
              <a:rPr sz="2400" spc="-5" dirty="0">
                <a:latin typeface="Calibri"/>
                <a:cs typeface="Calibri"/>
              </a:rPr>
              <a:t>using</a:t>
            </a:r>
            <a:r>
              <a:rPr sz="2400" spc="-15" dirty="0">
                <a:latin typeface="Calibri"/>
                <a:cs typeface="Calibri"/>
              </a:rPr>
              <a:t> </a:t>
            </a:r>
            <a:r>
              <a:rPr sz="2400" dirty="0">
                <a:latin typeface="Calibri"/>
                <a:cs typeface="Calibri"/>
              </a:rPr>
              <a:t>a</a:t>
            </a:r>
            <a:r>
              <a:rPr sz="2400" spc="-5" dirty="0">
                <a:latin typeface="Calibri"/>
                <a:cs typeface="Calibri"/>
              </a:rPr>
              <a:t> decision</a:t>
            </a:r>
            <a:r>
              <a:rPr sz="2400" dirty="0">
                <a:latin typeface="Calibri"/>
                <a:cs typeface="Calibri"/>
              </a:rPr>
              <a:t> </a:t>
            </a:r>
            <a:r>
              <a:rPr sz="2400" spc="-10" dirty="0">
                <a:latin typeface="Calibri"/>
                <a:cs typeface="Calibri"/>
              </a:rPr>
              <a:t>tree.</a:t>
            </a:r>
            <a:endParaRPr sz="24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019805" y="1287780"/>
            <a:ext cx="6826884" cy="5334000"/>
            <a:chOff x="3019805" y="1287780"/>
            <a:chExt cx="6826884" cy="5334000"/>
          </a:xfrm>
        </p:grpSpPr>
        <p:pic>
          <p:nvPicPr>
            <p:cNvPr id="3" name="object 3"/>
            <p:cNvPicPr/>
            <p:nvPr/>
          </p:nvPicPr>
          <p:blipFill>
            <a:blip r:embed="rId2" cstate="print"/>
            <a:stretch>
              <a:fillRect/>
            </a:stretch>
          </p:blipFill>
          <p:spPr>
            <a:xfrm>
              <a:off x="3019805" y="1287780"/>
              <a:ext cx="6826758" cy="5334000"/>
            </a:xfrm>
            <a:prstGeom prst="rect">
              <a:avLst/>
            </a:prstGeom>
          </p:spPr>
        </p:pic>
        <p:sp>
          <p:nvSpPr>
            <p:cNvPr id="4" name="object 4"/>
            <p:cNvSpPr/>
            <p:nvPr/>
          </p:nvSpPr>
          <p:spPr>
            <a:xfrm>
              <a:off x="3331464" y="1690877"/>
              <a:ext cx="2329815" cy="1473835"/>
            </a:xfrm>
            <a:custGeom>
              <a:avLst/>
              <a:gdLst/>
              <a:ahLst/>
              <a:cxnLst/>
              <a:rect l="l" t="t" r="r" b="b"/>
              <a:pathLst>
                <a:path w="2329815" h="1473835">
                  <a:moveTo>
                    <a:pt x="1155192" y="0"/>
                  </a:moveTo>
                  <a:lnTo>
                    <a:pt x="0" y="0"/>
                  </a:lnTo>
                  <a:lnTo>
                    <a:pt x="0" y="357378"/>
                  </a:lnTo>
                  <a:lnTo>
                    <a:pt x="1155192" y="357378"/>
                  </a:lnTo>
                  <a:lnTo>
                    <a:pt x="1155192" y="0"/>
                  </a:lnTo>
                  <a:close/>
                </a:path>
                <a:path w="2329815" h="1473835">
                  <a:moveTo>
                    <a:pt x="2329434" y="1251966"/>
                  </a:moveTo>
                  <a:lnTo>
                    <a:pt x="1495044" y="1251966"/>
                  </a:lnTo>
                  <a:lnTo>
                    <a:pt x="1495044" y="1473708"/>
                  </a:lnTo>
                  <a:lnTo>
                    <a:pt x="2329434" y="1473708"/>
                  </a:lnTo>
                  <a:lnTo>
                    <a:pt x="2329434" y="1251966"/>
                  </a:lnTo>
                  <a:close/>
                </a:path>
              </a:pathLst>
            </a:custGeom>
            <a:solidFill>
              <a:srgbClr val="FFFFFF"/>
            </a:solidFill>
          </p:spPr>
          <p:txBody>
            <a:bodyPr wrap="square" lIns="0" tIns="0" rIns="0" bIns="0" rtlCol="0"/>
            <a:lstStyle/>
            <a:p>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95525"/>
            <a:ext cx="10341610" cy="3267710"/>
          </a:xfrm>
          <a:prstGeom prst="rect">
            <a:avLst/>
          </a:prstGeom>
        </p:spPr>
        <p:txBody>
          <a:bodyPr vert="horz" wrap="square" lIns="0" tIns="60325" rIns="0" bIns="0" rtlCol="0">
            <a:spAutoFit/>
          </a:bodyPr>
          <a:lstStyle/>
          <a:p>
            <a:pPr marL="241300" marR="5080" indent="-228600">
              <a:lnSpc>
                <a:spcPts val="3030"/>
              </a:lnSpc>
              <a:spcBef>
                <a:spcPts val="475"/>
              </a:spcBef>
              <a:buFont typeface="Arial MT"/>
              <a:buChar char="•"/>
              <a:tabLst>
                <a:tab pos="241300" algn="l"/>
              </a:tabLst>
            </a:pPr>
            <a:r>
              <a:rPr sz="2800" spc="125" dirty="0">
                <a:solidFill>
                  <a:srgbClr val="494949"/>
                </a:solidFill>
                <a:latin typeface="Tahoma"/>
                <a:cs typeface="Tahoma"/>
              </a:rPr>
              <a:t>An important </a:t>
            </a:r>
            <a:r>
              <a:rPr sz="2800" spc="120" dirty="0">
                <a:solidFill>
                  <a:srgbClr val="494949"/>
                </a:solidFill>
                <a:latin typeface="Tahoma"/>
                <a:cs typeface="Tahoma"/>
              </a:rPr>
              <a:t>point </a:t>
            </a:r>
            <a:r>
              <a:rPr sz="2800" spc="105" dirty="0">
                <a:solidFill>
                  <a:srgbClr val="494949"/>
                </a:solidFill>
                <a:latin typeface="Tahoma"/>
                <a:cs typeface="Tahoma"/>
              </a:rPr>
              <a:t>to </a:t>
            </a:r>
            <a:r>
              <a:rPr sz="2800" spc="120" dirty="0">
                <a:solidFill>
                  <a:srgbClr val="494949"/>
                </a:solidFill>
                <a:latin typeface="Tahoma"/>
                <a:cs typeface="Tahoma"/>
              </a:rPr>
              <a:t>note </a:t>
            </a:r>
            <a:r>
              <a:rPr sz="2800" spc="105" dirty="0">
                <a:solidFill>
                  <a:srgbClr val="494949"/>
                </a:solidFill>
                <a:latin typeface="Tahoma"/>
                <a:cs typeface="Tahoma"/>
              </a:rPr>
              <a:t>here </a:t>
            </a:r>
            <a:r>
              <a:rPr sz="2800" spc="75" dirty="0">
                <a:solidFill>
                  <a:srgbClr val="494949"/>
                </a:solidFill>
                <a:latin typeface="Tahoma"/>
                <a:cs typeface="Tahoma"/>
              </a:rPr>
              <a:t>is </a:t>
            </a:r>
            <a:r>
              <a:rPr sz="2800" spc="85" dirty="0">
                <a:solidFill>
                  <a:srgbClr val="494949"/>
                </a:solidFill>
                <a:latin typeface="Tahoma"/>
                <a:cs typeface="Tahoma"/>
              </a:rPr>
              <a:t>that </a:t>
            </a:r>
            <a:r>
              <a:rPr sz="2800" spc="100" dirty="0">
                <a:solidFill>
                  <a:srgbClr val="494949"/>
                </a:solidFill>
                <a:latin typeface="Tahoma"/>
                <a:cs typeface="Tahoma"/>
              </a:rPr>
              <a:t>Decision </a:t>
            </a:r>
            <a:r>
              <a:rPr sz="2800" spc="75" dirty="0">
                <a:solidFill>
                  <a:srgbClr val="494949"/>
                </a:solidFill>
                <a:latin typeface="Tahoma"/>
                <a:cs typeface="Tahoma"/>
              </a:rPr>
              <a:t>trees </a:t>
            </a:r>
            <a:r>
              <a:rPr sz="2800" spc="85" dirty="0">
                <a:solidFill>
                  <a:srgbClr val="494949"/>
                </a:solidFill>
                <a:latin typeface="Tahoma"/>
                <a:cs typeface="Tahoma"/>
              </a:rPr>
              <a:t>are </a:t>
            </a:r>
            <a:r>
              <a:rPr sz="2800" spc="90" dirty="0">
                <a:solidFill>
                  <a:srgbClr val="494949"/>
                </a:solidFill>
                <a:latin typeface="Tahoma"/>
                <a:cs typeface="Tahoma"/>
              </a:rPr>
              <a:t> </a:t>
            </a:r>
            <a:r>
              <a:rPr sz="2800" spc="100" dirty="0">
                <a:solidFill>
                  <a:srgbClr val="494949"/>
                </a:solidFill>
                <a:latin typeface="Tahoma"/>
                <a:cs typeface="Tahoma"/>
              </a:rPr>
              <a:t>built</a:t>
            </a:r>
            <a:r>
              <a:rPr sz="2800" spc="-165" dirty="0">
                <a:solidFill>
                  <a:srgbClr val="494949"/>
                </a:solidFill>
                <a:latin typeface="Tahoma"/>
                <a:cs typeface="Tahoma"/>
              </a:rPr>
              <a:t> </a:t>
            </a:r>
            <a:r>
              <a:rPr sz="2800" spc="165" dirty="0">
                <a:solidFill>
                  <a:srgbClr val="494949"/>
                </a:solidFill>
                <a:latin typeface="Tahoma"/>
                <a:cs typeface="Tahoma"/>
              </a:rPr>
              <a:t>on</a:t>
            </a:r>
            <a:r>
              <a:rPr sz="2800" spc="-170" dirty="0">
                <a:solidFill>
                  <a:srgbClr val="494949"/>
                </a:solidFill>
                <a:latin typeface="Tahoma"/>
                <a:cs typeface="Tahoma"/>
              </a:rPr>
              <a:t> </a:t>
            </a:r>
            <a:r>
              <a:rPr sz="2800" spc="100" dirty="0">
                <a:solidFill>
                  <a:srgbClr val="494949"/>
                </a:solidFill>
                <a:latin typeface="Tahoma"/>
                <a:cs typeface="Tahoma"/>
              </a:rPr>
              <a:t>the</a:t>
            </a:r>
            <a:r>
              <a:rPr sz="2800" spc="-155" dirty="0">
                <a:solidFill>
                  <a:srgbClr val="494949"/>
                </a:solidFill>
                <a:latin typeface="Tahoma"/>
                <a:cs typeface="Tahoma"/>
              </a:rPr>
              <a:t> </a:t>
            </a:r>
            <a:r>
              <a:rPr sz="2800" spc="90" dirty="0">
                <a:solidFill>
                  <a:srgbClr val="494949"/>
                </a:solidFill>
                <a:latin typeface="Tahoma"/>
                <a:cs typeface="Tahoma"/>
              </a:rPr>
              <a:t>entire</a:t>
            </a:r>
            <a:r>
              <a:rPr sz="2800" spc="-175" dirty="0">
                <a:solidFill>
                  <a:srgbClr val="494949"/>
                </a:solidFill>
                <a:latin typeface="Tahoma"/>
                <a:cs typeface="Tahoma"/>
              </a:rPr>
              <a:t> </a:t>
            </a:r>
            <a:r>
              <a:rPr sz="2800" spc="100" dirty="0">
                <a:solidFill>
                  <a:srgbClr val="494949"/>
                </a:solidFill>
                <a:latin typeface="Tahoma"/>
                <a:cs typeface="Tahoma"/>
              </a:rPr>
              <a:t>data</a:t>
            </a:r>
            <a:r>
              <a:rPr sz="2800" spc="-145" dirty="0">
                <a:solidFill>
                  <a:srgbClr val="494949"/>
                </a:solidFill>
                <a:latin typeface="Tahoma"/>
                <a:cs typeface="Tahoma"/>
              </a:rPr>
              <a:t> </a:t>
            </a:r>
            <a:r>
              <a:rPr sz="2800" spc="15" dirty="0">
                <a:solidFill>
                  <a:srgbClr val="494949"/>
                </a:solidFill>
                <a:latin typeface="Tahoma"/>
                <a:cs typeface="Tahoma"/>
              </a:rPr>
              <a:t>set,</a:t>
            </a:r>
            <a:r>
              <a:rPr sz="2800" spc="-150" dirty="0">
                <a:solidFill>
                  <a:srgbClr val="494949"/>
                </a:solidFill>
                <a:latin typeface="Tahoma"/>
                <a:cs typeface="Tahoma"/>
              </a:rPr>
              <a:t> </a:t>
            </a:r>
            <a:r>
              <a:rPr sz="2800" spc="60" dirty="0">
                <a:solidFill>
                  <a:srgbClr val="494949"/>
                </a:solidFill>
                <a:latin typeface="Tahoma"/>
                <a:cs typeface="Tahoma"/>
              </a:rPr>
              <a:t>by</a:t>
            </a:r>
            <a:r>
              <a:rPr sz="2800" spc="-160" dirty="0">
                <a:solidFill>
                  <a:srgbClr val="494949"/>
                </a:solidFill>
                <a:latin typeface="Tahoma"/>
                <a:cs typeface="Tahoma"/>
              </a:rPr>
              <a:t> </a:t>
            </a:r>
            <a:r>
              <a:rPr sz="2800" spc="100" dirty="0">
                <a:solidFill>
                  <a:srgbClr val="494949"/>
                </a:solidFill>
                <a:latin typeface="Tahoma"/>
                <a:cs typeface="Tahoma"/>
              </a:rPr>
              <a:t>making</a:t>
            </a:r>
            <a:r>
              <a:rPr sz="2800" spc="-165" dirty="0">
                <a:solidFill>
                  <a:srgbClr val="494949"/>
                </a:solidFill>
                <a:latin typeface="Tahoma"/>
                <a:cs typeface="Tahoma"/>
              </a:rPr>
              <a:t> </a:t>
            </a:r>
            <a:r>
              <a:rPr sz="2800" spc="114" dirty="0">
                <a:solidFill>
                  <a:srgbClr val="494949"/>
                </a:solidFill>
                <a:latin typeface="Tahoma"/>
                <a:cs typeface="Tahoma"/>
              </a:rPr>
              <a:t>use</a:t>
            </a:r>
            <a:r>
              <a:rPr sz="2800" spc="-160" dirty="0">
                <a:solidFill>
                  <a:srgbClr val="494949"/>
                </a:solidFill>
                <a:latin typeface="Tahoma"/>
                <a:cs typeface="Tahoma"/>
              </a:rPr>
              <a:t> </a:t>
            </a:r>
            <a:r>
              <a:rPr sz="2800" spc="114" dirty="0">
                <a:solidFill>
                  <a:srgbClr val="494949"/>
                </a:solidFill>
                <a:latin typeface="Tahoma"/>
                <a:cs typeface="Tahoma"/>
              </a:rPr>
              <a:t>of</a:t>
            </a:r>
            <a:r>
              <a:rPr sz="2800" spc="-150" dirty="0">
                <a:solidFill>
                  <a:srgbClr val="494949"/>
                </a:solidFill>
                <a:latin typeface="Tahoma"/>
                <a:cs typeface="Tahoma"/>
              </a:rPr>
              <a:t> </a:t>
            </a:r>
            <a:r>
              <a:rPr sz="2800" spc="70" dirty="0">
                <a:solidFill>
                  <a:srgbClr val="494949"/>
                </a:solidFill>
                <a:latin typeface="Tahoma"/>
                <a:cs typeface="Tahoma"/>
              </a:rPr>
              <a:t>all</a:t>
            </a:r>
            <a:r>
              <a:rPr sz="2800" spc="-150" dirty="0">
                <a:solidFill>
                  <a:srgbClr val="494949"/>
                </a:solidFill>
                <a:latin typeface="Tahoma"/>
                <a:cs typeface="Tahoma"/>
              </a:rPr>
              <a:t> </a:t>
            </a:r>
            <a:r>
              <a:rPr sz="2800" spc="100" dirty="0">
                <a:solidFill>
                  <a:srgbClr val="494949"/>
                </a:solidFill>
                <a:latin typeface="Tahoma"/>
                <a:cs typeface="Tahoma"/>
              </a:rPr>
              <a:t>the</a:t>
            </a:r>
            <a:r>
              <a:rPr sz="2800" spc="-170" dirty="0">
                <a:solidFill>
                  <a:srgbClr val="494949"/>
                </a:solidFill>
                <a:latin typeface="Tahoma"/>
                <a:cs typeface="Tahoma"/>
              </a:rPr>
              <a:t> </a:t>
            </a:r>
            <a:r>
              <a:rPr sz="2800" spc="105" dirty="0">
                <a:solidFill>
                  <a:srgbClr val="494949"/>
                </a:solidFill>
                <a:latin typeface="Tahoma"/>
                <a:cs typeface="Tahoma"/>
              </a:rPr>
              <a:t>predictor </a:t>
            </a:r>
            <a:r>
              <a:rPr sz="2800" spc="-860" dirty="0">
                <a:solidFill>
                  <a:srgbClr val="494949"/>
                </a:solidFill>
                <a:latin typeface="Tahoma"/>
                <a:cs typeface="Tahoma"/>
              </a:rPr>
              <a:t> </a:t>
            </a:r>
            <a:r>
              <a:rPr sz="2800" spc="70" dirty="0">
                <a:solidFill>
                  <a:srgbClr val="494949"/>
                </a:solidFill>
                <a:latin typeface="Tahoma"/>
                <a:cs typeface="Tahoma"/>
              </a:rPr>
              <a:t>variables.</a:t>
            </a:r>
            <a:endParaRPr sz="2800">
              <a:latin typeface="Tahoma"/>
              <a:cs typeface="Tahoma"/>
            </a:endParaRPr>
          </a:p>
          <a:p>
            <a:pPr marL="241300">
              <a:lnSpc>
                <a:spcPts val="2800"/>
              </a:lnSpc>
            </a:pPr>
            <a:r>
              <a:rPr sz="2800" spc="150" dirty="0">
                <a:solidFill>
                  <a:srgbClr val="494949"/>
                </a:solidFill>
                <a:latin typeface="Tahoma"/>
                <a:cs typeface="Tahoma"/>
              </a:rPr>
              <a:t>Now</a:t>
            </a:r>
            <a:r>
              <a:rPr sz="2800" spc="-170" dirty="0">
                <a:solidFill>
                  <a:srgbClr val="494949"/>
                </a:solidFill>
                <a:latin typeface="Tahoma"/>
                <a:cs typeface="Tahoma"/>
              </a:rPr>
              <a:t> </a:t>
            </a:r>
            <a:r>
              <a:rPr sz="2800" spc="30" dirty="0">
                <a:solidFill>
                  <a:srgbClr val="494949"/>
                </a:solidFill>
                <a:latin typeface="Tahoma"/>
                <a:cs typeface="Tahoma"/>
              </a:rPr>
              <a:t>let’s</a:t>
            </a:r>
            <a:r>
              <a:rPr sz="2800" spc="-140" dirty="0">
                <a:solidFill>
                  <a:srgbClr val="494949"/>
                </a:solidFill>
                <a:latin typeface="Tahoma"/>
                <a:cs typeface="Tahoma"/>
              </a:rPr>
              <a:t> </a:t>
            </a:r>
            <a:r>
              <a:rPr sz="2800" spc="90" dirty="0">
                <a:solidFill>
                  <a:srgbClr val="494949"/>
                </a:solidFill>
                <a:latin typeface="Tahoma"/>
                <a:cs typeface="Tahoma"/>
              </a:rPr>
              <a:t>see</a:t>
            </a:r>
            <a:r>
              <a:rPr sz="2800" spc="-155" dirty="0">
                <a:solidFill>
                  <a:srgbClr val="494949"/>
                </a:solidFill>
                <a:latin typeface="Tahoma"/>
                <a:cs typeface="Tahoma"/>
              </a:rPr>
              <a:t> </a:t>
            </a:r>
            <a:r>
              <a:rPr sz="2800" spc="125" dirty="0">
                <a:solidFill>
                  <a:srgbClr val="494949"/>
                </a:solidFill>
                <a:latin typeface="Tahoma"/>
                <a:cs typeface="Tahoma"/>
              </a:rPr>
              <a:t>how</a:t>
            </a:r>
            <a:r>
              <a:rPr sz="2800" spc="-170" dirty="0">
                <a:solidFill>
                  <a:srgbClr val="494949"/>
                </a:solidFill>
                <a:latin typeface="Tahoma"/>
                <a:cs typeface="Tahoma"/>
              </a:rPr>
              <a:t> </a:t>
            </a:r>
            <a:r>
              <a:rPr sz="2800" spc="135" dirty="0">
                <a:solidFill>
                  <a:srgbClr val="494949"/>
                </a:solidFill>
                <a:latin typeface="Tahoma"/>
                <a:cs typeface="Tahoma"/>
              </a:rPr>
              <a:t>Random</a:t>
            </a:r>
            <a:r>
              <a:rPr sz="2800" spc="-180" dirty="0">
                <a:solidFill>
                  <a:srgbClr val="494949"/>
                </a:solidFill>
                <a:latin typeface="Tahoma"/>
                <a:cs typeface="Tahoma"/>
              </a:rPr>
              <a:t> </a:t>
            </a:r>
            <a:r>
              <a:rPr sz="2800" spc="75" dirty="0">
                <a:solidFill>
                  <a:srgbClr val="494949"/>
                </a:solidFill>
                <a:latin typeface="Tahoma"/>
                <a:cs typeface="Tahoma"/>
              </a:rPr>
              <a:t>Forest</a:t>
            </a:r>
            <a:r>
              <a:rPr sz="2800" spc="-165" dirty="0">
                <a:solidFill>
                  <a:srgbClr val="494949"/>
                </a:solidFill>
                <a:latin typeface="Tahoma"/>
                <a:cs typeface="Tahoma"/>
              </a:rPr>
              <a:t> </a:t>
            </a:r>
            <a:r>
              <a:rPr sz="2800" spc="130" dirty="0">
                <a:solidFill>
                  <a:srgbClr val="494949"/>
                </a:solidFill>
                <a:latin typeface="Tahoma"/>
                <a:cs typeface="Tahoma"/>
              </a:rPr>
              <a:t>would</a:t>
            </a:r>
            <a:r>
              <a:rPr sz="2800" spc="-175" dirty="0">
                <a:solidFill>
                  <a:srgbClr val="494949"/>
                </a:solidFill>
                <a:latin typeface="Tahoma"/>
                <a:cs typeface="Tahoma"/>
              </a:rPr>
              <a:t> </a:t>
            </a:r>
            <a:r>
              <a:rPr sz="2800" spc="80" dirty="0">
                <a:solidFill>
                  <a:srgbClr val="494949"/>
                </a:solidFill>
                <a:latin typeface="Tahoma"/>
                <a:cs typeface="Tahoma"/>
              </a:rPr>
              <a:t>solve</a:t>
            </a:r>
            <a:r>
              <a:rPr sz="2800" spc="-150" dirty="0">
                <a:solidFill>
                  <a:srgbClr val="494949"/>
                </a:solidFill>
                <a:latin typeface="Tahoma"/>
                <a:cs typeface="Tahoma"/>
              </a:rPr>
              <a:t> </a:t>
            </a:r>
            <a:r>
              <a:rPr sz="2800" spc="95" dirty="0">
                <a:solidFill>
                  <a:srgbClr val="494949"/>
                </a:solidFill>
                <a:latin typeface="Tahoma"/>
                <a:cs typeface="Tahoma"/>
              </a:rPr>
              <a:t>the</a:t>
            </a:r>
            <a:r>
              <a:rPr sz="2800" spc="-170" dirty="0">
                <a:solidFill>
                  <a:srgbClr val="494949"/>
                </a:solidFill>
                <a:latin typeface="Tahoma"/>
                <a:cs typeface="Tahoma"/>
              </a:rPr>
              <a:t> </a:t>
            </a:r>
            <a:r>
              <a:rPr sz="2800" spc="125" dirty="0">
                <a:solidFill>
                  <a:srgbClr val="494949"/>
                </a:solidFill>
                <a:latin typeface="Tahoma"/>
                <a:cs typeface="Tahoma"/>
              </a:rPr>
              <a:t>same</a:t>
            </a:r>
            <a:endParaRPr sz="2800">
              <a:latin typeface="Tahoma"/>
              <a:cs typeface="Tahoma"/>
            </a:endParaRPr>
          </a:p>
          <a:p>
            <a:pPr marL="241300">
              <a:lnSpc>
                <a:spcPts val="3190"/>
              </a:lnSpc>
            </a:pPr>
            <a:r>
              <a:rPr sz="2800" spc="110" dirty="0">
                <a:solidFill>
                  <a:srgbClr val="494949"/>
                </a:solidFill>
                <a:latin typeface="Tahoma"/>
                <a:cs typeface="Tahoma"/>
              </a:rPr>
              <a:t>problem.</a:t>
            </a:r>
            <a:endParaRPr sz="2800">
              <a:latin typeface="Tahoma"/>
              <a:cs typeface="Tahoma"/>
            </a:endParaRPr>
          </a:p>
          <a:p>
            <a:pPr marL="241300" marR="462280" indent="-228600">
              <a:lnSpc>
                <a:spcPts val="3020"/>
              </a:lnSpc>
              <a:spcBef>
                <a:spcPts val="1045"/>
              </a:spcBef>
              <a:buFont typeface="Arial MT"/>
              <a:buChar char="•"/>
              <a:tabLst>
                <a:tab pos="241300" algn="l"/>
              </a:tabLst>
            </a:pPr>
            <a:r>
              <a:rPr sz="2800" spc="55" dirty="0">
                <a:solidFill>
                  <a:srgbClr val="494949"/>
                </a:solidFill>
                <a:latin typeface="Tahoma"/>
                <a:cs typeface="Tahoma"/>
              </a:rPr>
              <a:t>Like</a:t>
            </a:r>
            <a:r>
              <a:rPr sz="2800" spc="-145" dirty="0">
                <a:solidFill>
                  <a:srgbClr val="494949"/>
                </a:solidFill>
                <a:latin typeface="Tahoma"/>
                <a:cs typeface="Tahoma"/>
              </a:rPr>
              <a:t> </a:t>
            </a:r>
            <a:r>
              <a:rPr sz="2800" spc="-265" dirty="0">
                <a:solidFill>
                  <a:srgbClr val="494949"/>
                </a:solidFill>
                <a:latin typeface="Tahoma"/>
                <a:cs typeface="Tahoma"/>
              </a:rPr>
              <a:t>I</a:t>
            </a:r>
            <a:r>
              <a:rPr sz="2800" spc="-145" dirty="0">
                <a:solidFill>
                  <a:srgbClr val="494949"/>
                </a:solidFill>
                <a:latin typeface="Tahoma"/>
                <a:cs typeface="Tahoma"/>
              </a:rPr>
              <a:t> </a:t>
            </a:r>
            <a:r>
              <a:rPr sz="2800" spc="130" dirty="0">
                <a:solidFill>
                  <a:srgbClr val="494949"/>
                </a:solidFill>
                <a:latin typeface="Tahoma"/>
                <a:cs typeface="Tahoma"/>
              </a:rPr>
              <a:t>mentioned</a:t>
            </a:r>
            <a:r>
              <a:rPr sz="2800" spc="-170" dirty="0">
                <a:solidFill>
                  <a:srgbClr val="494949"/>
                </a:solidFill>
                <a:latin typeface="Tahoma"/>
                <a:cs typeface="Tahoma"/>
              </a:rPr>
              <a:t> </a:t>
            </a:r>
            <a:r>
              <a:rPr sz="2800" spc="90" dirty="0">
                <a:solidFill>
                  <a:srgbClr val="494949"/>
                </a:solidFill>
                <a:latin typeface="Tahoma"/>
                <a:cs typeface="Tahoma"/>
              </a:rPr>
              <a:t>earlier</a:t>
            </a:r>
            <a:r>
              <a:rPr sz="2800" spc="-145" dirty="0">
                <a:solidFill>
                  <a:srgbClr val="494949"/>
                </a:solidFill>
                <a:latin typeface="Tahoma"/>
                <a:cs typeface="Tahoma"/>
              </a:rPr>
              <a:t> </a:t>
            </a:r>
            <a:r>
              <a:rPr sz="2800" spc="135" dirty="0">
                <a:solidFill>
                  <a:srgbClr val="494949"/>
                </a:solidFill>
                <a:latin typeface="Tahoma"/>
                <a:cs typeface="Tahoma"/>
              </a:rPr>
              <a:t>Random</a:t>
            </a:r>
            <a:r>
              <a:rPr sz="2800" spc="-180" dirty="0">
                <a:solidFill>
                  <a:srgbClr val="494949"/>
                </a:solidFill>
                <a:latin typeface="Tahoma"/>
                <a:cs typeface="Tahoma"/>
              </a:rPr>
              <a:t> </a:t>
            </a:r>
            <a:r>
              <a:rPr sz="2800" spc="85" dirty="0">
                <a:solidFill>
                  <a:srgbClr val="494949"/>
                </a:solidFill>
                <a:latin typeface="Tahoma"/>
                <a:cs typeface="Tahoma"/>
              </a:rPr>
              <a:t>forest</a:t>
            </a:r>
            <a:r>
              <a:rPr sz="2800" spc="-155" dirty="0">
                <a:solidFill>
                  <a:srgbClr val="494949"/>
                </a:solidFill>
                <a:latin typeface="Tahoma"/>
                <a:cs typeface="Tahoma"/>
              </a:rPr>
              <a:t> </a:t>
            </a:r>
            <a:r>
              <a:rPr sz="2800" spc="75" dirty="0">
                <a:solidFill>
                  <a:srgbClr val="494949"/>
                </a:solidFill>
                <a:latin typeface="Tahoma"/>
                <a:cs typeface="Tahoma"/>
              </a:rPr>
              <a:t>is</a:t>
            </a:r>
            <a:r>
              <a:rPr sz="2800" spc="-145" dirty="0">
                <a:solidFill>
                  <a:srgbClr val="494949"/>
                </a:solidFill>
                <a:latin typeface="Tahoma"/>
                <a:cs typeface="Tahoma"/>
              </a:rPr>
              <a:t> </a:t>
            </a:r>
            <a:r>
              <a:rPr sz="2800" spc="120" dirty="0">
                <a:solidFill>
                  <a:srgbClr val="494949"/>
                </a:solidFill>
                <a:latin typeface="Tahoma"/>
                <a:cs typeface="Tahoma"/>
              </a:rPr>
              <a:t>an</a:t>
            </a:r>
            <a:r>
              <a:rPr sz="2800" spc="-145" dirty="0">
                <a:solidFill>
                  <a:srgbClr val="494949"/>
                </a:solidFill>
                <a:latin typeface="Tahoma"/>
                <a:cs typeface="Tahoma"/>
              </a:rPr>
              <a:t> </a:t>
            </a:r>
            <a:r>
              <a:rPr sz="2800" spc="120" dirty="0">
                <a:solidFill>
                  <a:srgbClr val="494949"/>
                </a:solidFill>
                <a:latin typeface="Tahoma"/>
                <a:cs typeface="Tahoma"/>
              </a:rPr>
              <a:t>ensemble</a:t>
            </a:r>
            <a:r>
              <a:rPr sz="2800" spc="-155" dirty="0">
                <a:solidFill>
                  <a:srgbClr val="494949"/>
                </a:solidFill>
                <a:latin typeface="Tahoma"/>
                <a:cs typeface="Tahoma"/>
              </a:rPr>
              <a:t> </a:t>
            </a:r>
            <a:r>
              <a:rPr sz="2800" spc="114" dirty="0">
                <a:solidFill>
                  <a:srgbClr val="494949"/>
                </a:solidFill>
                <a:latin typeface="Tahoma"/>
                <a:cs typeface="Tahoma"/>
              </a:rPr>
              <a:t>of </a:t>
            </a:r>
            <a:r>
              <a:rPr sz="2800" spc="120" dirty="0">
                <a:solidFill>
                  <a:srgbClr val="494949"/>
                </a:solidFill>
                <a:latin typeface="Tahoma"/>
                <a:cs typeface="Tahoma"/>
              </a:rPr>
              <a:t> </a:t>
            </a:r>
            <a:r>
              <a:rPr sz="2800" spc="105" dirty="0">
                <a:solidFill>
                  <a:srgbClr val="494949"/>
                </a:solidFill>
                <a:latin typeface="Tahoma"/>
                <a:cs typeface="Tahoma"/>
              </a:rPr>
              <a:t>decision</a:t>
            </a:r>
            <a:r>
              <a:rPr sz="2800" spc="-150" dirty="0">
                <a:solidFill>
                  <a:srgbClr val="494949"/>
                </a:solidFill>
                <a:latin typeface="Tahoma"/>
                <a:cs typeface="Tahoma"/>
              </a:rPr>
              <a:t> </a:t>
            </a:r>
            <a:r>
              <a:rPr sz="2800" spc="35" dirty="0">
                <a:solidFill>
                  <a:srgbClr val="494949"/>
                </a:solidFill>
                <a:latin typeface="Tahoma"/>
                <a:cs typeface="Tahoma"/>
              </a:rPr>
              <a:t>trees,</a:t>
            </a:r>
            <a:r>
              <a:rPr sz="2800" spc="-160" dirty="0">
                <a:solidFill>
                  <a:srgbClr val="494949"/>
                </a:solidFill>
                <a:latin typeface="Tahoma"/>
                <a:cs typeface="Tahoma"/>
              </a:rPr>
              <a:t> </a:t>
            </a:r>
            <a:r>
              <a:rPr sz="2800" spc="60" dirty="0">
                <a:solidFill>
                  <a:srgbClr val="494949"/>
                </a:solidFill>
                <a:latin typeface="Tahoma"/>
                <a:cs typeface="Tahoma"/>
              </a:rPr>
              <a:t>it</a:t>
            </a:r>
            <a:r>
              <a:rPr sz="2800" spc="-150" dirty="0">
                <a:solidFill>
                  <a:srgbClr val="494949"/>
                </a:solidFill>
                <a:latin typeface="Tahoma"/>
                <a:cs typeface="Tahoma"/>
              </a:rPr>
              <a:t> </a:t>
            </a:r>
            <a:r>
              <a:rPr sz="2800" spc="120" dirty="0">
                <a:solidFill>
                  <a:srgbClr val="494949"/>
                </a:solidFill>
                <a:latin typeface="Tahoma"/>
                <a:cs typeface="Tahoma"/>
              </a:rPr>
              <a:t>randomly</a:t>
            </a:r>
            <a:r>
              <a:rPr sz="2800" spc="-165" dirty="0">
                <a:solidFill>
                  <a:srgbClr val="494949"/>
                </a:solidFill>
                <a:latin typeface="Tahoma"/>
                <a:cs typeface="Tahoma"/>
              </a:rPr>
              <a:t> </a:t>
            </a:r>
            <a:r>
              <a:rPr sz="2800" spc="70" dirty="0">
                <a:solidFill>
                  <a:srgbClr val="494949"/>
                </a:solidFill>
                <a:latin typeface="Tahoma"/>
                <a:cs typeface="Tahoma"/>
              </a:rPr>
              <a:t>selects</a:t>
            </a:r>
            <a:r>
              <a:rPr sz="2800" spc="-135"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75" dirty="0">
                <a:solidFill>
                  <a:srgbClr val="494949"/>
                </a:solidFill>
                <a:latin typeface="Tahoma"/>
                <a:cs typeface="Tahoma"/>
              </a:rPr>
              <a:t>set</a:t>
            </a:r>
            <a:r>
              <a:rPr sz="2800" spc="-150" dirty="0">
                <a:solidFill>
                  <a:srgbClr val="494949"/>
                </a:solidFill>
                <a:latin typeface="Tahoma"/>
                <a:cs typeface="Tahoma"/>
              </a:rPr>
              <a:t> </a:t>
            </a:r>
            <a:r>
              <a:rPr sz="2800" spc="114" dirty="0">
                <a:solidFill>
                  <a:srgbClr val="494949"/>
                </a:solidFill>
                <a:latin typeface="Tahoma"/>
                <a:cs typeface="Tahoma"/>
              </a:rPr>
              <a:t>of</a:t>
            </a:r>
            <a:r>
              <a:rPr sz="2800" spc="-150" dirty="0">
                <a:solidFill>
                  <a:srgbClr val="494949"/>
                </a:solidFill>
                <a:latin typeface="Tahoma"/>
                <a:cs typeface="Tahoma"/>
              </a:rPr>
              <a:t> </a:t>
            </a:r>
            <a:r>
              <a:rPr sz="2800" spc="110" dirty="0">
                <a:solidFill>
                  <a:srgbClr val="494949"/>
                </a:solidFill>
                <a:latin typeface="Tahoma"/>
                <a:cs typeface="Tahoma"/>
              </a:rPr>
              <a:t>parameters</a:t>
            </a:r>
            <a:r>
              <a:rPr sz="2800" spc="-165" dirty="0">
                <a:solidFill>
                  <a:srgbClr val="494949"/>
                </a:solidFill>
                <a:latin typeface="Tahoma"/>
                <a:cs typeface="Tahoma"/>
              </a:rPr>
              <a:t> </a:t>
            </a:r>
            <a:r>
              <a:rPr sz="2800" spc="130" dirty="0">
                <a:solidFill>
                  <a:srgbClr val="494949"/>
                </a:solidFill>
                <a:latin typeface="Tahoma"/>
                <a:cs typeface="Tahoma"/>
              </a:rPr>
              <a:t>and </a:t>
            </a:r>
            <a:r>
              <a:rPr sz="2800" spc="-860" dirty="0">
                <a:solidFill>
                  <a:srgbClr val="494949"/>
                </a:solidFill>
                <a:latin typeface="Tahoma"/>
                <a:cs typeface="Tahoma"/>
              </a:rPr>
              <a:t> </a:t>
            </a:r>
            <a:r>
              <a:rPr sz="2800" spc="70" dirty="0">
                <a:solidFill>
                  <a:srgbClr val="494949"/>
                </a:solidFill>
                <a:latin typeface="Tahoma"/>
                <a:cs typeface="Tahoma"/>
              </a:rPr>
              <a:t>creates</a:t>
            </a:r>
            <a:r>
              <a:rPr sz="2800" spc="-150" dirty="0">
                <a:solidFill>
                  <a:srgbClr val="494949"/>
                </a:solidFill>
                <a:latin typeface="Tahoma"/>
                <a:cs typeface="Tahoma"/>
              </a:rPr>
              <a:t> </a:t>
            </a:r>
            <a:r>
              <a:rPr sz="2800" spc="85" dirty="0">
                <a:solidFill>
                  <a:srgbClr val="494949"/>
                </a:solidFill>
                <a:latin typeface="Tahoma"/>
                <a:cs typeface="Tahoma"/>
              </a:rPr>
              <a:t>a</a:t>
            </a:r>
            <a:r>
              <a:rPr sz="2800" spc="-145" dirty="0">
                <a:solidFill>
                  <a:srgbClr val="494949"/>
                </a:solidFill>
                <a:latin typeface="Tahoma"/>
                <a:cs typeface="Tahoma"/>
              </a:rPr>
              <a:t> </a:t>
            </a:r>
            <a:r>
              <a:rPr sz="2800" spc="105" dirty="0">
                <a:solidFill>
                  <a:srgbClr val="494949"/>
                </a:solidFill>
                <a:latin typeface="Tahoma"/>
                <a:cs typeface="Tahoma"/>
              </a:rPr>
              <a:t>decision</a:t>
            </a:r>
            <a:r>
              <a:rPr sz="2800" spc="-150" dirty="0">
                <a:solidFill>
                  <a:srgbClr val="494949"/>
                </a:solidFill>
                <a:latin typeface="Tahoma"/>
                <a:cs typeface="Tahoma"/>
              </a:rPr>
              <a:t> </a:t>
            </a:r>
            <a:r>
              <a:rPr sz="2800" spc="75" dirty="0">
                <a:solidFill>
                  <a:srgbClr val="494949"/>
                </a:solidFill>
                <a:latin typeface="Tahoma"/>
                <a:cs typeface="Tahoma"/>
              </a:rPr>
              <a:t>tree</a:t>
            </a:r>
            <a:r>
              <a:rPr sz="2800" spc="-145" dirty="0">
                <a:solidFill>
                  <a:srgbClr val="494949"/>
                </a:solidFill>
                <a:latin typeface="Tahoma"/>
                <a:cs typeface="Tahoma"/>
              </a:rPr>
              <a:t> </a:t>
            </a:r>
            <a:r>
              <a:rPr sz="2800" spc="114" dirty="0">
                <a:solidFill>
                  <a:srgbClr val="494949"/>
                </a:solidFill>
                <a:latin typeface="Tahoma"/>
                <a:cs typeface="Tahoma"/>
              </a:rPr>
              <a:t>for</a:t>
            </a:r>
            <a:r>
              <a:rPr sz="2800" spc="-160" dirty="0">
                <a:solidFill>
                  <a:srgbClr val="494949"/>
                </a:solidFill>
                <a:latin typeface="Tahoma"/>
                <a:cs typeface="Tahoma"/>
              </a:rPr>
              <a:t> </a:t>
            </a:r>
            <a:r>
              <a:rPr sz="2800" spc="90" dirty="0">
                <a:solidFill>
                  <a:srgbClr val="494949"/>
                </a:solidFill>
                <a:latin typeface="Tahoma"/>
                <a:cs typeface="Tahoma"/>
              </a:rPr>
              <a:t>each</a:t>
            </a:r>
            <a:r>
              <a:rPr sz="2800" spc="-145" dirty="0">
                <a:solidFill>
                  <a:srgbClr val="494949"/>
                </a:solidFill>
                <a:latin typeface="Tahoma"/>
                <a:cs typeface="Tahoma"/>
              </a:rPr>
              <a:t> </a:t>
            </a:r>
            <a:r>
              <a:rPr sz="2800" spc="75" dirty="0">
                <a:solidFill>
                  <a:srgbClr val="494949"/>
                </a:solidFill>
                <a:latin typeface="Tahoma"/>
                <a:cs typeface="Tahoma"/>
              </a:rPr>
              <a:t>set</a:t>
            </a:r>
            <a:r>
              <a:rPr sz="2800" spc="-150" dirty="0">
                <a:solidFill>
                  <a:srgbClr val="494949"/>
                </a:solidFill>
                <a:latin typeface="Tahoma"/>
                <a:cs typeface="Tahoma"/>
              </a:rPr>
              <a:t> </a:t>
            </a:r>
            <a:r>
              <a:rPr sz="2800" spc="114" dirty="0">
                <a:solidFill>
                  <a:srgbClr val="494949"/>
                </a:solidFill>
                <a:latin typeface="Tahoma"/>
                <a:cs typeface="Tahoma"/>
              </a:rPr>
              <a:t>of</a:t>
            </a:r>
            <a:r>
              <a:rPr sz="2800" spc="-155" dirty="0">
                <a:solidFill>
                  <a:srgbClr val="494949"/>
                </a:solidFill>
                <a:latin typeface="Tahoma"/>
                <a:cs typeface="Tahoma"/>
              </a:rPr>
              <a:t> </a:t>
            </a:r>
            <a:r>
              <a:rPr sz="2800" spc="114" dirty="0">
                <a:solidFill>
                  <a:srgbClr val="494949"/>
                </a:solidFill>
                <a:latin typeface="Tahoma"/>
                <a:cs typeface="Tahoma"/>
              </a:rPr>
              <a:t>chosen</a:t>
            </a:r>
            <a:r>
              <a:rPr sz="2800" spc="-165" dirty="0">
                <a:solidFill>
                  <a:srgbClr val="494949"/>
                </a:solidFill>
                <a:latin typeface="Tahoma"/>
                <a:cs typeface="Tahoma"/>
              </a:rPr>
              <a:t> </a:t>
            </a:r>
            <a:r>
              <a:rPr sz="2800" spc="90" dirty="0">
                <a:solidFill>
                  <a:srgbClr val="494949"/>
                </a:solidFill>
                <a:latin typeface="Tahoma"/>
                <a:cs typeface="Tahoma"/>
              </a:rPr>
              <a:t>parameters.</a:t>
            </a:r>
            <a:endParaRPr sz="2800">
              <a:latin typeface="Tahoma"/>
              <a:cs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38200" y="2835401"/>
            <a:ext cx="10515600" cy="2331720"/>
            <a:chOff x="838200" y="2835401"/>
            <a:chExt cx="10515600" cy="2331720"/>
          </a:xfrm>
        </p:grpSpPr>
        <p:pic>
          <p:nvPicPr>
            <p:cNvPr id="3" name="object 3"/>
            <p:cNvPicPr/>
            <p:nvPr/>
          </p:nvPicPr>
          <p:blipFill>
            <a:blip r:embed="rId2" cstate="print"/>
            <a:stretch>
              <a:fillRect/>
            </a:stretch>
          </p:blipFill>
          <p:spPr>
            <a:xfrm>
              <a:off x="838200" y="2835401"/>
              <a:ext cx="10515600" cy="2331720"/>
            </a:xfrm>
            <a:prstGeom prst="rect">
              <a:avLst/>
            </a:prstGeom>
          </p:spPr>
        </p:pic>
        <p:sp>
          <p:nvSpPr>
            <p:cNvPr id="4" name="object 4"/>
            <p:cNvSpPr/>
            <p:nvPr/>
          </p:nvSpPr>
          <p:spPr>
            <a:xfrm>
              <a:off x="978408" y="2942843"/>
              <a:ext cx="8114030" cy="222250"/>
            </a:xfrm>
            <a:custGeom>
              <a:avLst/>
              <a:gdLst/>
              <a:ahLst/>
              <a:cxnLst/>
              <a:rect l="l" t="t" r="r" b="b"/>
              <a:pathLst>
                <a:path w="8114030" h="222250">
                  <a:moveTo>
                    <a:pt x="834390" y="774"/>
                  </a:moveTo>
                  <a:lnTo>
                    <a:pt x="0" y="774"/>
                  </a:lnTo>
                  <a:lnTo>
                    <a:pt x="0" y="221742"/>
                  </a:lnTo>
                  <a:lnTo>
                    <a:pt x="834390" y="221742"/>
                  </a:lnTo>
                  <a:lnTo>
                    <a:pt x="834390" y="774"/>
                  </a:lnTo>
                  <a:close/>
                </a:path>
                <a:path w="8114030" h="222250">
                  <a:moveTo>
                    <a:pt x="4682490" y="0"/>
                  </a:moveTo>
                  <a:lnTo>
                    <a:pt x="3848100" y="0"/>
                  </a:lnTo>
                  <a:lnTo>
                    <a:pt x="3848100" y="221742"/>
                  </a:lnTo>
                  <a:lnTo>
                    <a:pt x="4682490" y="221742"/>
                  </a:lnTo>
                  <a:lnTo>
                    <a:pt x="4682490" y="0"/>
                  </a:lnTo>
                  <a:close/>
                </a:path>
                <a:path w="8114030" h="222250">
                  <a:moveTo>
                    <a:pt x="8113776" y="0"/>
                  </a:moveTo>
                  <a:lnTo>
                    <a:pt x="7279386" y="0"/>
                  </a:lnTo>
                  <a:lnTo>
                    <a:pt x="7279386" y="221742"/>
                  </a:lnTo>
                  <a:lnTo>
                    <a:pt x="8113776" y="221742"/>
                  </a:lnTo>
                  <a:lnTo>
                    <a:pt x="8113776" y="0"/>
                  </a:lnTo>
                  <a:close/>
                </a:path>
              </a:pathLst>
            </a:custGeom>
            <a:solidFill>
              <a:srgbClr val="FFFFFF"/>
            </a:solidFill>
          </p:spPr>
          <p:txBody>
            <a:bodyPr wrap="square" lIns="0" tIns="0" rIns="0" bIns="0" rtlCol="0"/>
            <a:lstStyle/>
            <a: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808480"/>
            <a:ext cx="10359390" cy="3935729"/>
          </a:xfrm>
          <a:prstGeom prst="rect">
            <a:avLst/>
          </a:prstGeom>
        </p:spPr>
        <p:txBody>
          <a:bodyPr vert="horz" wrap="square" lIns="0" tIns="46355" rIns="0" bIns="0" rtlCol="0">
            <a:spAutoFit/>
          </a:bodyPr>
          <a:lstStyle/>
          <a:p>
            <a:pPr marL="241300" marR="5080" indent="-228600" algn="just">
              <a:lnSpc>
                <a:spcPct val="90000"/>
              </a:lnSpc>
              <a:spcBef>
                <a:spcPts val="365"/>
              </a:spcBef>
              <a:buFont typeface="Arial MT"/>
              <a:buChar char="•"/>
              <a:tabLst>
                <a:tab pos="241300" algn="l"/>
              </a:tabLst>
            </a:pPr>
            <a:r>
              <a:rPr sz="2200" spc="45" dirty="0">
                <a:solidFill>
                  <a:srgbClr val="494949"/>
                </a:solidFill>
                <a:latin typeface="Tahoma"/>
                <a:cs typeface="Tahoma"/>
              </a:rPr>
              <a:t>Here, </a:t>
            </a:r>
            <a:r>
              <a:rPr sz="2200" spc="-55" dirty="0">
                <a:solidFill>
                  <a:srgbClr val="494949"/>
                </a:solidFill>
                <a:latin typeface="Tahoma"/>
                <a:cs typeface="Tahoma"/>
              </a:rPr>
              <a:t>I’ve </a:t>
            </a:r>
            <a:r>
              <a:rPr sz="2200" spc="65" dirty="0">
                <a:solidFill>
                  <a:srgbClr val="494949"/>
                </a:solidFill>
                <a:latin typeface="Tahoma"/>
                <a:cs typeface="Tahoma"/>
              </a:rPr>
              <a:t>created </a:t>
            </a:r>
            <a:r>
              <a:rPr sz="2200" spc="55" dirty="0">
                <a:solidFill>
                  <a:srgbClr val="494949"/>
                </a:solidFill>
                <a:latin typeface="Tahoma"/>
                <a:cs typeface="Tahoma"/>
              </a:rPr>
              <a:t>3 </a:t>
            </a:r>
            <a:r>
              <a:rPr sz="2200" spc="80" dirty="0">
                <a:solidFill>
                  <a:srgbClr val="494949"/>
                </a:solidFill>
                <a:latin typeface="Tahoma"/>
                <a:cs typeface="Tahoma"/>
              </a:rPr>
              <a:t>Decision </a:t>
            </a:r>
            <a:r>
              <a:rPr sz="2200" spc="15" dirty="0">
                <a:solidFill>
                  <a:srgbClr val="494949"/>
                </a:solidFill>
                <a:latin typeface="Tahoma"/>
                <a:cs typeface="Tahoma"/>
              </a:rPr>
              <a:t>Trees </a:t>
            </a:r>
            <a:r>
              <a:rPr sz="2200" spc="105" dirty="0">
                <a:solidFill>
                  <a:srgbClr val="494949"/>
                </a:solidFill>
                <a:latin typeface="Tahoma"/>
                <a:cs typeface="Tahoma"/>
              </a:rPr>
              <a:t>and </a:t>
            </a:r>
            <a:r>
              <a:rPr sz="2200" spc="75" dirty="0">
                <a:solidFill>
                  <a:srgbClr val="494949"/>
                </a:solidFill>
                <a:latin typeface="Tahoma"/>
                <a:cs typeface="Tahoma"/>
              </a:rPr>
              <a:t>each </a:t>
            </a:r>
            <a:r>
              <a:rPr sz="2200" spc="80" dirty="0">
                <a:solidFill>
                  <a:srgbClr val="494949"/>
                </a:solidFill>
                <a:latin typeface="Tahoma"/>
                <a:cs typeface="Tahoma"/>
              </a:rPr>
              <a:t>Decision </a:t>
            </a:r>
            <a:r>
              <a:rPr sz="2200" spc="5" dirty="0">
                <a:solidFill>
                  <a:srgbClr val="494949"/>
                </a:solidFill>
                <a:latin typeface="Tahoma"/>
                <a:cs typeface="Tahoma"/>
              </a:rPr>
              <a:t>Tree </a:t>
            </a:r>
            <a:r>
              <a:rPr sz="2200" spc="60" dirty="0">
                <a:solidFill>
                  <a:srgbClr val="494949"/>
                </a:solidFill>
                <a:latin typeface="Tahoma"/>
                <a:cs typeface="Tahoma"/>
              </a:rPr>
              <a:t>is </a:t>
            </a:r>
            <a:r>
              <a:rPr sz="2200" spc="50" dirty="0">
                <a:solidFill>
                  <a:srgbClr val="494949"/>
                </a:solidFill>
                <a:latin typeface="Tahoma"/>
                <a:cs typeface="Tahoma"/>
              </a:rPr>
              <a:t>taking </a:t>
            </a:r>
            <a:r>
              <a:rPr sz="2200" spc="80" dirty="0">
                <a:solidFill>
                  <a:srgbClr val="494949"/>
                </a:solidFill>
                <a:latin typeface="Tahoma"/>
                <a:cs typeface="Tahoma"/>
              </a:rPr>
              <a:t>only </a:t>
            </a:r>
            <a:r>
              <a:rPr sz="2200" spc="55" dirty="0">
                <a:solidFill>
                  <a:srgbClr val="494949"/>
                </a:solidFill>
                <a:latin typeface="Tahoma"/>
                <a:cs typeface="Tahoma"/>
              </a:rPr>
              <a:t>3 </a:t>
            </a:r>
            <a:r>
              <a:rPr sz="2200" spc="60" dirty="0">
                <a:solidFill>
                  <a:srgbClr val="494949"/>
                </a:solidFill>
                <a:latin typeface="Tahoma"/>
                <a:cs typeface="Tahoma"/>
              </a:rPr>
              <a:t> </a:t>
            </a:r>
            <a:r>
              <a:rPr sz="2200" spc="85" dirty="0">
                <a:solidFill>
                  <a:srgbClr val="494949"/>
                </a:solidFill>
                <a:latin typeface="Tahoma"/>
                <a:cs typeface="Tahoma"/>
              </a:rPr>
              <a:t>parameters</a:t>
            </a:r>
            <a:r>
              <a:rPr sz="2200" spc="-60" dirty="0">
                <a:solidFill>
                  <a:srgbClr val="494949"/>
                </a:solidFill>
                <a:latin typeface="Tahoma"/>
                <a:cs typeface="Tahoma"/>
              </a:rPr>
              <a:t> </a:t>
            </a:r>
            <a:r>
              <a:rPr sz="2200" spc="110" dirty="0">
                <a:solidFill>
                  <a:srgbClr val="494949"/>
                </a:solidFill>
                <a:latin typeface="Tahoma"/>
                <a:cs typeface="Tahoma"/>
              </a:rPr>
              <a:t>from</a:t>
            </a:r>
            <a:r>
              <a:rPr sz="2200" spc="-70" dirty="0">
                <a:solidFill>
                  <a:srgbClr val="494949"/>
                </a:solidFill>
                <a:latin typeface="Tahoma"/>
                <a:cs typeface="Tahoma"/>
              </a:rPr>
              <a:t> </a:t>
            </a:r>
            <a:r>
              <a:rPr sz="2200" spc="75" dirty="0">
                <a:solidFill>
                  <a:srgbClr val="494949"/>
                </a:solidFill>
                <a:latin typeface="Tahoma"/>
                <a:cs typeface="Tahoma"/>
              </a:rPr>
              <a:t>the</a:t>
            </a:r>
            <a:r>
              <a:rPr sz="2200" spc="-50" dirty="0">
                <a:solidFill>
                  <a:srgbClr val="494949"/>
                </a:solidFill>
                <a:latin typeface="Tahoma"/>
                <a:cs typeface="Tahoma"/>
              </a:rPr>
              <a:t> </a:t>
            </a:r>
            <a:r>
              <a:rPr sz="2200" spc="70" dirty="0">
                <a:solidFill>
                  <a:srgbClr val="494949"/>
                </a:solidFill>
                <a:latin typeface="Tahoma"/>
                <a:cs typeface="Tahoma"/>
              </a:rPr>
              <a:t>entire</a:t>
            </a:r>
            <a:r>
              <a:rPr sz="2200" spc="-60" dirty="0">
                <a:solidFill>
                  <a:srgbClr val="494949"/>
                </a:solidFill>
                <a:latin typeface="Tahoma"/>
                <a:cs typeface="Tahoma"/>
              </a:rPr>
              <a:t> </a:t>
            </a:r>
            <a:r>
              <a:rPr sz="2200" spc="75" dirty="0">
                <a:solidFill>
                  <a:srgbClr val="494949"/>
                </a:solidFill>
                <a:latin typeface="Tahoma"/>
                <a:cs typeface="Tahoma"/>
              </a:rPr>
              <a:t>data</a:t>
            </a:r>
            <a:r>
              <a:rPr sz="2200" spc="-60" dirty="0">
                <a:solidFill>
                  <a:srgbClr val="494949"/>
                </a:solidFill>
                <a:latin typeface="Tahoma"/>
                <a:cs typeface="Tahoma"/>
              </a:rPr>
              <a:t> </a:t>
            </a:r>
            <a:r>
              <a:rPr sz="2200" spc="25" dirty="0">
                <a:solidFill>
                  <a:srgbClr val="494949"/>
                </a:solidFill>
                <a:latin typeface="Tahoma"/>
                <a:cs typeface="Tahoma"/>
              </a:rPr>
              <a:t>set.</a:t>
            </a:r>
            <a:r>
              <a:rPr sz="2200" spc="-55" dirty="0">
                <a:solidFill>
                  <a:srgbClr val="494949"/>
                </a:solidFill>
                <a:latin typeface="Tahoma"/>
                <a:cs typeface="Tahoma"/>
              </a:rPr>
              <a:t> </a:t>
            </a:r>
            <a:r>
              <a:rPr sz="2200" spc="50" dirty="0">
                <a:solidFill>
                  <a:srgbClr val="494949"/>
                </a:solidFill>
                <a:latin typeface="Tahoma"/>
                <a:cs typeface="Tahoma"/>
              </a:rPr>
              <a:t>Each</a:t>
            </a:r>
            <a:r>
              <a:rPr sz="2200" spc="-55" dirty="0">
                <a:solidFill>
                  <a:srgbClr val="494949"/>
                </a:solidFill>
                <a:latin typeface="Tahoma"/>
                <a:cs typeface="Tahoma"/>
              </a:rPr>
              <a:t> </a:t>
            </a:r>
            <a:r>
              <a:rPr sz="2200" spc="85" dirty="0">
                <a:solidFill>
                  <a:srgbClr val="494949"/>
                </a:solidFill>
                <a:latin typeface="Tahoma"/>
                <a:cs typeface="Tahoma"/>
              </a:rPr>
              <a:t>decision</a:t>
            </a:r>
            <a:r>
              <a:rPr sz="2200" spc="-65" dirty="0">
                <a:solidFill>
                  <a:srgbClr val="494949"/>
                </a:solidFill>
                <a:latin typeface="Tahoma"/>
                <a:cs typeface="Tahoma"/>
              </a:rPr>
              <a:t> </a:t>
            </a:r>
            <a:r>
              <a:rPr sz="2200" spc="60" dirty="0">
                <a:solidFill>
                  <a:srgbClr val="494949"/>
                </a:solidFill>
                <a:latin typeface="Tahoma"/>
                <a:cs typeface="Tahoma"/>
              </a:rPr>
              <a:t>tree</a:t>
            </a:r>
            <a:r>
              <a:rPr sz="2200" spc="-60" dirty="0">
                <a:solidFill>
                  <a:srgbClr val="494949"/>
                </a:solidFill>
                <a:latin typeface="Tahoma"/>
                <a:cs typeface="Tahoma"/>
              </a:rPr>
              <a:t> </a:t>
            </a:r>
            <a:r>
              <a:rPr sz="2200" spc="70" dirty="0">
                <a:solidFill>
                  <a:srgbClr val="494949"/>
                </a:solidFill>
                <a:latin typeface="Tahoma"/>
                <a:cs typeface="Tahoma"/>
              </a:rPr>
              <a:t>predicts</a:t>
            </a:r>
            <a:r>
              <a:rPr sz="2200" spc="-60" dirty="0">
                <a:solidFill>
                  <a:srgbClr val="494949"/>
                </a:solidFill>
                <a:latin typeface="Tahoma"/>
                <a:cs typeface="Tahoma"/>
              </a:rPr>
              <a:t> </a:t>
            </a:r>
            <a:r>
              <a:rPr sz="2200" spc="75" dirty="0">
                <a:solidFill>
                  <a:srgbClr val="494949"/>
                </a:solidFill>
                <a:latin typeface="Tahoma"/>
                <a:cs typeface="Tahoma"/>
              </a:rPr>
              <a:t>the</a:t>
            </a:r>
            <a:r>
              <a:rPr sz="2200" spc="-55" dirty="0">
                <a:solidFill>
                  <a:srgbClr val="494949"/>
                </a:solidFill>
                <a:latin typeface="Tahoma"/>
                <a:cs typeface="Tahoma"/>
              </a:rPr>
              <a:t> </a:t>
            </a:r>
            <a:r>
              <a:rPr sz="2200" spc="100" dirty="0">
                <a:solidFill>
                  <a:srgbClr val="494949"/>
                </a:solidFill>
                <a:latin typeface="Tahoma"/>
                <a:cs typeface="Tahoma"/>
              </a:rPr>
              <a:t>outcome </a:t>
            </a:r>
            <a:r>
              <a:rPr sz="2200" spc="-675" dirty="0">
                <a:solidFill>
                  <a:srgbClr val="494949"/>
                </a:solidFill>
                <a:latin typeface="Tahoma"/>
                <a:cs typeface="Tahoma"/>
              </a:rPr>
              <a:t> </a:t>
            </a:r>
            <a:r>
              <a:rPr sz="2200" spc="90" dirty="0">
                <a:solidFill>
                  <a:srgbClr val="494949"/>
                </a:solidFill>
                <a:latin typeface="Tahoma"/>
                <a:cs typeface="Tahoma"/>
              </a:rPr>
              <a:t>based</a:t>
            </a:r>
            <a:r>
              <a:rPr sz="2200" spc="-60" dirty="0">
                <a:solidFill>
                  <a:srgbClr val="494949"/>
                </a:solidFill>
                <a:latin typeface="Tahoma"/>
                <a:cs typeface="Tahoma"/>
              </a:rPr>
              <a:t> </a:t>
            </a:r>
            <a:r>
              <a:rPr sz="2200" spc="130" dirty="0">
                <a:solidFill>
                  <a:srgbClr val="494949"/>
                </a:solidFill>
                <a:latin typeface="Tahoma"/>
                <a:cs typeface="Tahoma"/>
              </a:rPr>
              <a:t>on</a:t>
            </a:r>
            <a:r>
              <a:rPr sz="2200" spc="-60" dirty="0">
                <a:solidFill>
                  <a:srgbClr val="494949"/>
                </a:solidFill>
                <a:latin typeface="Tahoma"/>
                <a:cs typeface="Tahoma"/>
              </a:rPr>
              <a:t> </a:t>
            </a:r>
            <a:r>
              <a:rPr sz="2200" spc="80" dirty="0">
                <a:solidFill>
                  <a:srgbClr val="494949"/>
                </a:solidFill>
                <a:latin typeface="Tahoma"/>
                <a:cs typeface="Tahoma"/>
              </a:rPr>
              <a:t>the</a:t>
            </a:r>
            <a:r>
              <a:rPr sz="2200" spc="-50" dirty="0">
                <a:solidFill>
                  <a:srgbClr val="494949"/>
                </a:solidFill>
                <a:latin typeface="Tahoma"/>
                <a:cs typeface="Tahoma"/>
              </a:rPr>
              <a:t> </a:t>
            </a:r>
            <a:r>
              <a:rPr sz="2200" spc="60" dirty="0">
                <a:solidFill>
                  <a:srgbClr val="494949"/>
                </a:solidFill>
                <a:latin typeface="Tahoma"/>
                <a:cs typeface="Tahoma"/>
              </a:rPr>
              <a:t>respective</a:t>
            </a:r>
            <a:r>
              <a:rPr sz="2200" spc="-60" dirty="0">
                <a:solidFill>
                  <a:srgbClr val="494949"/>
                </a:solidFill>
                <a:latin typeface="Tahoma"/>
                <a:cs typeface="Tahoma"/>
              </a:rPr>
              <a:t> </a:t>
            </a:r>
            <a:r>
              <a:rPr sz="2200" spc="80" dirty="0">
                <a:solidFill>
                  <a:srgbClr val="494949"/>
                </a:solidFill>
                <a:latin typeface="Tahoma"/>
                <a:cs typeface="Tahoma"/>
              </a:rPr>
              <a:t>predictor</a:t>
            </a:r>
            <a:r>
              <a:rPr sz="2200" spc="-50" dirty="0">
                <a:solidFill>
                  <a:srgbClr val="494949"/>
                </a:solidFill>
                <a:latin typeface="Tahoma"/>
                <a:cs typeface="Tahoma"/>
              </a:rPr>
              <a:t> </a:t>
            </a:r>
            <a:r>
              <a:rPr sz="2200" spc="70" dirty="0">
                <a:solidFill>
                  <a:srgbClr val="494949"/>
                </a:solidFill>
                <a:latin typeface="Tahoma"/>
                <a:cs typeface="Tahoma"/>
              </a:rPr>
              <a:t>variables</a:t>
            </a:r>
            <a:r>
              <a:rPr sz="2200" spc="-50" dirty="0">
                <a:solidFill>
                  <a:srgbClr val="494949"/>
                </a:solidFill>
                <a:latin typeface="Tahoma"/>
                <a:cs typeface="Tahoma"/>
              </a:rPr>
              <a:t> </a:t>
            </a:r>
            <a:r>
              <a:rPr sz="2200" spc="100" dirty="0">
                <a:solidFill>
                  <a:srgbClr val="494949"/>
                </a:solidFill>
                <a:latin typeface="Tahoma"/>
                <a:cs typeface="Tahoma"/>
              </a:rPr>
              <a:t>used</a:t>
            </a:r>
            <a:r>
              <a:rPr sz="2200" spc="-45" dirty="0">
                <a:solidFill>
                  <a:srgbClr val="494949"/>
                </a:solidFill>
                <a:latin typeface="Tahoma"/>
                <a:cs typeface="Tahoma"/>
              </a:rPr>
              <a:t> </a:t>
            </a:r>
            <a:r>
              <a:rPr sz="2200" spc="90" dirty="0">
                <a:solidFill>
                  <a:srgbClr val="494949"/>
                </a:solidFill>
                <a:latin typeface="Tahoma"/>
                <a:cs typeface="Tahoma"/>
              </a:rPr>
              <a:t>in</a:t>
            </a:r>
            <a:r>
              <a:rPr sz="2200" spc="-55" dirty="0">
                <a:solidFill>
                  <a:srgbClr val="494949"/>
                </a:solidFill>
                <a:latin typeface="Tahoma"/>
                <a:cs typeface="Tahoma"/>
              </a:rPr>
              <a:t> </a:t>
            </a:r>
            <a:r>
              <a:rPr sz="2200" spc="65" dirty="0">
                <a:solidFill>
                  <a:srgbClr val="494949"/>
                </a:solidFill>
                <a:latin typeface="Tahoma"/>
                <a:cs typeface="Tahoma"/>
              </a:rPr>
              <a:t>that</a:t>
            </a:r>
            <a:r>
              <a:rPr sz="2200" spc="-55" dirty="0">
                <a:solidFill>
                  <a:srgbClr val="494949"/>
                </a:solidFill>
                <a:latin typeface="Tahoma"/>
                <a:cs typeface="Tahoma"/>
              </a:rPr>
              <a:t> </a:t>
            </a:r>
            <a:r>
              <a:rPr sz="2200" spc="60" dirty="0">
                <a:solidFill>
                  <a:srgbClr val="494949"/>
                </a:solidFill>
                <a:latin typeface="Tahoma"/>
                <a:cs typeface="Tahoma"/>
              </a:rPr>
              <a:t>tree</a:t>
            </a:r>
            <a:r>
              <a:rPr sz="2200" spc="-50" dirty="0">
                <a:solidFill>
                  <a:srgbClr val="494949"/>
                </a:solidFill>
                <a:latin typeface="Tahoma"/>
                <a:cs typeface="Tahoma"/>
              </a:rPr>
              <a:t> </a:t>
            </a:r>
            <a:r>
              <a:rPr sz="2200" spc="105" dirty="0">
                <a:solidFill>
                  <a:srgbClr val="494949"/>
                </a:solidFill>
                <a:latin typeface="Tahoma"/>
                <a:cs typeface="Tahoma"/>
              </a:rPr>
              <a:t>and</a:t>
            </a:r>
            <a:r>
              <a:rPr sz="2200" spc="-45" dirty="0">
                <a:solidFill>
                  <a:srgbClr val="494949"/>
                </a:solidFill>
                <a:latin typeface="Tahoma"/>
                <a:cs typeface="Tahoma"/>
              </a:rPr>
              <a:t> </a:t>
            </a:r>
            <a:r>
              <a:rPr sz="2200" spc="60" dirty="0">
                <a:solidFill>
                  <a:srgbClr val="494949"/>
                </a:solidFill>
                <a:latin typeface="Tahoma"/>
                <a:cs typeface="Tahoma"/>
              </a:rPr>
              <a:t>finally</a:t>
            </a:r>
            <a:r>
              <a:rPr sz="2200" spc="-45" dirty="0">
                <a:solidFill>
                  <a:srgbClr val="494949"/>
                </a:solidFill>
                <a:latin typeface="Tahoma"/>
                <a:cs typeface="Tahoma"/>
              </a:rPr>
              <a:t> </a:t>
            </a:r>
            <a:r>
              <a:rPr sz="2200" spc="50" dirty="0">
                <a:solidFill>
                  <a:srgbClr val="494949"/>
                </a:solidFill>
                <a:latin typeface="Tahoma"/>
                <a:cs typeface="Tahoma"/>
              </a:rPr>
              <a:t>takes </a:t>
            </a:r>
            <a:r>
              <a:rPr sz="2200" spc="-675" dirty="0">
                <a:solidFill>
                  <a:srgbClr val="494949"/>
                </a:solidFill>
                <a:latin typeface="Tahoma"/>
                <a:cs typeface="Tahoma"/>
              </a:rPr>
              <a:t> </a:t>
            </a:r>
            <a:r>
              <a:rPr sz="2200" spc="75" dirty="0">
                <a:solidFill>
                  <a:srgbClr val="494949"/>
                </a:solidFill>
                <a:latin typeface="Tahoma"/>
                <a:cs typeface="Tahoma"/>
              </a:rPr>
              <a:t>the</a:t>
            </a:r>
            <a:r>
              <a:rPr sz="2200" spc="-120" dirty="0">
                <a:solidFill>
                  <a:srgbClr val="494949"/>
                </a:solidFill>
                <a:latin typeface="Tahoma"/>
                <a:cs typeface="Tahoma"/>
              </a:rPr>
              <a:t> </a:t>
            </a:r>
            <a:r>
              <a:rPr sz="2200" spc="45" dirty="0">
                <a:solidFill>
                  <a:srgbClr val="494949"/>
                </a:solidFill>
                <a:latin typeface="Tahoma"/>
                <a:cs typeface="Tahoma"/>
              </a:rPr>
              <a:t>average</a:t>
            </a:r>
            <a:r>
              <a:rPr sz="2200" spc="-114" dirty="0">
                <a:solidFill>
                  <a:srgbClr val="494949"/>
                </a:solidFill>
                <a:latin typeface="Tahoma"/>
                <a:cs typeface="Tahoma"/>
              </a:rPr>
              <a:t> </a:t>
            </a:r>
            <a:r>
              <a:rPr sz="2200" spc="90" dirty="0">
                <a:solidFill>
                  <a:srgbClr val="494949"/>
                </a:solidFill>
                <a:latin typeface="Tahoma"/>
                <a:cs typeface="Tahoma"/>
              </a:rPr>
              <a:t>of</a:t>
            </a:r>
            <a:r>
              <a:rPr sz="2200" spc="-114" dirty="0">
                <a:solidFill>
                  <a:srgbClr val="494949"/>
                </a:solidFill>
                <a:latin typeface="Tahoma"/>
                <a:cs typeface="Tahoma"/>
              </a:rPr>
              <a:t> </a:t>
            </a:r>
            <a:r>
              <a:rPr sz="2200" spc="75" dirty="0">
                <a:solidFill>
                  <a:srgbClr val="494949"/>
                </a:solidFill>
                <a:latin typeface="Tahoma"/>
                <a:cs typeface="Tahoma"/>
              </a:rPr>
              <a:t>the</a:t>
            </a:r>
            <a:r>
              <a:rPr sz="2200" spc="-114" dirty="0">
                <a:solidFill>
                  <a:srgbClr val="494949"/>
                </a:solidFill>
                <a:latin typeface="Tahoma"/>
                <a:cs typeface="Tahoma"/>
              </a:rPr>
              <a:t> </a:t>
            </a:r>
            <a:r>
              <a:rPr sz="2200" spc="65" dirty="0">
                <a:solidFill>
                  <a:srgbClr val="494949"/>
                </a:solidFill>
                <a:latin typeface="Tahoma"/>
                <a:cs typeface="Tahoma"/>
              </a:rPr>
              <a:t>results</a:t>
            </a:r>
            <a:r>
              <a:rPr sz="2200" spc="-110" dirty="0">
                <a:solidFill>
                  <a:srgbClr val="494949"/>
                </a:solidFill>
                <a:latin typeface="Tahoma"/>
                <a:cs typeface="Tahoma"/>
              </a:rPr>
              <a:t> </a:t>
            </a:r>
            <a:r>
              <a:rPr sz="2200" spc="110" dirty="0">
                <a:solidFill>
                  <a:srgbClr val="494949"/>
                </a:solidFill>
                <a:latin typeface="Tahoma"/>
                <a:cs typeface="Tahoma"/>
              </a:rPr>
              <a:t>from</a:t>
            </a:r>
            <a:r>
              <a:rPr sz="2200" spc="-114" dirty="0">
                <a:solidFill>
                  <a:srgbClr val="494949"/>
                </a:solidFill>
                <a:latin typeface="Tahoma"/>
                <a:cs typeface="Tahoma"/>
              </a:rPr>
              <a:t> </a:t>
            </a:r>
            <a:r>
              <a:rPr sz="2200" spc="55" dirty="0">
                <a:solidFill>
                  <a:srgbClr val="494949"/>
                </a:solidFill>
                <a:latin typeface="Tahoma"/>
                <a:cs typeface="Tahoma"/>
              </a:rPr>
              <a:t>all</a:t>
            </a:r>
            <a:r>
              <a:rPr sz="2200" spc="-100" dirty="0">
                <a:solidFill>
                  <a:srgbClr val="494949"/>
                </a:solidFill>
                <a:latin typeface="Tahoma"/>
                <a:cs typeface="Tahoma"/>
              </a:rPr>
              <a:t> </a:t>
            </a:r>
            <a:r>
              <a:rPr sz="2200" spc="75" dirty="0">
                <a:solidFill>
                  <a:srgbClr val="494949"/>
                </a:solidFill>
                <a:latin typeface="Tahoma"/>
                <a:cs typeface="Tahoma"/>
              </a:rPr>
              <a:t>the</a:t>
            </a:r>
            <a:r>
              <a:rPr sz="2200" spc="-120" dirty="0">
                <a:solidFill>
                  <a:srgbClr val="494949"/>
                </a:solidFill>
                <a:latin typeface="Tahoma"/>
                <a:cs typeface="Tahoma"/>
              </a:rPr>
              <a:t> </a:t>
            </a:r>
            <a:r>
              <a:rPr sz="2200" spc="85" dirty="0">
                <a:solidFill>
                  <a:srgbClr val="494949"/>
                </a:solidFill>
                <a:latin typeface="Tahoma"/>
                <a:cs typeface="Tahoma"/>
              </a:rPr>
              <a:t>decision</a:t>
            </a:r>
            <a:r>
              <a:rPr sz="2200" spc="-100" dirty="0">
                <a:solidFill>
                  <a:srgbClr val="494949"/>
                </a:solidFill>
                <a:latin typeface="Tahoma"/>
                <a:cs typeface="Tahoma"/>
              </a:rPr>
              <a:t> </a:t>
            </a:r>
            <a:r>
              <a:rPr sz="2200" spc="60" dirty="0">
                <a:solidFill>
                  <a:srgbClr val="494949"/>
                </a:solidFill>
                <a:latin typeface="Tahoma"/>
                <a:cs typeface="Tahoma"/>
              </a:rPr>
              <a:t>trees</a:t>
            </a:r>
            <a:r>
              <a:rPr sz="2200" spc="-114" dirty="0">
                <a:solidFill>
                  <a:srgbClr val="494949"/>
                </a:solidFill>
                <a:latin typeface="Tahoma"/>
                <a:cs typeface="Tahoma"/>
              </a:rPr>
              <a:t> </a:t>
            </a:r>
            <a:r>
              <a:rPr sz="2200" spc="85" dirty="0">
                <a:solidFill>
                  <a:srgbClr val="494949"/>
                </a:solidFill>
                <a:latin typeface="Tahoma"/>
                <a:cs typeface="Tahoma"/>
              </a:rPr>
              <a:t>in</a:t>
            </a:r>
            <a:r>
              <a:rPr sz="2200" spc="-114" dirty="0">
                <a:solidFill>
                  <a:srgbClr val="494949"/>
                </a:solidFill>
                <a:latin typeface="Tahoma"/>
                <a:cs typeface="Tahoma"/>
              </a:rPr>
              <a:t> </a:t>
            </a:r>
            <a:r>
              <a:rPr sz="2200" spc="75" dirty="0">
                <a:solidFill>
                  <a:srgbClr val="494949"/>
                </a:solidFill>
                <a:latin typeface="Tahoma"/>
                <a:cs typeface="Tahoma"/>
              </a:rPr>
              <a:t>the</a:t>
            </a:r>
            <a:r>
              <a:rPr sz="2200" spc="-105" dirty="0">
                <a:solidFill>
                  <a:srgbClr val="494949"/>
                </a:solidFill>
                <a:latin typeface="Tahoma"/>
                <a:cs typeface="Tahoma"/>
              </a:rPr>
              <a:t> </a:t>
            </a:r>
            <a:r>
              <a:rPr sz="2200" spc="114" dirty="0">
                <a:solidFill>
                  <a:srgbClr val="494949"/>
                </a:solidFill>
                <a:latin typeface="Tahoma"/>
                <a:cs typeface="Tahoma"/>
              </a:rPr>
              <a:t>random</a:t>
            </a:r>
            <a:r>
              <a:rPr sz="2200" spc="-120" dirty="0">
                <a:solidFill>
                  <a:srgbClr val="494949"/>
                </a:solidFill>
                <a:latin typeface="Tahoma"/>
                <a:cs typeface="Tahoma"/>
              </a:rPr>
              <a:t> </a:t>
            </a:r>
            <a:r>
              <a:rPr sz="2200" spc="45" dirty="0">
                <a:solidFill>
                  <a:srgbClr val="494949"/>
                </a:solidFill>
                <a:latin typeface="Tahoma"/>
                <a:cs typeface="Tahoma"/>
              </a:rPr>
              <a:t>forest.</a:t>
            </a:r>
            <a:endParaRPr sz="2200" dirty="0">
              <a:latin typeface="Tahoma"/>
              <a:cs typeface="Tahoma"/>
            </a:endParaRPr>
          </a:p>
          <a:p>
            <a:pPr marL="241300" marR="6350" indent="-228600" algn="just">
              <a:lnSpc>
                <a:spcPts val="2380"/>
              </a:lnSpc>
              <a:spcBef>
                <a:spcPts val="1035"/>
              </a:spcBef>
              <a:buFont typeface="Arial MT"/>
              <a:buChar char="•"/>
              <a:tabLst>
                <a:tab pos="241300" algn="l"/>
              </a:tabLst>
            </a:pPr>
            <a:r>
              <a:rPr sz="2200" spc="-45" dirty="0">
                <a:solidFill>
                  <a:srgbClr val="494949"/>
                </a:solidFill>
                <a:latin typeface="Tahoma"/>
                <a:cs typeface="Tahoma"/>
              </a:rPr>
              <a:t>In </a:t>
            </a:r>
            <a:r>
              <a:rPr sz="2200" spc="95" dirty="0">
                <a:solidFill>
                  <a:srgbClr val="494949"/>
                </a:solidFill>
                <a:latin typeface="Tahoma"/>
                <a:cs typeface="Tahoma"/>
              </a:rPr>
              <a:t>simple </a:t>
            </a:r>
            <a:r>
              <a:rPr sz="2200" spc="55" dirty="0">
                <a:solidFill>
                  <a:srgbClr val="494949"/>
                </a:solidFill>
                <a:latin typeface="Tahoma"/>
                <a:cs typeface="Tahoma"/>
              </a:rPr>
              <a:t>words, </a:t>
            </a:r>
            <a:r>
              <a:rPr sz="2200" spc="60" dirty="0">
                <a:solidFill>
                  <a:srgbClr val="494949"/>
                </a:solidFill>
                <a:latin typeface="Tahoma"/>
                <a:cs typeface="Tahoma"/>
              </a:rPr>
              <a:t>after </a:t>
            </a:r>
            <a:r>
              <a:rPr sz="2200" spc="50" dirty="0">
                <a:solidFill>
                  <a:srgbClr val="494949"/>
                </a:solidFill>
                <a:latin typeface="Tahoma"/>
                <a:cs typeface="Tahoma"/>
              </a:rPr>
              <a:t>creating </a:t>
            </a:r>
            <a:r>
              <a:rPr sz="2200" spc="85" dirty="0">
                <a:solidFill>
                  <a:srgbClr val="494949"/>
                </a:solidFill>
                <a:latin typeface="Tahoma"/>
                <a:cs typeface="Tahoma"/>
              </a:rPr>
              <a:t>multiple </a:t>
            </a:r>
            <a:r>
              <a:rPr sz="2200" spc="80" dirty="0">
                <a:solidFill>
                  <a:srgbClr val="494949"/>
                </a:solidFill>
                <a:latin typeface="Tahoma"/>
                <a:cs typeface="Tahoma"/>
              </a:rPr>
              <a:t>Decision </a:t>
            </a:r>
            <a:r>
              <a:rPr sz="2200" spc="60" dirty="0">
                <a:solidFill>
                  <a:srgbClr val="494949"/>
                </a:solidFill>
                <a:latin typeface="Tahoma"/>
                <a:cs typeface="Tahoma"/>
              </a:rPr>
              <a:t>trees </a:t>
            </a:r>
            <a:r>
              <a:rPr sz="2200" spc="70" dirty="0">
                <a:solidFill>
                  <a:srgbClr val="494949"/>
                </a:solidFill>
                <a:latin typeface="Tahoma"/>
                <a:cs typeface="Tahoma"/>
              </a:rPr>
              <a:t>using </a:t>
            </a:r>
            <a:r>
              <a:rPr sz="2200" spc="65" dirty="0">
                <a:solidFill>
                  <a:srgbClr val="494949"/>
                </a:solidFill>
                <a:latin typeface="Tahoma"/>
                <a:cs typeface="Tahoma"/>
              </a:rPr>
              <a:t>this </a:t>
            </a:r>
            <a:r>
              <a:rPr sz="2200" spc="80" dirty="0">
                <a:solidFill>
                  <a:srgbClr val="494949"/>
                </a:solidFill>
                <a:latin typeface="Tahoma"/>
                <a:cs typeface="Tahoma"/>
              </a:rPr>
              <a:t>method, </a:t>
            </a:r>
            <a:r>
              <a:rPr sz="2200" spc="85" dirty="0">
                <a:solidFill>
                  <a:srgbClr val="494949"/>
                </a:solidFill>
                <a:latin typeface="Tahoma"/>
                <a:cs typeface="Tahoma"/>
              </a:rPr>
              <a:t> </a:t>
            </a:r>
            <a:r>
              <a:rPr sz="2200" spc="70" dirty="0">
                <a:solidFill>
                  <a:srgbClr val="494949"/>
                </a:solidFill>
                <a:latin typeface="Tahoma"/>
                <a:cs typeface="Tahoma"/>
              </a:rPr>
              <a:t>each</a:t>
            </a:r>
            <a:r>
              <a:rPr sz="2200" spc="-35" dirty="0">
                <a:solidFill>
                  <a:srgbClr val="494949"/>
                </a:solidFill>
                <a:latin typeface="Tahoma"/>
                <a:cs typeface="Tahoma"/>
              </a:rPr>
              <a:t> </a:t>
            </a:r>
            <a:r>
              <a:rPr sz="2200" spc="60" dirty="0">
                <a:solidFill>
                  <a:srgbClr val="494949"/>
                </a:solidFill>
                <a:latin typeface="Tahoma"/>
                <a:cs typeface="Tahoma"/>
              </a:rPr>
              <a:t>tree</a:t>
            </a:r>
            <a:r>
              <a:rPr sz="2200" spc="-50" dirty="0">
                <a:solidFill>
                  <a:srgbClr val="494949"/>
                </a:solidFill>
                <a:latin typeface="Tahoma"/>
                <a:cs typeface="Tahoma"/>
              </a:rPr>
              <a:t> </a:t>
            </a:r>
            <a:r>
              <a:rPr sz="2200" spc="55" dirty="0">
                <a:solidFill>
                  <a:srgbClr val="494949"/>
                </a:solidFill>
                <a:latin typeface="Tahoma"/>
                <a:cs typeface="Tahoma"/>
              </a:rPr>
              <a:t>selects</a:t>
            </a:r>
            <a:r>
              <a:rPr sz="2200" spc="-45" dirty="0">
                <a:solidFill>
                  <a:srgbClr val="494949"/>
                </a:solidFill>
                <a:latin typeface="Tahoma"/>
                <a:cs typeface="Tahoma"/>
              </a:rPr>
              <a:t> </a:t>
            </a:r>
            <a:r>
              <a:rPr sz="2200" spc="120" dirty="0">
                <a:solidFill>
                  <a:srgbClr val="494949"/>
                </a:solidFill>
                <a:latin typeface="Tahoma"/>
                <a:cs typeface="Tahoma"/>
              </a:rPr>
              <a:t>or</a:t>
            </a:r>
            <a:r>
              <a:rPr sz="2200" spc="-45" dirty="0">
                <a:solidFill>
                  <a:srgbClr val="494949"/>
                </a:solidFill>
                <a:latin typeface="Tahoma"/>
                <a:cs typeface="Tahoma"/>
              </a:rPr>
              <a:t> </a:t>
            </a:r>
            <a:r>
              <a:rPr sz="2200" spc="65" dirty="0">
                <a:solidFill>
                  <a:srgbClr val="494949"/>
                </a:solidFill>
                <a:latin typeface="Tahoma"/>
                <a:cs typeface="Tahoma"/>
              </a:rPr>
              <a:t>votes</a:t>
            </a:r>
            <a:r>
              <a:rPr sz="2200" spc="-50" dirty="0">
                <a:solidFill>
                  <a:srgbClr val="494949"/>
                </a:solidFill>
                <a:latin typeface="Tahoma"/>
                <a:cs typeface="Tahoma"/>
              </a:rPr>
              <a:t> </a:t>
            </a:r>
            <a:r>
              <a:rPr sz="2200" spc="75" dirty="0">
                <a:solidFill>
                  <a:srgbClr val="494949"/>
                </a:solidFill>
                <a:latin typeface="Tahoma"/>
                <a:cs typeface="Tahoma"/>
              </a:rPr>
              <a:t>the</a:t>
            </a:r>
            <a:r>
              <a:rPr sz="2200" spc="-45" dirty="0">
                <a:solidFill>
                  <a:srgbClr val="494949"/>
                </a:solidFill>
                <a:latin typeface="Tahoma"/>
                <a:cs typeface="Tahoma"/>
              </a:rPr>
              <a:t> </a:t>
            </a:r>
            <a:r>
              <a:rPr sz="2200" spc="55" dirty="0">
                <a:solidFill>
                  <a:srgbClr val="494949"/>
                </a:solidFill>
                <a:latin typeface="Tahoma"/>
                <a:cs typeface="Tahoma"/>
              </a:rPr>
              <a:t>class</a:t>
            </a:r>
            <a:r>
              <a:rPr sz="2200" spc="-35" dirty="0">
                <a:solidFill>
                  <a:srgbClr val="494949"/>
                </a:solidFill>
                <a:latin typeface="Tahoma"/>
                <a:cs typeface="Tahoma"/>
              </a:rPr>
              <a:t> </a:t>
            </a:r>
            <a:r>
              <a:rPr sz="2200" spc="-5" dirty="0">
                <a:solidFill>
                  <a:srgbClr val="494949"/>
                </a:solidFill>
                <a:latin typeface="Tahoma"/>
                <a:cs typeface="Tahoma"/>
              </a:rPr>
              <a:t>(in</a:t>
            </a:r>
            <a:r>
              <a:rPr sz="2200" spc="-40" dirty="0">
                <a:solidFill>
                  <a:srgbClr val="494949"/>
                </a:solidFill>
                <a:latin typeface="Tahoma"/>
                <a:cs typeface="Tahoma"/>
              </a:rPr>
              <a:t> </a:t>
            </a:r>
            <a:r>
              <a:rPr sz="2200" spc="70" dirty="0">
                <a:solidFill>
                  <a:srgbClr val="494949"/>
                </a:solidFill>
                <a:latin typeface="Tahoma"/>
                <a:cs typeface="Tahoma"/>
              </a:rPr>
              <a:t>this</a:t>
            </a:r>
            <a:r>
              <a:rPr sz="2200" spc="-45" dirty="0">
                <a:solidFill>
                  <a:srgbClr val="494949"/>
                </a:solidFill>
                <a:latin typeface="Tahoma"/>
                <a:cs typeface="Tahoma"/>
              </a:rPr>
              <a:t> </a:t>
            </a:r>
            <a:r>
              <a:rPr sz="2200" spc="55" dirty="0">
                <a:solidFill>
                  <a:srgbClr val="494949"/>
                </a:solidFill>
                <a:latin typeface="Tahoma"/>
                <a:cs typeface="Tahoma"/>
              </a:rPr>
              <a:t>case</a:t>
            </a:r>
            <a:r>
              <a:rPr sz="2200" spc="-40" dirty="0">
                <a:solidFill>
                  <a:srgbClr val="494949"/>
                </a:solidFill>
                <a:latin typeface="Tahoma"/>
                <a:cs typeface="Tahoma"/>
              </a:rPr>
              <a:t> </a:t>
            </a:r>
            <a:r>
              <a:rPr sz="2200" spc="75" dirty="0">
                <a:solidFill>
                  <a:srgbClr val="494949"/>
                </a:solidFill>
                <a:latin typeface="Tahoma"/>
                <a:cs typeface="Tahoma"/>
              </a:rPr>
              <a:t>the</a:t>
            </a:r>
            <a:r>
              <a:rPr sz="2200" spc="-45" dirty="0">
                <a:solidFill>
                  <a:srgbClr val="494949"/>
                </a:solidFill>
                <a:latin typeface="Tahoma"/>
                <a:cs typeface="Tahoma"/>
              </a:rPr>
              <a:t> </a:t>
            </a:r>
            <a:r>
              <a:rPr sz="2200" spc="80" dirty="0">
                <a:solidFill>
                  <a:srgbClr val="494949"/>
                </a:solidFill>
                <a:latin typeface="Tahoma"/>
                <a:cs typeface="Tahoma"/>
              </a:rPr>
              <a:t>decision</a:t>
            </a:r>
            <a:r>
              <a:rPr sz="2200" spc="-40" dirty="0">
                <a:solidFill>
                  <a:srgbClr val="494949"/>
                </a:solidFill>
                <a:latin typeface="Tahoma"/>
                <a:cs typeface="Tahoma"/>
              </a:rPr>
              <a:t> </a:t>
            </a:r>
            <a:r>
              <a:rPr sz="2200" spc="60" dirty="0">
                <a:solidFill>
                  <a:srgbClr val="494949"/>
                </a:solidFill>
                <a:latin typeface="Tahoma"/>
                <a:cs typeface="Tahoma"/>
              </a:rPr>
              <a:t>trees</a:t>
            </a:r>
            <a:r>
              <a:rPr sz="2200" spc="-40" dirty="0">
                <a:solidFill>
                  <a:srgbClr val="494949"/>
                </a:solidFill>
                <a:latin typeface="Tahoma"/>
                <a:cs typeface="Tahoma"/>
              </a:rPr>
              <a:t> </a:t>
            </a:r>
            <a:r>
              <a:rPr sz="2200" spc="60" dirty="0">
                <a:solidFill>
                  <a:srgbClr val="494949"/>
                </a:solidFill>
                <a:latin typeface="Tahoma"/>
                <a:cs typeface="Tahoma"/>
              </a:rPr>
              <a:t>will</a:t>
            </a:r>
            <a:r>
              <a:rPr sz="2200" spc="-40" dirty="0">
                <a:solidFill>
                  <a:srgbClr val="494949"/>
                </a:solidFill>
                <a:latin typeface="Tahoma"/>
                <a:cs typeface="Tahoma"/>
              </a:rPr>
              <a:t> </a:t>
            </a:r>
            <a:r>
              <a:rPr sz="2200" spc="90" dirty="0">
                <a:solidFill>
                  <a:srgbClr val="494949"/>
                </a:solidFill>
                <a:latin typeface="Tahoma"/>
                <a:cs typeface="Tahoma"/>
              </a:rPr>
              <a:t>choose </a:t>
            </a:r>
            <a:r>
              <a:rPr sz="2200" spc="-675" dirty="0">
                <a:solidFill>
                  <a:srgbClr val="494949"/>
                </a:solidFill>
                <a:latin typeface="Tahoma"/>
                <a:cs typeface="Tahoma"/>
              </a:rPr>
              <a:t> </a:t>
            </a:r>
            <a:r>
              <a:rPr sz="2200" spc="90" dirty="0">
                <a:solidFill>
                  <a:srgbClr val="494949"/>
                </a:solidFill>
                <a:latin typeface="Tahoma"/>
                <a:cs typeface="Tahoma"/>
              </a:rPr>
              <a:t>whether</a:t>
            </a:r>
            <a:r>
              <a:rPr sz="2200" spc="5" dirty="0">
                <a:solidFill>
                  <a:srgbClr val="494949"/>
                </a:solidFill>
                <a:latin typeface="Tahoma"/>
                <a:cs typeface="Tahoma"/>
              </a:rPr>
              <a:t> </a:t>
            </a:r>
            <a:r>
              <a:rPr sz="2200" spc="114" dirty="0">
                <a:solidFill>
                  <a:srgbClr val="494949"/>
                </a:solidFill>
                <a:latin typeface="Tahoma"/>
                <a:cs typeface="Tahoma"/>
              </a:rPr>
              <a:t>or</a:t>
            </a:r>
            <a:r>
              <a:rPr sz="2200" spc="10" dirty="0">
                <a:solidFill>
                  <a:srgbClr val="494949"/>
                </a:solidFill>
                <a:latin typeface="Tahoma"/>
                <a:cs typeface="Tahoma"/>
              </a:rPr>
              <a:t> </a:t>
            </a:r>
            <a:r>
              <a:rPr sz="2200" spc="100" dirty="0">
                <a:solidFill>
                  <a:srgbClr val="494949"/>
                </a:solidFill>
                <a:latin typeface="Tahoma"/>
                <a:cs typeface="Tahoma"/>
              </a:rPr>
              <a:t>not</a:t>
            </a:r>
            <a:r>
              <a:rPr sz="2200" dirty="0">
                <a:solidFill>
                  <a:srgbClr val="494949"/>
                </a:solidFill>
                <a:latin typeface="Tahoma"/>
                <a:cs typeface="Tahoma"/>
              </a:rPr>
              <a:t> </a:t>
            </a:r>
            <a:r>
              <a:rPr sz="2200" spc="65" dirty="0">
                <a:solidFill>
                  <a:srgbClr val="494949"/>
                </a:solidFill>
                <a:latin typeface="Tahoma"/>
                <a:cs typeface="Tahoma"/>
              </a:rPr>
              <a:t>a</a:t>
            </a:r>
            <a:r>
              <a:rPr sz="2200" spc="10" dirty="0">
                <a:solidFill>
                  <a:srgbClr val="494949"/>
                </a:solidFill>
                <a:latin typeface="Tahoma"/>
                <a:cs typeface="Tahoma"/>
              </a:rPr>
              <a:t> </a:t>
            </a:r>
            <a:r>
              <a:rPr sz="2200" spc="100" dirty="0">
                <a:solidFill>
                  <a:srgbClr val="494949"/>
                </a:solidFill>
                <a:latin typeface="Tahoma"/>
                <a:cs typeface="Tahoma"/>
              </a:rPr>
              <a:t>house</a:t>
            </a:r>
            <a:r>
              <a:rPr sz="2200" spc="5" dirty="0">
                <a:solidFill>
                  <a:srgbClr val="494949"/>
                </a:solidFill>
                <a:latin typeface="Tahoma"/>
                <a:cs typeface="Tahoma"/>
              </a:rPr>
              <a:t> </a:t>
            </a:r>
            <a:r>
              <a:rPr sz="2200" spc="60" dirty="0">
                <a:solidFill>
                  <a:srgbClr val="494949"/>
                </a:solidFill>
                <a:latin typeface="Tahoma"/>
                <a:cs typeface="Tahoma"/>
              </a:rPr>
              <a:t>is</a:t>
            </a:r>
            <a:r>
              <a:rPr sz="2200" spc="25" dirty="0">
                <a:solidFill>
                  <a:srgbClr val="494949"/>
                </a:solidFill>
                <a:latin typeface="Tahoma"/>
                <a:cs typeface="Tahoma"/>
              </a:rPr>
              <a:t> bought),</a:t>
            </a:r>
            <a:r>
              <a:rPr sz="2200" spc="5" dirty="0">
                <a:solidFill>
                  <a:srgbClr val="494949"/>
                </a:solidFill>
                <a:latin typeface="Tahoma"/>
                <a:cs typeface="Tahoma"/>
              </a:rPr>
              <a:t> </a:t>
            </a:r>
            <a:r>
              <a:rPr sz="2200" spc="105" dirty="0">
                <a:solidFill>
                  <a:srgbClr val="494949"/>
                </a:solidFill>
                <a:latin typeface="Tahoma"/>
                <a:cs typeface="Tahoma"/>
              </a:rPr>
              <a:t>and</a:t>
            </a:r>
            <a:r>
              <a:rPr sz="2200" spc="10" dirty="0">
                <a:solidFill>
                  <a:srgbClr val="494949"/>
                </a:solidFill>
                <a:latin typeface="Tahoma"/>
                <a:cs typeface="Tahoma"/>
              </a:rPr>
              <a:t> </a:t>
            </a:r>
            <a:r>
              <a:rPr sz="2200" spc="75" dirty="0">
                <a:solidFill>
                  <a:srgbClr val="494949"/>
                </a:solidFill>
                <a:latin typeface="Tahoma"/>
                <a:cs typeface="Tahoma"/>
              </a:rPr>
              <a:t>the</a:t>
            </a:r>
            <a:r>
              <a:rPr sz="2200" spc="10" dirty="0">
                <a:solidFill>
                  <a:srgbClr val="494949"/>
                </a:solidFill>
                <a:latin typeface="Tahoma"/>
                <a:cs typeface="Tahoma"/>
              </a:rPr>
              <a:t> </a:t>
            </a:r>
            <a:r>
              <a:rPr sz="2200" spc="55" dirty="0">
                <a:solidFill>
                  <a:srgbClr val="494949"/>
                </a:solidFill>
                <a:latin typeface="Tahoma"/>
                <a:cs typeface="Tahoma"/>
              </a:rPr>
              <a:t>class</a:t>
            </a:r>
            <a:r>
              <a:rPr sz="2200" spc="20" dirty="0">
                <a:solidFill>
                  <a:srgbClr val="494949"/>
                </a:solidFill>
                <a:latin typeface="Tahoma"/>
                <a:cs typeface="Tahoma"/>
              </a:rPr>
              <a:t> </a:t>
            </a:r>
            <a:r>
              <a:rPr sz="2200" spc="50" dirty="0">
                <a:solidFill>
                  <a:srgbClr val="494949"/>
                </a:solidFill>
                <a:latin typeface="Tahoma"/>
                <a:cs typeface="Tahoma"/>
              </a:rPr>
              <a:t>receiving</a:t>
            </a:r>
            <a:r>
              <a:rPr sz="2200" spc="10" dirty="0">
                <a:solidFill>
                  <a:srgbClr val="494949"/>
                </a:solidFill>
                <a:latin typeface="Tahoma"/>
                <a:cs typeface="Tahoma"/>
              </a:rPr>
              <a:t> </a:t>
            </a:r>
            <a:r>
              <a:rPr sz="2200" spc="75" dirty="0">
                <a:solidFill>
                  <a:srgbClr val="494949"/>
                </a:solidFill>
                <a:latin typeface="Tahoma"/>
                <a:cs typeface="Tahoma"/>
              </a:rPr>
              <a:t>the</a:t>
            </a:r>
            <a:r>
              <a:rPr sz="2200" spc="15" dirty="0">
                <a:solidFill>
                  <a:srgbClr val="494949"/>
                </a:solidFill>
                <a:latin typeface="Tahoma"/>
                <a:cs typeface="Tahoma"/>
              </a:rPr>
              <a:t> </a:t>
            </a:r>
            <a:r>
              <a:rPr sz="2200" spc="105" dirty="0">
                <a:solidFill>
                  <a:srgbClr val="494949"/>
                </a:solidFill>
                <a:latin typeface="Tahoma"/>
                <a:cs typeface="Tahoma"/>
              </a:rPr>
              <a:t>most</a:t>
            </a:r>
            <a:r>
              <a:rPr sz="2200" spc="10" dirty="0">
                <a:solidFill>
                  <a:srgbClr val="494949"/>
                </a:solidFill>
                <a:latin typeface="Tahoma"/>
                <a:cs typeface="Tahoma"/>
              </a:rPr>
              <a:t> </a:t>
            </a:r>
            <a:r>
              <a:rPr sz="2200" spc="60" dirty="0">
                <a:solidFill>
                  <a:srgbClr val="494949"/>
                </a:solidFill>
                <a:latin typeface="Tahoma"/>
                <a:cs typeface="Tahoma"/>
              </a:rPr>
              <a:t>votes</a:t>
            </a:r>
            <a:r>
              <a:rPr sz="2200" spc="5" dirty="0">
                <a:solidFill>
                  <a:srgbClr val="494949"/>
                </a:solidFill>
                <a:latin typeface="Tahoma"/>
                <a:cs typeface="Tahoma"/>
              </a:rPr>
              <a:t> </a:t>
            </a:r>
            <a:r>
              <a:rPr sz="2200" spc="20" dirty="0">
                <a:solidFill>
                  <a:srgbClr val="494949"/>
                </a:solidFill>
                <a:latin typeface="Tahoma"/>
                <a:cs typeface="Tahoma"/>
              </a:rPr>
              <a:t>by </a:t>
            </a:r>
            <a:r>
              <a:rPr sz="2200" spc="-675" dirty="0">
                <a:solidFill>
                  <a:srgbClr val="494949"/>
                </a:solidFill>
                <a:latin typeface="Tahoma"/>
                <a:cs typeface="Tahoma"/>
              </a:rPr>
              <a:t> </a:t>
            </a:r>
            <a:r>
              <a:rPr sz="2200" spc="65" dirty="0">
                <a:solidFill>
                  <a:srgbClr val="494949"/>
                </a:solidFill>
                <a:latin typeface="Tahoma"/>
                <a:cs typeface="Tahoma"/>
              </a:rPr>
              <a:t>a</a:t>
            </a:r>
            <a:r>
              <a:rPr sz="2200" spc="-120" dirty="0">
                <a:solidFill>
                  <a:srgbClr val="494949"/>
                </a:solidFill>
                <a:latin typeface="Tahoma"/>
                <a:cs typeface="Tahoma"/>
              </a:rPr>
              <a:t> </a:t>
            </a:r>
            <a:r>
              <a:rPr sz="2200" spc="90" dirty="0">
                <a:solidFill>
                  <a:srgbClr val="494949"/>
                </a:solidFill>
                <a:latin typeface="Tahoma"/>
                <a:cs typeface="Tahoma"/>
              </a:rPr>
              <a:t>simple</a:t>
            </a:r>
            <a:r>
              <a:rPr sz="2200" spc="-100" dirty="0">
                <a:solidFill>
                  <a:srgbClr val="494949"/>
                </a:solidFill>
                <a:latin typeface="Tahoma"/>
                <a:cs typeface="Tahoma"/>
              </a:rPr>
              <a:t> </a:t>
            </a:r>
            <a:r>
              <a:rPr sz="2200" spc="65" dirty="0">
                <a:solidFill>
                  <a:srgbClr val="494949"/>
                </a:solidFill>
                <a:latin typeface="Tahoma"/>
                <a:cs typeface="Tahoma"/>
              </a:rPr>
              <a:t>majority</a:t>
            </a:r>
            <a:r>
              <a:rPr sz="2200" spc="-100" dirty="0">
                <a:solidFill>
                  <a:srgbClr val="494949"/>
                </a:solidFill>
                <a:latin typeface="Tahoma"/>
                <a:cs typeface="Tahoma"/>
              </a:rPr>
              <a:t> </a:t>
            </a:r>
            <a:r>
              <a:rPr sz="2200" spc="60" dirty="0">
                <a:solidFill>
                  <a:srgbClr val="494949"/>
                </a:solidFill>
                <a:latin typeface="Tahoma"/>
                <a:cs typeface="Tahoma"/>
              </a:rPr>
              <a:t>is</a:t>
            </a:r>
            <a:r>
              <a:rPr sz="2200" spc="-114" dirty="0">
                <a:solidFill>
                  <a:srgbClr val="494949"/>
                </a:solidFill>
                <a:latin typeface="Tahoma"/>
                <a:cs typeface="Tahoma"/>
              </a:rPr>
              <a:t> </a:t>
            </a:r>
            <a:r>
              <a:rPr sz="2200" spc="100" dirty="0">
                <a:solidFill>
                  <a:srgbClr val="494949"/>
                </a:solidFill>
                <a:latin typeface="Tahoma"/>
                <a:cs typeface="Tahoma"/>
              </a:rPr>
              <a:t>termed</a:t>
            </a:r>
            <a:r>
              <a:rPr sz="2200" spc="-105" dirty="0">
                <a:solidFill>
                  <a:srgbClr val="494949"/>
                </a:solidFill>
                <a:latin typeface="Tahoma"/>
                <a:cs typeface="Tahoma"/>
              </a:rPr>
              <a:t> </a:t>
            </a:r>
            <a:r>
              <a:rPr sz="2200" spc="65" dirty="0">
                <a:solidFill>
                  <a:srgbClr val="494949"/>
                </a:solidFill>
                <a:latin typeface="Tahoma"/>
                <a:cs typeface="Tahoma"/>
              </a:rPr>
              <a:t>as</a:t>
            </a:r>
            <a:r>
              <a:rPr sz="2200" spc="-114" dirty="0">
                <a:solidFill>
                  <a:srgbClr val="494949"/>
                </a:solidFill>
                <a:latin typeface="Tahoma"/>
                <a:cs typeface="Tahoma"/>
              </a:rPr>
              <a:t> </a:t>
            </a:r>
            <a:r>
              <a:rPr sz="2200" spc="75" dirty="0">
                <a:solidFill>
                  <a:srgbClr val="494949"/>
                </a:solidFill>
                <a:latin typeface="Tahoma"/>
                <a:cs typeface="Tahoma"/>
              </a:rPr>
              <a:t>the</a:t>
            </a:r>
            <a:r>
              <a:rPr sz="2200" spc="-114" dirty="0">
                <a:solidFill>
                  <a:srgbClr val="494949"/>
                </a:solidFill>
                <a:latin typeface="Tahoma"/>
                <a:cs typeface="Tahoma"/>
              </a:rPr>
              <a:t> </a:t>
            </a:r>
            <a:r>
              <a:rPr sz="2200" spc="80" dirty="0">
                <a:solidFill>
                  <a:srgbClr val="494949"/>
                </a:solidFill>
                <a:latin typeface="Tahoma"/>
                <a:cs typeface="Tahoma"/>
              </a:rPr>
              <a:t>predicted</a:t>
            </a:r>
            <a:r>
              <a:rPr sz="2200" spc="-110" dirty="0">
                <a:solidFill>
                  <a:srgbClr val="494949"/>
                </a:solidFill>
                <a:latin typeface="Tahoma"/>
                <a:cs typeface="Tahoma"/>
              </a:rPr>
              <a:t> </a:t>
            </a:r>
            <a:r>
              <a:rPr sz="2200" spc="30" dirty="0">
                <a:solidFill>
                  <a:srgbClr val="494949"/>
                </a:solidFill>
                <a:latin typeface="Tahoma"/>
                <a:cs typeface="Tahoma"/>
              </a:rPr>
              <a:t>class.</a:t>
            </a:r>
            <a:endParaRPr sz="2200" dirty="0">
              <a:latin typeface="Tahoma"/>
              <a:cs typeface="Tahoma"/>
            </a:endParaRPr>
          </a:p>
          <a:p>
            <a:pPr marL="241300" marR="6350" indent="-228600" algn="just">
              <a:lnSpc>
                <a:spcPct val="90000"/>
              </a:lnSpc>
              <a:spcBef>
                <a:spcPts val="950"/>
              </a:spcBef>
              <a:buFont typeface="Arial MT"/>
              <a:buChar char="•"/>
              <a:tabLst>
                <a:tab pos="241300" algn="l"/>
              </a:tabLst>
            </a:pPr>
            <a:r>
              <a:rPr sz="2200" spc="-50" dirty="0">
                <a:solidFill>
                  <a:srgbClr val="FF0000"/>
                </a:solidFill>
                <a:latin typeface="Tahoma"/>
                <a:cs typeface="Tahoma"/>
              </a:rPr>
              <a:t>To </a:t>
            </a:r>
            <a:r>
              <a:rPr sz="2200" spc="60" dirty="0">
                <a:solidFill>
                  <a:srgbClr val="FF0000"/>
                </a:solidFill>
                <a:latin typeface="Tahoma"/>
                <a:cs typeface="Tahoma"/>
              </a:rPr>
              <a:t>conclude, </a:t>
            </a:r>
            <a:r>
              <a:rPr sz="2200" spc="80" dirty="0">
                <a:solidFill>
                  <a:srgbClr val="FF0000"/>
                </a:solidFill>
                <a:latin typeface="Tahoma"/>
                <a:cs typeface="Tahoma"/>
              </a:rPr>
              <a:t>Decision </a:t>
            </a:r>
            <a:r>
              <a:rPr sz="2200" spc="60" dirty="0">
                <a:solidFill>
                  <a:srgbClr val="FF0000"/>
                </a:solidFill>
                <a:latin typeface="Tahoma"/>
                <a:cs typeface="Tahoma"/>
              </a:rPr>
              <a:t>trees </a:t>
            </a:r>
            <a:r>
              <a:rPr sz="2200" spc="65" dirty="0">
                <a:solidFill>
                  <a:srgbClr val="FF0000"/>
                </a:solidFill>
                <a:latin typeface="Tahoma"/>
                <a:cs typeface="Tahoma"/>
              </a:rPr>
              <a:t>are </a:t>
            </a:r>
            <a:r>
              <a:rPr sz="2200" spc="80" dirty="0">
                <a:solidFill>
                  <a:srgbClr val="FF0000"/>
                </a:solidFill>
                <a:latin typeface="Tahoma"/>
                <a:cs typeface="Tahoma"/>
              </a:rPr>
              <a:t>built </a:t>
            </a:r>
            <a:r>
              <a:rPr sz="2200" spc="130" dirty="0">
                <a:solidFill>
                  <a:srgbClr val="FF0000"/>
                </a:solidFill>
                <a:latin typeface="Tahoma"/>
                <a:cs typeface="Tahoma"/>
              </a:rPr>
              <a:t>on </a:t>
            </a:r>
            <a:r>
              <a:rPr sz="2200" spc="75" dirty="0">
                <a:solidFill>
                  <a:srgbClr val="FF0000"/>
                </a:solidFill>
                <a:latin typeface="Tahoma"/>
                <a:cs typeface="Tahoma"/>
              </a:rPr>
              <a:t>the </a:t>
            </a:r>
            <a:r>
              <a:rPr sz="2200" spc="70" dirty="0">
                <a:solidFill>
                  <a:srgbClr val="FF0000"/>
                </a:solidFill>
                <a:latin typeface="Tahoma"/>
                <a:cs typeface="Tahoma"/>
              </a:rPr>
              <a:t>entire </a:t>
            </a:r>
            <a:r>
              <a:rPr sz="2200" spc="75" dirty="0">
                <a:solidFill>
                  <a:srgbClr val="FF0000"/>
                </a:solidFill>
                <a:latin typeface="Tahoma"/>
                <a:cs typeface="Tahoma"/>
              </a:rPr>
              <a:t>data </a:t>
            </a:r>
            <a:r>
              <a:rPr sz="2200" spc="55" dirty="0">
                <a:solidFill>
                  <a:srgbClr val="FF0000"/>
                </a:solidFill>
                <a:latin typeface="Tahoma"/>
                <a:cs typeface="Tahoma"/>
              </a:rPr>
              <a:t>set </a:t>
            </a:r>
            <a:r>
              <a:rPr sz="2200" spc="70" dirty="0">
                <a:solidFill>
                  <a:srgbClr val="FF0000"/>
                </a:solidFill>
                <a:latin typeface="Tahoma"/>
                <a:cs typeface="Tahoma"/>
              </a:rPr>
              <a:t>using </a:t>
            </a:r>
            <a:r>
              <a:rPr sz="2200" spc="55" dirty="0">
                <a:solidFill>
                  <a:srgbClr val="FF0000"/>
                </a:solidFill>
                <a:latin typeface="Tahoma"/>
                <a:cs typeface="Tahoma"/>
              </a:rPr>
              <a:t>all </a:t>
            </a:r>
            <a:r>
              <a:rPr sz="2200" spc="75" dirty="0">
                <a:solidFill>
                  <a:srgbClr val="FF0000"/>
                </a:solidFill>
                <a:latin typeface="Tahoma"/>
                <a:cs typeface="Tahoma"/>
              </a:rPr>
              <a:t>the </a:t>
            </a:r>
            <a:r>
              <a:rPr sz="2200" spc="80" dirty="0">
                <a:solidFill>
                  <a:srgbClr val="FF0000"/>
                </a:solidFill>
                <a:latin typeface="Tahoma"/>
                <a:cs typeface="Tahoma"/>
              </a:rPr>
              <a:t> predictor </a:t>
            </a:r>
            <a:r>
              <a:rPr sz="2200" spc="50" dirty="0">
                <a:solidFill>
                  <a:srgbClr val="FF0000"/>
                </a:solidFill>
                <a:latin typeface="Tahoma"/>
                <a:cs typeface="Tahoma"/>
              </a:rPr>
              <a:t>variables, </a:t>
            </a:r>
            <a:r>
              <a:rPr sz="2200" spc="75" dirty="0">
                <a:solidFill>
                  <a:srgbClr val="FF0000"/>
                </a:solidFill>
                <a:latin typeface="Tahoma"/>
                <a:cs typeface="Tahoma"/>
              </a:rPr>
              <a:t>whereas </a:t>
            </a:r>
            <a:r>
              <a:rPr sz="2200" spc="105" dirty="0">
                <a:solidFill>
                  <a:srgbClr val="FF0000"/>
                </a:solidFill>
                <a:latin typeface="Tahoma"/>
                <a:cs typeface="Tahoma"/>
              </a:rPr>
              <a:t>Random </a:t>
            </a:r>
            <a:r>
              <a:rPr sz="2200" spc="60" dirty="0">
                <a:solidFill>
                  <a:srgbClr val="FF0000"/>
                </a:solidFill>
                <a:latin typeface="Tahoma"/>
                <a:cs typeface="Tahoma"/>
              </a:rPr>
              <a:t>Forests </a:t>
            </a:r>
            <a:r>
              <a:rPr sz="2200" spc="65" dirty="0">
                <a:solidFill>
                  <a:srgbClr val="FF0000"/>
                </a:solidFill>
                <a:latin typeface="Tahoma"/>
                <a:cs typeface="Tahoma"/>
              </a:rPr>
              <a:t>are </a:t>
            </a:r>
            <a:r>
              <a:rPr sz="2200" spc="100" dirty="0">
                <a:solidFill>
                  <a:srgbClr val="FF0000"/>
                </a:solidFill>
                <a:latin typeface="Tahoma"/>
                <a:cs typeface="Tahoma"/>
              </a:rPr>
              <a:t>used </a:t>
            </a:r>
            <a:r>
              <a:rPr sz="2200" spc="85" dirty="0">
                <a:solidFill>
                  <a:srgbClr val="FF0000"/>
                </a:solidFill>
                <a:latin typeface="Tahoma"/>
                <a:cs typeface="Tahoma"/>
              </a:rPr>
              <a:t>to </a:t>
            </a:r>
            <a:r>
              <a:rPr sz="2200" spc="55" dirty="0">
                <a:solidFill>
                  <a:srgbClr val="FF0000"/>
                </a:solidFill>
                <a:latin typeface="Tahoma"/>
                <a:cs typeface="Tahoma"/>
              </a:rPr>
              <a:t>create </a:t>
            </a:r>
            <a:r>
              <a:rPr sz="2200" spc="85" dirty="0">
                <a:solidFill>
                  <a:srgbClr val="FF0000"/>
                </a:solidFill>
                <a:latin typeface="Tahoma"/>
                <a:cs typeface="Tahoma"/>
              </a:rPr>
              <a:t>multiple </a:t>
            </a:r>
            <a:r>
              <a:rPr sz="2200" spc="90" dirty="0">
                <a:solidFill>
                  <a:srgbClr val="FF0000"/>
                </a:solidFill>
                <a:latin typeface="Tahoma"/>
                <a:cs typeface="Tahoma"/>
              </a:rPr>
              <a:t> </a:t>
            </a:r>
            <a:r>
              <a:rPr sz="2200" spc="85" dirty="0">
                <a:solidFill>
                  <a:srgbClr val="FF0000"/>
                </a:solidFill>
                <a:latin typeface="Tahoma"/>
                <a:cs typeface="Tahoma"/>
              </a:rPr>
              <a:t>decision</a:t>
            </a:r>
            <a:r>
              <a:rPr sz="2200" spc="-10" dirty="0">
                <a:solidFill>
                  <a:srgbClr val="FF0000"/>
                </a:solidFill>
                <a:latin typeface="Tahoma"/>
                <a:cs typeface="Tahoma"/>
              </a:rPr>
              <a:t> </a:t>
            </a:r>
            <a:r>
              <a:rPr sz="2200" spc="30" dirty="0">
                <a:solidFill>
                  <a:srgbClr val="FF0000"/>
                </a:solidFill>
                <a:latin typeface="Tahoma"/>
                <a:cs typeface="Tahoma"/>
              </a:rPr>
              <a:t>trees,</a:t>
            </a:r>
            <a:r>
              <a:rPr sz="2200" spc="-10" dirty="0">
                <a:solidFill>
                  <a:srgbClr val="FF0000"/>
                </a:solidFill>
                <a:latin typeface="Tahoma"/>
                <a:cs typeface="Tahoma"/>
              </a:rPr>
              <a:t> </a:t>
            </a:r>
            <a:r>
              <a:rPr sz="2200" spc="85" dirty="0">
                <a:solidFill>
                  <a:srgbClr val="FF0000"/>
                </a:solidFill>
                <a:latin typeface="Tahoma"/>
                <a:cs typeface="Tahoma"/>
              </a:rPr>
              <a:t>such</a:t>
            </a:r>
            <a:r>
              <a:rPr sz="2200" spc="-5" dirty="0">
                <a:solidFill>
                  <a:srgbClr val="FF0000"/>
                </a:solidFill>
                <a:latin typeface="Tahoma"/>
                <a:cs typeface="Tahoma"/>
              </a:rPr>
              <a:t> </a:t>
            </a:r>
            <a:r>
              <a:rPr sz="2200" spc="65" dirty="0">
                <a:solidFill>
                  <a:srgbClr val="FF0000"/>
                </a:solidFill>
                <a:latin typeface="Tahoma"/>
                <a:cs typeface="Tahoma"/>
              </a:rPr>
              <a:t>that</a:t>
            </a:r>
            <a:r>
              <a:rPr sz="2200" spc="-5" dirty="0">
                <a:solidFill>
                  <a:srgbClr val="FF0000"/>
                </a:solidFill>
                <a:latin typeface="Tahoma"/>
                <a:cs typeface="Tahoma"/>
              </a:rPr>
              <a:t> </a:t>
            </a:r>
            <a:r>
              <a:rPr sz="2200" spc="70" dirty="0">
                <a:solidFill>
                  <a:srgbClr val="FF0000"/>
                </a:solidFill>
                <a:latin typeface="Tahoma"/>
                <a:cs typeface="Tahoma"/>
              </a:rPr>
              <a:t>each</a:t>
            </a:r>
            <a:r>
              <a:rPr sz="2200" spc="-5" dirty="0">
                <a:solidFill>
                  <a:srgbClr val="FF0000"/>
                </a:solidFill>
                <a:latin typeface="Tahoma"/>
                <a:cs typeface="Tahoma"/>
              </a:rPr>
              <a:t> </a:t>
            </a:r>
            <a:r>
              <a:rPr sz="2200" spc="80" dirty="0">
                <a:solidFill>
                  <a:srgbClr val="FF0000"/>
                </a:solidFill>
                <a:latin typeface="Tahoma"/>
                <a:cs typeface="Tahoma"/>
              </a:rPr>
              <a:t>decision</a:t>
            </a:r>
            <a:r>
              <a:rPr sz="2200" spc="-10" dirty="0">
                <a:solidFill>
                  <a:srgbClr val="FF0000"/>
                </a:solidFill>
                <a:latin typeface="Tahoma"/>
                <a:cs typeface="Tahoma"/>
              </a:rPr>
              <a:t> </a:t>
            </a:r>
            <a:r>
              <a:rPr sz="2200" spc="60" dirty="0">
                <a:solidFill>
                  <a:srgbClr val="FF0000"/>
                </a:solidFill>
                <a:latin typeface="Tahoma"/>
                <a:cs typeface="Tahoma"/>
              </a:rPr>
              <a:t>tree</a:t>
            </a:r>
            <a:r>
              <a:rPr sz="2200" dirty="0">
                <a:solidFill>
                  <a:srgbClr val="FF0000"/>
                </a:solidFill>
                <a:latin typeface="Tahoma"/>
                <a:cs typeface="Tahoma"/>
              </a:rPr>
              <a:t> </a:t>
            </a:r>
            <a:r>
              <a:rPr sz="2200" spc="60" dirty="0">
                <a:solidFill>
                  <a:srgbClr val="FF0000"/>
                </a:solidFill>
                <a:latin typeface="Tahoma"/>
                <a:cs typeface="Tahoma"/>
              </a:rPr>
              <a:t>is</a:t>
            </a:r>
            <a:r>
              <a:rPr sz="2200" dirty="0">
                <a:solidFill>
                  <a:srgbClr val="FF0000"/>
                </a:solidFill>
                <a:latin typeface="Tahoma"/>
                <a:cs typeface="Tahoma"/>
              </a:rPr>
              <a:t> </a:t>
            </a:r>
            <a:r>
              <a:rPr sz="2200" spc="80" dirty="0">
                <a:solidFill>
                  <a:srgbClr val="FF0000"/>
                </a:solidFill>
                <a:latin typeface="Tahoma"/>
                <a:cs typeface="Tahoma"/>
              </a:rPr>
              <a:t>built</a:t>
            </a:r>
            <a:r>
              <a:rPr sz="2200" spc="-5" dirty="0">
                <a:solidFill>
                  <a:srgbClr val="FF0000"/>
                </a:solidFill>
                <a:latin typeface="Tahoma"/>
                <a:cs typeface="Tahoma"/>
              </a:rPr>
              <a:t> </a:t>
            </a:r>
            <a:r>
              <a:rPr sz="2200" spc="80" dirty="0">
                <a:solidFill>
                  <a:srgbClr val="FF0000"/>
                </a:solidFill>
                <a:latin typeface="Tahoma"/>
                <a:cs typeface="Tahoma"/>
              </a:rPr>
              <a:t>only</a:t>
            </a:r>
            <a:r>
              <a:rPr sz="2200" spc="-5" dirty="0">
                <a:solidFill>
                  <a:srgbClr val="FF0000"/>
                </a:solidFill>
                <a:latin typeface="Tahoma"/>
                <a:cs typeface="Tahoma"/>
              </a:rPr>
              <a:t> </a:t>
            </a:r>
            <a:r>
              <a:rPr sz="2200" spc="130" dirty="0">
                <a:solidFill>
                  <a:srgbClr val="FF0000"/>
                </a:solidFill>
                <a:latin typeface="Tahoma"/>
                <a:cs typeface="Tahoma"/>
              </a:rPr>
              <a:t>on</a:t>
            </a:r>
            <a:r>
              <a:rPr sz="2200" spc="-10" dirty="0">
                <a:solidFill>
                  <a:srgbClr val="FF0000"/>
                </a:solidFill>
                <a:latin typeface="Tahoma"/>
                <a:cs typeface="Tahoma"/>
              </a:rPr>
              <a:t> </a:t>
            </a:r>
            <a:r>
              <a:rPr sz="2200" spc="70" dirty="0">
                <a:solidFill>
                  <a:srgbClr val="FF0000"/>
                </a:solidFill>
                <a:latin typeface="Tahoma"/>
                <a:cs typeface="Tahoma"/>
              </a:rPr>
              <a:t>a</a:t>
            </a:r>
            <a:r>
              <a:rPr sz="2200" spc="-5" dirty="0">
                <a:solidFill>
                  <a:srgbClr val="FF0000"/>
                </a:solidFill>
                <a:latin typeface="Tahoma"/>
                <a:cs typeface="Tahoma"/>
              </a:rPr>
              <a:t> </a:t>
            </a:r>
            <a:r>
              <a:rPr sz="2200" spc="85" dirty="0">
                <a:solidFill>
                  <a:srgbClr val="FF0000"/>
                </a:solidFill>
                <a:latin typeface="Tahoma"/>
                <a:cs typeface="Tahoma"/>
              </a:rPr>
              <a:t>part</a:t>
            </a:r>
            <a:r>
              <a:rPr sz="2200" dirty="0">
                <a:solidFill>
                  <a:srgbClr val="FF0000"/>
                </a:solidFill>
                <a:latin typeface="Tahoma"/>
                <a:cs typeface="Tahoma"/>
              </a:rPr>
              <a:t> </a:t>
            </a:r>
            <a:r>
              <a:rPr sz="2200" spc="90" dirty="0">
                <a:solidFill>
                  <a:srgbClr val="FF0000"/>
                </a:solidFill>
                <a:latin typeface="Tahoma"/>
                <a:cs typeface="Tahoma"/>
              </a:rPr>
              <a:t>of</a:t>
            </a:r>
            <a:r>
              <a:rPr sz="2200" spc="-10" dirty="0">
                <a:solidFill>
                  <a:srgbClr val="FF0000"/>
                </a:solidFill>
                <a:latin typeface="Tahoma"/>
                <a:cs typeface="Tahoma"/>
              </a:rPr>
              <a:t> </a:t>
            </a:r>
            <a:r>
              <a:rPr sz="2200" spc="75" dirty="0">
                <a:solidFill>
                  <a:srgbClr val="FF0000"/>
                </a:solidFill>
                <a:latin typeface="Tahoma"/>
                <a:cs typeface="Tahoma"/>
              </a:rPr>
              <a:t>the</a:t>
            </a:r>
            <a:r>
              <a:rPr sz="2200" spc="-10" dirty="0">
                <a:solidFill>
                  <a:srgbClr val="FF0000"/>
                </a:solidFill>
                <a:latin typeface="Tahoma"/>
                <a:cs typeface="Tahoma"/>
              </a:rPr>
              <a:t> </a:t>
            </a:r>
            <a:r>
              <a:rPr sz="2200" spc="75" dirty="0">
                <a:solidFill>
                  <a:srgbClr val="FF0000"/>
                </a:solidFill>
                <a:latin typeface="Tahoma"/>
                <a:cs typeface="Tahoma"/>
              </a:rPr>
              <a:t>data </a:t>
            </a:r>
            <a:r>
              <a:rPr sz="2200" spc="-680" dirty="0">
                <a:solidFill>
                  <a:srgbClr val="FF0000"/>
                </a:solidFill>
                <a:latin typeface="Tahoma"/>
                <a:cs typeface="Tahoma"/>
              </a:rPr>
              <a:t> </a:t>
            </a:r>
            <a:r>
              <a:rPr sz="2200" spc="20" dirty="0">
                <a:solidFill>
                  <a:srgbClr val="FF0000"/>
                </a:solidFill>
                <a:latin typeface="Tahoma"/>
                <a:cs typeface="Tahoma"/>
              </a:rPr>
              <a:t>set.</a:t>
            </a:r>
            <a:endParaRPr sz="2200" dirty="0">
              <a:solidFill>
                <a:srgbClr val="FF0000"/>
              </a:solidFill>
              <a:latin typeface="Tahoma"/>
              <a:cs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74190"/>
            <a:ext cx="3128010" cy="29972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800" b="1" spc="-35" dirty="0">
                <a:solidFill>
                  <a:srgbClr val="494949"/>
                </a:solidFill>
                <a:latin typeface="Tahoma"/>
                <a:cs typeface="Tahoma"/>
              </a:rPr>
              <a:t>Why</a:t>
            </a:r>
            <a:r>
              <a:rPr sz="1800" b="1" spc="-80" dirty="0">
                <a:solidFill>
                  <a:srgbClr val="494949"/>
                </a:solidFill>
                <a:latin typeface="Tahoma"/>
                <a:cs typeface="Tahoma"/>
              </a:rPr>
              <a:t> </a:t>
            </a:r>
            <a:r>
              <a:rPr sz="1800" b="1" spc="-5" dirty="0">
                <a:solidFill>
                  <a:srgbClr val="494949"/>
                </a:solidFill>
                <a:latin typeface="Tahoma"/>
                <a:cs typeface="Tahoma"/>
              </a:rPr>
              <a:t>Use</a:t>
            </a:r>
            <a:r>
              <a:rPr sz="1800" b="1" spc="-70" dirty="0">
                <a:solidFill>
                  <a:srgbClr val="494949"/>
                </a:solidFill>
                <a:latin typeface="Tahoma"/>
                <a:cs typeface="Tahoma"/>
              </a:rPr>
              <a:t> </a:t>
            </a:r>
            <a:r>
              <a:rPr sz="1800" b="1" spc="-10" dirty="0">
                <a:solidFill>
                  <a:srgbClr val="494949"/>
                </a:solidFill>
                <a:latin typeface="Tahoma"/>
                <a:cs typeface="Tahoma"/>
              </a:rPr>
              <a:t>Random</a:t>
            </a:r>
            <a:r>
              <a:rPr sz="1800" b="1" spc="-80" dirty="0">
                <a:solidFill>
                  <a:srgbClr val="494949"/>
                </a:solidFill>
                <a:latin typeface="Tahoma"/>
                <a:cs typeface="Tahoma"/>
              </a:rPr>
              <a:t> </a:t>
            </a:r>
            <a:r>
              <a:rPr sz="1800" b="1" spc="-35" dirty="0">
                <a:solidFill>
                  <a:srgbClr val="494949"/>
                </a:solidFill>
                <a:latin typeface="Tahoma"/>
                <a:cs typeface="Tahoma"/>
              </a:rPr>
              <a:t>Forest?</a:t>
            </a:r>
            <a:endParaRPr sz="1800">
              <a:latin typeface="Tahoma"/>
              <a:cs typeface="Tahoma"/>
            </a:endParaRPr>
          </a:p>
        </p:txBody>
      </p:sp>
      <p:sp>
        <p:nvSpPr>
          <p:cNvPr id="3" name="object 3"/>
          <p:cNvSpPr txBox="1"/>
          <p:nvPr/>
        </p:nvSpPr>
        <p:spPr>
          <a:xfrm>
            <a:off x="916939" y="2093467"/>
            <a:ext cx="10357485" cy="29972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800" spc="25" dirty="0">
                <a:solidFill>
                  <a:srgbClr val="494949"/>
                </a:solidFill>
                <a:latin typeface="Tahoma"/>
                <a:cs typeface="Tahoma"/>
              </a:rPr>
              <a:t>You</a:t>
            </a:r>
            <a:r>
              <a:rPr sz="1800" spc="95" dirty="0">
                <a:solidFill>
                  <a:srgbClr val="494949"/>
                </a:solidFill>
                <a:latin typeface="Tahoma"/>
                <a:cs typeface="Tahoma"/>
              </a:rPr>
              <a:t> </a:t>
            </a:r>
            <a:r>
              <a:rPr sz="1800" spc="60" dirty="0">
                <a:solidFill>
                  <a:srgbClr val="494949"/>
                </a:solidFill>
                <a:latin typeface="Tahoma"/>
                <a:cs typeface="Tahoma"/>
              </a:rPr>
              <a:t>might</a:t>
            </a:r>
            <a:r>
              <a:rPr sz="1800" spc="90" dirty="0">
                <a:solidFill>
                  <a:srgbClr val="494949"/>
                </a:solidFill>
                <a:latin typeface="Tahoma"/>
                <a:cs typeface="Tahoma"/>
              </a:rPr>
              <a:t> </a:t>
            </a:r>
            <a:r>
              <a:rPr sz="1800" spc="85" dirty="0">
                <a:solidFill>
                  <a:srgbClr val="494949"/>
                </a:solidFill>
                <a:latin typeface="Tahoma"/>
                <a:cs typeface="Tahoma"/>
              </a:rPr>
              <a:t>be </a:t>
            </a:r>
            <a:r>
              <a:rPr sz="1800" spc="70" dirty="0">
                <a:solidFill>
                  <a:srgbClr val="494949"/>
                </a:solidFill>
                <a:latin typeface="Tahoma"/>
                <a:cs typeface="Tahoma"/>
              </a:rPr>
              <a:t>wondering</a:t>
            </a:r>
            <a:r>
              <a:rPr sz="1800" spc="85" dirty="0">
                <a:solidFill>
                  <a:srgbClr val="494949"/>
                </a:solidFill>
                <a:latin typeface="Tahoma"/>
                <a:cs typeface="Tahoma"/>
              </a:rPr>
              <a:t> </a:t>
            </a:r>
            <a:r>
              <a:rPr sz="1800" spc="55" dirty="0">
                <a:solidFill>
                  <a:srgbClr val="494949"/>
                </a:solidFill>
                <a:latin typeface="Tahoma"/>
                <a:cs typeface="Tahoma"/>
              </a:rPr>
              <a:t>why</a:t>
            </a:r>
            <a:r>
              <a:rPr sz="1800" spc="90" dirty="0">
                <a:solidFill>
                  <a:srgbClr val="494949"/>
                </a:solidFill>
                <a:latin typeface="Tahoma"/>
                <a:cs typeface="Tahoma"/>
              </a:rPr>
              <a:t> </a:t>
            </a:r>
            <a:r>
              <a:rPr sz="1800" spc="60" dirty="0">
                <a:solidFill>
                  <a:srgbClr val="494949"/>
                </a:solidFill>
                <a:latin typeface="Tahoma"/>
                <a:cs typeface="Tahoma"/>
              </a:rPr>
              <a:t>we</a:t>
            </a:r>
            <a:r>
              <a:rPr sz="1800" spc="95" dirty="0">
                <a:solidFill>
                  <a:srgbClr val="494949"/>
                </a:solidFill>
                <a:latin typeface="Tahoma"/>
                <a:cs typeface="Tahoma"/>
              </a:rPr>
              <a:t> </a:t>
            </a:r>
            <a:r>
              <a:rPr sz="1800" spc="65" dirty="0">
                <a:solidFill>
                  <a:srgbClr val="494949"/>
                </a:solidFill>
                <a:latin typeface="Tahoma"/>
                <a:cs typeface="Tahoma"/>
              </a:rPr>
              <a:t>use</a:t>
            </a:r>
            <a:r>
              <a:rPr sz="1800" spc="95" dirty="0">
                <a:solidFill>
                  <a:srgbClr val="494949"/>
                </a:solidFill>
                <a:latin typeface="Tahoma"/>
                <a:cs typeface="Tahoma"/>
              </a:rPr>
              <a:t> </a:t>
            </a:r>
            <a:r>
              <a:rPr sz="1800" spc="85" dirty="0">
                <a:solidFill>
                  <a:srgbClr val="494949"/>
                </a:solidFill>
                <a:latin typeface="Tahoma"/>
                <a:cs typeface="Tahoma"/>
              </a:rPr>
              <a:t>Random </a:t>
            </a:r>
            <a:r>
              <a:rPr sz="1800" spc="45" dirty="0">
                <a:solidFill>
                  <a:srgbClr val="494949"/>
                </a:solidFill>
                <a:latin typeface="Tahoma"/>
                <a:cs typeface="Tahoma"/>
              </a:rPr>
              <a:t>Forest</a:t>
            </a:r>
            <a:r>
              <a:rPr sz="1800" spc="100" dirty="0">
                <a:solidFill>
                  <a:srgbClr val="494949"/>
                </a:solidFill>
                <a:latin typeface="Tahoma"/>
                <a:cs typeface="Tahoma"/>
              </a:rPr>
              <a:t> </a:t>
            </a:r>
            <a:r>
              <a:rPr sz="1800" spc="80" dirty="0">
                <a:solidFill>
                  <a:srgbClr val="494949"/>
                </a:solidFill>
                <a:latin typeface="Tahoma"/>
                <a:cs typeface="Tahoma"/>
              </a:rPr>
              <a:t>when</a:t>
            </a:r>
            <a:r>
              <a:rPr sz="1800" spc="85" dirty="0">
                <a:solidFill>
                  <a:srgbClr val="494949"/>
                </a:solidFill>
                <a:latin typeface="Tahoma"/>
                <a:cs typeface="Tahoma"/>
              </a:rPr>
              <a:t> </a:t>
            </a:r>
            <a:r>
              <a:rPr sz="1800" spc="60" dirty="0">
                <a:solidFill>
                  <a:srgbClr val="494949"/>
                </a:solidFill>
                <a:latin typeface="Tahoma"/>
                <a:cs typeface="Tahoma"/>
              </a:rPr>
              <a:t>we</a:t>
            </a:r>
            <a:r>
              <a:rPr sz="1800" spc="95" dirty="0">
                <a:solidFill>
                  <a:srgbClr val="494949"/>
                </a:solidFill>
                <a:latin typeface="Tahoma"/>
                <a:cs typeface="Tahoma"/>
              </a:rPr>
              <a:t> </a:t>
            </a:r>
            <a:r>
              <a:rPr sz="1800" spc="60" dirty="0">
                <a:solidFill>
                  <a:srgbClr val="494949"/>
                </a:solidFill>
                <a:latin typeface="Tahoma"/>
                <a:cs typeface="Tahoma"/>
              </a:rPr>
              <a:t>can</a:t>
            </a:r>
            <a:r>
              <a:rPr sz="1800" spc="95" dirty="0">
                <a:solidFill>
                  <a:srgbClr val="494949"/>
                </a:solidFill>
                <a:latin typeface="Tahoma"/>
                <a:cs typeface="Tahoma"/>
              </a:rPr>
              <a:t> </a:t>
            </a:r>
            <a:r>
              <a:rPr sz="1800" spc="50" dirty="0">
                <a:solidFill>
                  <a:srgbClr val="494949"/>
                </a:solidFill>
                <a:latin typeface="Tahoma"/>
                <a:cs typeface="Tahoma"/>
              </a:rPr>
              <a:t>solve</a:t>
            </a:r>
            <a:r>
              <a:rPr sz="1800" spc="95" dirty="0">
                <a:solidFill>
                  <a:srgbClr val="494949"/>
                </a:solidFill>
                <a:latin typeface="Tahoma"/>
                <a:cs typeface="Tahoma"/>
              </a:rPr>
              <a:t> </a:t>
            </a:r>
            <a:r>
              <a:rPr sz="1800" spc="65" dirty="0">
                <a:solidFill>
                  <a:srgbClr val="494949"/>
                </a:solidFill>
                <a:latin typeface="Tahoma"/>
                <a:cs typeface="Tahoma"/>
              </a:rPr>
              <a:t>the</a:t>
            </a:r>
            <a:r>
              <a:rPr sz="1800" spc="95" dirty="0">
                <a:solidFill>
                  <a:srgbClr val="494949"/>
                </a:solidFill>
                <a:latin typeface="Tahoma"/>
                <a:cs typeface="Tahoma"/>
              </a:rPr>
              <a:t> </a:t>
            </a:r>
            <a:r>
              <a:rPr sz="1800" spc="80" dirty="0">
                <a:solidFill>
                  <a:srgbClr val="494949"/>
                </a:solidFill>
                <a:latin typeface="Tahoma"/>
                <a:cs typeface="Tahoma"/>
              </a:rPr>
              <a:t>same</a:t>
            </a:r>
            <a:r>
              <a:rPr sz="1800" spc="100" dirty="0">
                <a:solidFill>
                  <a:srgbClr val="494949"/>
                </a:solidFill>
                <a:latin typeface="Tahoma"/>
                <a:cs typeface="Tahoma"/>
              </a:rPr>
              <a:t> </a:t>
            </a:r>
            <a:r>
              <a:rPr sz="1800" spc="85" dirty="0">
                <a:solidFill>
                  <a:srgbClr val="494949"/>
                </a:solidFill>
                <a:latin typeface="Tahoma"/>
                <a:cs typeface="Tahoma"/>
              </a:rPr>
              <a:t>problems</a:t>
            </a:r>
            <a:endParaRPr sz="1800">
              <a:latin typeface="Tahoma"/>
              <a:cs typeface="Tahoma"/>
            </a:endParaRPr>
          </a:p>
        </p:txBody>
      </p:sp>
      <p:sp>
        <p:nvSpPr>
          <p:cNvPr id="4" name="object 4"/>
          <p:cNvSpPr txBox="1"/>
          <p:nvPr/>
        </p:nvSpPr>
        <p:spPr>
          <a:xfrm>
            <a:off x="1145539" y="2285491"/>
            <a:ext cx="3891279" cy="299720"/>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494949"/>
                </a:solidFill>
                <a:latin typeface="Tahoma"/>
                <a:cs typeface="Tahoma"/>
              </a:rPr>
              <a:t>using</a:t>
            </a:r>
            <a:r>
              <a:rPr sz="1800" spc="-114" dirty="0">
                <a:solidFill>
                  <a:srgbClr val="494949"/>
                </a:solidFill>
                <a:latin typeface="Tahoma"/>
                <a:cs typeface="Tahoma"/>
              </a:rPr>
              <a:t> </a:t>
            </a:r>
            <a:r>
              <a:rPr sz="1800" spc="65" dirty="0">
                <a:solidFill>
                  <a:srgbClr val="494949"/>
                </a:solidFill>
                <a:latin typeface="Tahoma"/>
                <a:cs typeface="Tahoma"/>
              </a:rPr>
              <a:t>Decision</a:t>
            </a:r>
            <a:r>
              <a:rPr sz="1800" spc="-105" dirty="0">
                <a:solidFill>
                  <a:srgbClr val="494949"/>
                </a:solidFill>
                <a:latin typeface="Tahoma"/>
                <a:cs typeface="Tahoma"/>
              </a:rPr>
              <a:t> </a:t>
            </a:r>
            <a:r>
              <a:rPr sz="1800" spc="25" dirty="0">
                <a:solidFill>
                  <a:srgbClr val="494949"/>
                </a:solidFill>
                <a:latin typeface="Tahoma"/>
                <a:cs typeface="Tahoma"/>
              </a:rPr>
              <a:t>trees.</a:t>
            </a:r>
            <a:r>
              <a:rPr sz="1800" spc="-90" dirty="0">
                <a:solidFill>
                  <a:srgbClr val="494949"/>
                </a:solidFill>
                <a:latin typeface="Tahoma"/>
                <a:cs typeface="Tahoma"/>
              </a:rPr>
              <a:t> </a:t>
            </a:r>
            <a:r>
              <a:rPr sz="1800" spc="40" dirty="0">
                <a:solidFill>
                  <a:srgbClr val="494949"/>
                </a:solidFill>
                <a:latin typeface="Tahoma"/>
                <a:cs typeface="Tahoma"/>
              </a:rPr>
              <a:t>Let</a:t>
            </a:r>
            <a:r>
              <a:rPr sz="1800" spc="-90" dirty="0">
                <a:solidFill>
                  <a:srgbClr val="494949"/>
                </a:solidFill>
                <a:latin typeface="Tahoma"/>
                <a:cs typeface="Tahoma"/>
              </a:rPr>
              <a:t> </a:t>
            </a:r>
            <a:r>
              <a:rPr sz="1800" spc="110" dirty="0">
                <a:solidFill>
                  <a:srgbClr val="494949"/>
                </a:solidFill>
                <a:latin typeface="Tahoma"/>
                <a:cs typeface="Tahoma"/>
              </a:rPr>
              <a:t>me</a:t>
            </a:r>
            <a:r>
              <a:rPr sz="1800" spc="-100" dirty="0">
                <a:solidFill>
                  <a:srgbClr val="494949"/>
                </a:solidFill>
                <a:latin typeface="Tahoma"/>
                <a:cs typeface="Tahoma"/>
              </a:rPr>
              <a:t> </a:t>
            </a:r>
            <a:r>
              <a:rPr sz="1800" spc="40" dirty="0">
                <a:solidFill>
                  <a:srgbClr val="494949"/>
                </a:solidFill>
                <a:latin typeface="Tahoma"/>
                <a:cs typeface="Tahoma"/>
              </a:rPr>
              <a:t>explain.</a:t>
            </a:r>
            <a:endParaRPr sz="1800">
              <a:latin typeface="Tahoma"/>
              <a:cs typeface="Tahoma"/>
            </a:endParaRPr>
          </a:p>
        </p:txBody>
      </p:sp>
      <p:sp>
        <p:nvSpPr>
          <p:cNvPr id="5" name="object 5"/>
          <p:cNvSpPr txBox="1"/>
          <p:nvPr/>
        </p:nvSpPr>
        <p:spPr>
          <a:xfrm>
            <a:off x="916939" y="2604261"/>
            <a:ext cx="10358120" cy="29972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 pos="890269" algn="l"/>
                <a:tab pos="1793239" algn="l"/>
                <a:tab pos="2839720" algn="l"/>
                <a:tab pos="3514725" algn="l"/>
                <a:tab pos="3998595" algn="l"/>
                <a:tab pos="5314315" algn="l"/>
                <a:tab pos="5860415" algn="l"/>
                <a:tab pos="6594475" algn="l"/>
                <a:tab pos="8214359" algn="l"/>
                <a:tab pos="8813165" algn="l"/>
                <a:tab pos="9366885" algn="l"/>
              </a:tabLst>
            </a:pPr>
            <a:r>
              <a:rPr sz="1800" spc="35" dirty="0">
                <a:solidFill>
                  <a:srgbClr val="494949"/>
                </a:solidFill>
                <a:latin typeface="Tahoma"/>
                <a:cs typeface="Tahoma"/>
              </a:rPr>
              <a:t>Even	</a:t>
            </a:r>
            <a:r>
              <a:rPr sz="1800" spc="70" dirty="0">
                <a:solidFill>
                  <a:srgbClr val="494949"/>
                </a:solidFill>
                <a:latin typeface="Tahoma"/>
                <a:cs typeface="Tahoma"/>
              </a:rPr>
              <a:t>though	</a:t>
            </a:r>
            <a:r>
              <a:rPr sz="1800" spc="65" dirty="0">
                <a:solidFill>
                  <a:srgbClr val="494949"/>
                </a:solidFill>
                <a:latin typeface="Tahoma"/>
                <a:cs typeface="Tahoma"/>
              </a:rPr>
              <a:t>Decision	</a:t>
            </a:r>
            <a:r>
              <a:rPr sz="1800" spc="50" dirty="0">
                <a:solidFill>
                  <a:srgbClr val="494949"/>
                </a:solidFill>
                <a:latin typeface="Tahoma"/>
                <a:cs typeface="Tahoma"/>
              </a:rPr>
              <a:t>trees	are	</a:t>
            </a:r>
            <a:r>
              <a:rPr sz="1800" spc="60" dirty="0">
                <a:solidFill>
                  <a:srgbClr val="494949"/>
                </a:solidFill>
                <a:latin typeface="Tahoma"/>
                <a:cs typeface="Tahoma"/>
              </a:rPr>
              <a:t>convenient	</a:t>
            </a:r>
            <a:r>
              <a:rPr sz="1800" spc="80" dirty="0">
                <a:solidFill>
                  <a:srgbClr val="494949"/>
                </a:solidFill>
                <a:latin typeface="Tahoma"/>
                <a:cs typeface="Tahoma"/>
              </a:rPr>
              <a:t>and	</a:t>
            </a:r>
            <a:r>
              <a:rPr sz="1800" spc="40" dirty="0">
                <a:solidFill>
                  <a:srgbClr val="494949"/>
                </a:solidFill>
                <a:latin typeface="Tahoma"/>
                <a:cs typeface="Tahoma"/>
              </a:rPr>
              <a:t>easily	</a:t>
            </a:r>
            <a:r>
              <a:rPr sz="1800" spc="65" dirty="0">
                <a:solidFill>
                  <a:srgbClr val="494949"/>
                </a:solidFill>
                <a:latin typeface="Tahoma"/>
                <a:cs typeface="Tahoma"/>
              </a:rPr>
              <a:t>implemented,	</a:t>
            </a:r>
            <a:r>
              <a:rPr sz="1800" spc="40" dirty="0">
                <a:solidFill>
                  <a:srgbClr val="494949"/>
                </a:solidFill>
                <a:latin typeface="Tahoma"/>
                <a:cs typeface="Tahoma"/>
              </a:rPr>
              <a:t>they	lack	</a:t>
            </a:r>
            <a:r>
              <a:rPr sz="1800" spc="20" dirty="0">
                <a:solidFill>
                  <a:srgbClr val="494949"/>
                </a:solidFill>
                <a:latin typeface="Tahoma"/>
                <a:cs typeface="Tahoma"/>
              </a:rPr>
              <a:t>accuracy.</a:t>
            </a:r>
            <a:endParaRPr sz="1800">
              <a:latin typeface="Tahoma"/>
              <a:cs typeface="Tahoma"/>
            </a:endParaRPr>
          </a:p>
        </p:txBody>
      </p:sp>
      <p:sp>
        <p:nvSpPr>
          <p:cNvPr id="6" name="object 6"/>
          <p:cNvSpPr txBox="1"/>
          <p:nvPr/>
        </p:nvSpPr>
        <p:spPr>
          <a:xfrm>
            <a:off x="1145539" y="2796285"/>
            <a:ext cx="10128885" cy="299720"/>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494949"/>
                </a:solidFill>
                <a:latin typeface="Tahoma"/>
                <a:cs typeface="Tahoma"/>
              </a:rPr>
              <a:t>Decision</a:t>
            </a:r>
            <a:r>
              <a:rPr sz="1800" spc="185" dirty="0">
                <a:solidFill>
                  <a:srgbClr val="494949"/>
                </a:solidFill>
                <a:latin typeface="Tahoma"/>
                <a:cs typeface="Tahoma"/>
              </a:rPr>
              <a:t> </a:t>
            </a:r>
            <a:r>
              <a:rPr sz="1800" spc="45" dirty="0">
                <a:solidFill>
                  <a:srgbClr val="494949"/>
                </a:solidFill>
                <a:latin typeface="Tahoma"/>
                <a:cs typeface="Tahoma"/>
              </a:rPr>
              <a:t>trees</a:t>
            </a:r>
            <a:r>
              <a:rPr sz="1800" spc="200" dirty="0">
                <a:solidFill>
                  <a:srgbClr val="494949"/>
                </a:solidFill>
                <a:latin typeface="Tahoma"/>
                <a:cs typeface="Tahoma"/>
              </a:rPr>
              <a:t> </a:t>
            </a:r>
            <a:r>
              <a:rPr sz="1800" spc="75" dirty="0">
                <a:solidFill>
                  <a:srgbClr val="494949"/>
                </a:solidFill>
                <a:latin typeface="Tahoma"/>
                <a:cs typeface="Tahoma"/>
              </a:rPr>
              <a:t>work</a:t>
            </a:r>
            <a:r>
              <a:rPr sz="1800" spc="180" dirty="0">
                <a:solidFill>
                  <a:srgbClr val="494949"/>
                </a:solidFill>
                <a:latin typeface="Tahoma"/>
                <a:cs typeface="Tahoma"/>
              </a:rPr>
              <a:t> </a:t>
            </a:r>
            <a:r>
              <a:rPr sz="1800" spc="40" dirty="0">
                <a:solidFill>
                  <a:srgbClr val="494949"/>
                </a:solidFill>
                <a:latin typeface="Tahoma"/>
                <a:cs typeface="Tahoma"/>
              </a:rPr>
              <a:t>very</a:t>
            </a:r>
            <a:r>
              <a:rPr sz="1800" spc="195" dirty="0">
                <a:solidFill>
                  <a:srgbClr val="494949"/>
                </a:solidFill>
                <a:latin typeface="Tahoma"/>
                <a:cs typeface="Tahoma"/>
              </a:rPr>
              <a:t> </a:t>
            </a:r>
            <a:r>
              <a:rPr sz="1800" spc="30" dirty="0">
                <a:solidFill>
                  <a:srgbClr val="494949"/>
                </a:solidFill>
                <a:latin typeface="Tahoma"/>
                <a:cs typeface="Tahoma"/>
              </a:rPr>
              <a:t>effectively</a:t>
            </a:r>
            <a:r>
              <a:rPr sz="1800" spc="190" dirty="0">
                <a:solidFill>
                  <a:srgbClr val="494949"/>
                </a:solidFill>
                <a:latin typeface="Tahoma"/>
                <a:cs typeface="Tahoma"/>
              </a:rPr>
              <a:t> </a:t>
            </a:r>
            <a:r>
              <a:rPr sz="1800" spc="60" dirty="0">
                <a:solidFill>
                  <a:srgbClr val="494949"/>
                </a:solidFill>
                <a:latin typeface="Tahoma"/>
                <a:cs typeface="Tahoma"/>
              </a:rPr>
              <a:t>with</a:t>
            </a:r>
            <a:r>
              <a:rPr sz="1800" spc="175" dirty="0">
                <a:solidFill>
                  <a:srgbClr val="494949"/>
                </a:solidFill>
                <a:latin typeface="Tahoma"/>
                <a:cs typeface="Tahoma"/>
              </a:rPr>
              <a:t> </a:t>
            </a:r>
            <a:r>
              <a:rPr sz="1800" spc="65" dirty="0">
                <a:solidFill>
                  <a:srgbClr val="494949"/>
                </a:solidFill>
                <a:latin typeface="Tahoma"/>
                <a:cs typeface="Tahoma"/>
              </a:rPr>
              <a:t>the</a:t>
            </a:r>
            <a:r>
              <a:rPr sz="1800" spc="190" dirty="0">
                <a:solidFill>
                  <a:srgbClr val="494949"/>
                </a:solidFill>
                <a:latin typeface="Tahoma"/>
                <a:cs typeface="Tahoma"/>
              </a:rPr>
              <a:t> </a:t>
            </a:r>
            <a:r>
              <a:rPr sz="1800" spc="45" dirty="0">
                <a:solidFill>
                  <a:srgbClr val="494949"/>
                </a:solidFill>
                <a:latin typeface="Tahoma"/>
                <a:cs typeface="Tahoma"/>
              </a:rPr>
              <a:t>training</a:t>
            </a:r>
            <a:r>
              <a:rPr sz="1800" spc="180" dirty="0">
                <a:solidFill>
                  <a:srgbClr val="494949"/>
                </a:solidFill>
                <a:latin typeface="Tahoma"/>
                <a:cs typeface="Tahoma"/>
              </a:rPr>
              <a:t> </a:t>
            </a:r>
            <a:r>
              <a:rPr sz="1800" spc="60" dirty="0">
                <a:solidFill>
                  <a:srgbClr val="494949"/>
                </a:solidFill>
                <a:latin typeface="Tahoma"/>
                <a:cs typeface="Tahoma"/>
              </a:rPr>
              <a:t>data</a:t>
            </a:r>
            <a:r>
              <a:rPr sz="1800" spc="180" dirty="0">
                <a:solidFill>
                  <a:srgbClr val="494949"/>
                </a:solidFill>
                <a:latin typeface="Tahoma"/>
                <a:cs typeface="Tahoma"/>
              </a:rPr>
              <a:t> </a:t>
            </a:r>
            <a:r>
              <a:rPr sz="1800" spc="50" dirty="0">
                <a:solidFill>
                  <a:srgbClr val="494949"/>
                </a:solidFill>
                <a:latin typeface="Tahoma"/>
                <a:cs typeface="Tahoma"/>
              </a:rPr>
              <a:t>that</a:t>
            </a:r>
            <a:r>
              <a:rPr sz="1800" spc="195" dirty="0">
                <a:solidFill>
                  <a:srgbClr val="494949"/>
                </a:solidFill>
                <a:latin typeface="Tahoma"/>
                <a:cs typeface="Tahoma"/>
              </a:rPr>
              <a:t> </a:t>
            </a:r>
            <a:r>
              <a:rPr sz="1800" spc="55" dirty="0">
                <a:solidFill>
                  <a:srgbClr val="494949"/>
                </a:solidFill>
                <a:latin typeface="Tahoma"/>
                <a:cs typeface="Tahoma"/>
              </a:rPr>
              <a:t>was</a:t>
            </a:r>
            <a:r>
              <a:rPr sz="1800" spc="180" dirty="0">
                <a:solidFill>
                  <a:srgbClr val="494949"/>
                </a:solidFill>
                <a:latin typeface="Tahoma"/>
                <a:cs typeface="Tahoma"/>
              </a:rPr>
              <a:t> </a:t>
            </a:r>
            <a:r>
              <a:rPr sz="1800" spc="75" dirty="0">
                <a:solidFill>
                  <a:srgbClr val="494949"/>
                </a:solidFill>
                <a:latin typeface="Tahoma"/>
                <a:cs typeface="Tahoma"/>
              </a:rPr>
              <a:t>used</a:t>
            </a:r>
            <a:r>
              <a:rPr sz="1800" spc="195" dirty="0">
                <a:solidFill>
                  <a:srgbClr val="494949"/>
                </a:solidFill>
                <a:latin typeface="Tahoma"/>
                <a:cs typeface="Tahoma"/>
              </a:rPr>
              <a:t> </a:t>
            </a:r>
            <a:r>
              <a:rPr sz="1800" spc="65" dirty="0">
                <a:solidFill>
                  <a:srgbClr val="494949"/>
                </a:solidFill>
                <a:latin typeface="Tahoma"/>
                <a:cs typeface="Tahoma"/>
              </a:rPr>
              <a:t>to</a:t>
            </a:r>
            <a:r>
              <a:rPr sz="1800" spc="185" dirty="0">
                <a:solidFill>
                  <a:srgbClr val="494949"/>
                </a:solidFill>
                <a:latin typeface="Tahoma"/>
                <a:cs typeface="Tahoma"/>
              </a:rPr>
              <a:t> </a:t>
            </a:r>
            <a:r>
              <a:rPr sz="1800" spc="75" dirty="0">
                <a:solidFill>
                  <a:srgbClr val="494949"/>
                </a:solidFill>
                <a:latin typeface="Tahoma"/>
                <a:cs typeface="Tahoma"/>
              </a:rPr>
              <a:t>build</a:t>
            </a:r>
            <a:r>
              <a:rPr sz="1800" spc="190" dirty="0">
                <a:solidFill>
                  <a:srgbClr val="494949"/>
                </a:solidFill>
                <a:latin typeface="Tahoma"/>
                <a:cs typeface="Tahoma"/>
              </a:rPr>
              <a:t> </a:t>
            </a:r>
            <a:r>
              <a:rPr sz="1800" spc="45" dirty="0">
                <a:solidFill>
                  <a:srgbClr val="494949"/>
                </a:solidFill>
                <a:latin typeface="Tahoma"/>
                <a:cs typeface="Tahoma"/>
              </a:rPr>
              <a:t>them,</a:t>
            </a:r>
            <a:r>
              <a:rPr sz="1800" spc="180" dirty="0">
                <a:solidFill>
                  <a:srgbClr val="494949"/>
                </a:solidFill>
                <a:latin typeface="Tahoma"/>
                <a:cs typeface="Tahoma"/>
              </a:rPr>
              <a:t> </a:t>
            </a:r>
            <a:r>
              <a:rPr sz="1800" spc="75" dirty="0">
                <a:solidFill>
                  <a:srgbClr val="494949"/>
                </a:solidFill>
                <a:latin typeface="Tahoma"/>
                <a:cs typeface="Tahoma"/>
              </a:rPr>
              <a:t>but</a:t>
            </a:r>
            <a:endParaRPr sz="1800">
              <a:latin typeface="Tahoma"/>
              <a:cs typeface="Tahoma"/>
            </a:endParaRPr>
          </a:p>
        </p:txBody>
      </p:sp>
      <p:sp>
        <p:nvSpPr>
          <p:cNvPr id="7" name="object 7"/>
          <p:cNvSpPr txBox="1"/>
          <p:nvPr/>
        </p:nvSpPr>
        <p:spPr>
          <a:xfrm>
            <a:off x="1145539" y="2988309"/>
            <a:ext cx="10128885" cy="299720"/>
          </a:xfrm>
          <a:prstGeom prst="rect">
            <a:avLst/>
          </a:prstGeom>
        </p:spPr>
        <p:txBody>
          <a:bodyPr vert="horz" wrap="square" lIns="0" tIns="12700" rIns="0" bIns="0" rtlCol="0">
            <a:spAutoFit/>
          </a:bodyPr>
          <a:lstStyle/>
          <a:p>
            <a:pPr marL="12700">
              <a:lnSpc>
                <a:spcPct val="100000"/>
              </a:lnSpc>
              <a:spcBef>
                <a:spcPts val="100"/>
              </a:spcBef>
            </a:pPr>
            <a:r>
              <a:rPr sz="1800" spc="30" dirty="0">
                <a:solidFill>
                  <a:srgbClr val="494949"/>
                </a:solidFill>
                <a:latin typeface="Tahoma"/>
                <a:cs typeface="Tahoma"/>
              </a:rPr>
              <a:t>they’re</a:t>
            </a:r>
            <a:r>
              <a:rPr sz="1800" spc="434" dirty="0">
                <a:solidFill>
                  <a:srgbClr val="494949"/>
                </a:solidFill>
                <a:latin typeface="Tahoma"/>
                <a:cs typeface="Tahoma"/>
              </a:rPr>
              <a:t> </a:t>
            </a:r>
            <a:r>
              <a:rPr sz="1800" spc="75" dirty="0">
                <a:solidFill>
                  <a:srgbClr val="494949"/>
                </a:solidFill>
                <a:latin typeface="Tahoma"/>
                <a:cs typeface="Tahoma"/>
              </a:rPr>
              <a:t>not</a:t>
            </a:r>
            <a:r>
              <a:rPr sz="1800" spc="440" dirty="0">
                <a:solidFill>
                  <a:srgbClr val="494949"/>
                </a:solidFill>
                <a:latin typeface="Tahoma"/>
                <a:cs typeface="Tahoma"/>
              </a:rPr>
              <a:t> </a:t>
            </a:r>
            <a:r>
              <a:rPr sz="1800" spc="45" dirty="0">
                <a:solidFill>
                  <a:srgbClr val="494949"/>
                </a:solidFill>
                <a:latin typeface="Tahoma"/>
                <a:cs typeface="Tahoma"/>
              </a:rPr>
              <a:t>flexible</a:t>
            </a:r>
            <a:r>
              <a:rPr sz="1800" spc="425" dirty="0">
                <a:solidFill>
                  <a:srgbClr val="494949"/>
                </a:solidFill>
                <a:latin typeface="Tahoma"/>
                <a:cs typeface="Tahoma"/>
              </a:rPr>
              <a:t> </a:t>
            </a:r>
            <a:r>
              <a:rPr sz="1800" spc="80" dirty="0">
                <a:solidFill>
                  <a:srgbClr val="494949"/>
                </a:solidFill>
                <a:latin typeface="Tahoma"/>
                <a:cs typeface="Tahoma"/>
              </a:rPr>
              <a:t>when</a:t>
            </a:r>
            <a:r>
              <a:rPr sz="1800" spc="425" dirty="0">
                <a:solidFill>
                  <a:srgbClr val="494949"/>
                </a:solidFill>
                <a:latin typeface="Tahoma"/>
                <a:cs typeface="Tahoma"/>
              </a:rPr>
              <a:t> </a:t>
            </a:r>
            <a:r>
              <a:rPr sz="1800" spc="30" dirty="0">
                <a:solidFill>
                  <a:srgbClr val="494949"/>
                </a:solidFill>
                <a:latin typeface="Tahoma"/>
                <a:cs typeface="Tahoma"/>
              </a:rPr>
              <a:t>it</a:t>
            </a:r>
            <a:r>
              <a:rPr sz="1800" spc="440" dirty="0">
                <a:solidFill>
                  <a:srgbClr val="494949"/>
                </a:solidFill>
                <a:latin typeface="Tahoma"/>
                <a:cs typeface="Tahoma"/>
              </a:rPr>
              <a:t> </a:t>
            </a:r>
            <a:r>
              <a:rPr sz="1800" spc="75" dirty="0">
                <a:solidFill>
                  <a:srgbClr val="494949"/>
                </a:solidFill>
                <a:latin typeface="Tahoma"/>
                <a:cs typeface="Tahoma"/>
              </a:rPr>
              <a:t>comes</a:t>
            </a:r>
            <a:r>
              <a:rPr sz="1800" spc="440" dirty="0">
                <a:solidFill>
                  <a:srgbClr val="494949"/>
                </a:solidFill>
                <a:latin typeface="Tahoma"/>
                <a:cs typeface="Tahoma"/>
              </a:rPr>
              <a:t> </a:t>
            </a:r>
            <a:r>
              <a:rPr sz="1800" spc="70" dirty="0">
                <a:solidFill>
                  <a:srgbClr val="494949"/>
                </a:solidFill>
                <a:latin typeface="Tahoma"/>
                <a:cs typeface="Tahoma"/>
              </a:rPr>
              <a:t>to</a:t>
            </a:r>
            <a:r>
              <a:rPr sz="1800" spc="434" dirty="0">
                <a:solidFill>
                  <a:srgbClr val="494949"/>
                </a:solidFill>
                <a:latin typeface="Tahoma"/>
                <a:cs typeface="Tahoma"/>
              </a:rPr>
              <a:t> </a:t>
            </a:r>
            <a:r>
              <a:rPr sz="1800" spc="35" dirty="0">
                <a:solidFill>
                  <a:srgbClr val="494949"/>
                </a:solidFill>
                <a:latin typeface="Tahoma"/>
                <a:cs typeface="Tahoma"/>
              </a:rPr>
              <a:t>classifying</a:t>
            </a:r>
            <a:r>
              <a:rPr sz="1800" spc="440" dirty="0">
                <a:solidFill>
                  <a:srgbClr val="494949"/>
                </a:solidFill>
                <a:latin typeface="Tahoma"/>
                <a:cs typeface="Tahoma"/>
              </a:rPr>
              <a:t> </a:t>
            </a:r>
            <a:r>
              <a:rPr sz="1800" spc="60" dirty="0">
                <a:solidFill>
                  <a:srgbClr val="494949"/>
                </a:solidFill>
                <a:latin typeface="Tahoma"/>
                <a:cs typeface="Tahoma"/>
              </a:rPr>
              <a:t>the</a:t>
            </a:r>
            <a:r>
              <a:rPr sz="1800" spc="434" dirty="0">
                <a:solidFill>
                  <a:srgbClr val="494949"/>
                </a:solidFill>
                <a:latin typeface="Tahoma"/>
                <a:cs typeface="Tahoma"/>
              </a:rPr>
              <a:t> </a:t>
            </a:r>
            <a:r>
              <a:rPr sz="1800" spc="60" dirty="0">
                <a:solidFill>
                  <a:srgbClr val="494949"/>
                </a:solidFill>
                <a:latin typeface="Tahoma"/>
                <a:cs typeface="Tahoma"/>
              </a:rPr>
              <a:t>new</a:t>
            </a:r>
            <a:r>
              <a:rPr sz="1800" spc="434" dirty="0">
                <a:solidFill>
                  <a:srgbClr val="494949"/>
                </a:solidFill>
                <a:latin typeface="Tahoma"/>
                <a:cs typeface="Tahoma"/>
              </a:rPr>
              <a:t> </a:t>
            </a:r>
            <a:r>
              <a:rPr sz="1800" spc="50" dirty="0">
                <a:solidFill>
                  <a:srgbClr val="494949"/>
                </a:solidFill>
                <a:latin typeface="Tahoma"/>
                <a:cs typeface="Tahoma"/>
              </a:rPr>
              <a:t>sample.</a:t>
            </a:r>
            <a:r>
              <a:rPr sz="1800" spc="434" dirty="0">
                <a:solidFill>
                  <a:srgbClr val="494949"/>
                </a:solidFill>
                <a:latin typeface="Tahoma"/>
                <a:cs typeface="Tahoma"/>
              </a:rPr>
              <a:t> </a:t>
            </a:r>
            <a:r>
              <a:rPr sz="1800" spc="60" dirty="0">
                <a:solidFill>
                  <a:srgbClr val="494949"/>
                </a:solidFill>
                <a:latin typeface="Tahoma"/>
                <a:cs typeface="Tahoma"/>
              </a:rPr>
              <a:t>Which</a:t>
            </a:r>
            <a:r>
              <a:rPr sz="1800" spc="434" dirty="0">
                <a:solidFill>
                  <a:srgbClr val="494949"/>
                </a:solidFill>
                <a:latin typeface="Tahoma"/>
                <a:cs typeface="Tahoma"/>
              </a:rPr>
              <a:t> </a:t>
            </a:r>
            <a:r>
              <a:rPr sz="1800" spc="80" dirty="0">
                <a:solidFill>
                  <a:srgbClr val="494949"/>
                </a:solidFill>
                <a:latin typeface="Tahoma"/>
                <a:cs typeface="Tahoma"/>
              </a:rPr>
              <a:t>means</a:t>
            </a:r>
            <a:r>
              <a:rPr sz="1800" spc="434" dirty="0">
                <a:solidFill>
                  <a:srgbClr val="494949"/>
                </a:solidFill>
                <a:latin typeface="Tahoma"/>
                <a:cs typeface="Tahoma"/>
              </a:rPr>
              <a:t> </a:t>
            </a:r>
            <a:r>
              <a:rPr sz="1800" spc="50" dirty="0">
                <a:solidFill>
                  <a:srgbClr val="494949"/>
                </a:solidFill>
                <a:latin typeface="Tahoma"/>
                <a:cs typeface="Tahoma"/>
              </a:rPr>
              <a:t>that</a:t>
            </a:r>
            <a:r>
              <a:rPr sz="1800" spc="440" dirty="0">
                <a:solidFill>
                  <a:srgbClr val="494949"/>
                </a:solidFill>
                <a:latin typeface="Tahoma"/>
                <a:cs typeface="Tahoma"/>
              </a:rPr>
              <a:t> </a:t>
            </a:r>
            <a:r>
              <a:rPr sz="1800" spc="60" dirty="0">
                <a:solidFill>
                  <a:srgbClr val="494949"/>
                </a:solidFill>
                <a:latin typeface="Tahoma"/>
                <a:cs typeface="Tahoma"/>
              </a:rPr>
              <a:t>the</a:t>
            </a:r>
            <a:endParaRPr sz="1800">
              <a:latin typeface="Tahoma"/>
              <a:cs typeface="Tahoma"/>
            </a:endParaRPr>
          </a:p>
        </p:txBody>
      </p:sp>
      <p:sp>
        <p:nvSpPr>
          <p:cNvPr id="8" name="object 8"/>
          <p:cNvSpPr txBox="1"/>
          <p:nvPr/>
        </p:nvSpPr>
        <p:spPr>
          <a:xfrm>
            <a:off x="916939" y="3135376"/>
            <a:ext cx="5488940" cy="664210"/>
          </a:xfrm>
          <a:prstGeom prst="rect">
            <a:avLst/>
          </a:prstGeom>
        </p:spPr>
        <p:txBody>
          <a:bodyPr vert="horz" wrap="square" lIns="0" tIns="57150" rIns="0" bIns="0" rtlCol="0">
            <a:spAutoFit/>
          </a:bodyPr>
          <a:lstStyle/>
          <a:p>
            <a:pPr marL="241300">
              <a:lnSpc>
                <a:spcPct val="100000"/>
              </a:lnSpc>
              <a:spcBef>
                <a:spcPts val="450"/>
              </a:spcBef>
            </a:pPr>
            <a:r>
              <a:rPr sz="1800" spc="35" dirty="0">
                <a:solidFill>
                  <a:srgbClr val="494949"/>
                </a:solidFill>
                <a:latin typeface="Tahoma"/>
                <a:cs typeface="Tahoma"/>
              </a:rPr>
              <a:t>accuracy</a:t>
            </a:r>
            <a:r>
              <a:rPr sz="1800" spc="-80" dirty="0">
                <a:solidFill>
                  <a:srgbClr val="494949"/>
                </a:solidFill>
                <a:latin typeface="Tahoma"/>
                <a:cs typeface="Tahoma"/>
              </a:rPr>
              <a:t> </a:t>
            </a:r>
            <a:r>
              <a:rPr sz="1800" spc="70" dirty="0">
                <a:solidFill>
                  <a:srgbClr val="494949"/>
                </a:solidFill>
                <a:latin typeface="Tahoma"/>
                <a:cs typeface="Tahoma"/>
              </a:rPr>
              <a:t>during</a:t>
            </a:r>
            <a:r>
              <a:rPr sz="1800" spc="-114" dirty="0">
                <a:solidFill>
                  <a:srgbClr val="494949"/>
                </a:solidFill>
                <a:latin typeface="Tahoma"/>
                <a:cs typeface="Tahoma"/>
              </a:rPr>
              <a:t> </a:t>
            </a:r>
            <a:r>
              <a:rPr sz="1800" spc="45" dirty="0">
                <a:solidFill>
                  <a:srgbClr val="494949"/>
                </a:solidFill>
                <a:latin typeface="Tahoma"/>
                <a:cs typeface="Tahoma"/>
              </a:rPr>
              <a:t>testing</a:t>
            </a:r>
            <a:r>
              <a:rPr sz="1800" spc="-100" dirty="0">
                <a:solidFill>
                  <a:srgbClr val="494949"/>
                </a:solidFill>
                <a:latin typeface="Tahoma"/>
                <a:cs typeface="Tahoma"/>
              </a:rPr>
              <a:t> </a:t>
            </a:r>
            <a:r>
              <a:rPr sz="1800" spc="75" dirty="0">
                <a:solidFill>
                  <a:srgbClr val="494949"/>
                </a:solidFill>
                <a:latin typeface="Tahoma"/>
                <a:cs typeface="Tahoma"/>
              </a:rPr>
              <a:t>phase</a:t>
            </a:r>
            <a:r>
              <a:rPr sz="1800" spc="-105" dirty="0">
                <a:solidFill>
                  <a:srgbClr val="494949"/>
                </a:solidFill>
                <a:latin typeface="Tahoma"/>
                <a:cs typeface="Tahoma"/>
              </a:rPr>
              <a:t> </a:t>
            </a:r>
            <a:r>
              <a:rPr sz="1800" spc="45" dirty="0">
                <a:solidFill>
                  <a:srgbClr val="494949"/>
                </a:solidFill>
                <a:latin typeface="Tahoma"/>
                <a:cs typeface="Tahoma"/>
              </a:rPr>
              <a:t>is</a:t>
            </a:r>
            <a:r>
              <a:rPr sz="1800" spc="-110" dirty="0">
                <a:solidFill>
                  <a:srgbClr val="494949"/>
                </a:solidFill>
                <a:latin typeface="Tahoma"/>
                <a:cs typeface="Tahoma"/>
              </a:rPr>
              <a:t> </a:t>
            </a:r>
            <a:r>
              <a:rPr sz="1800" spc="35" dirty="0">
                <a:solidFill>
                  <a:srgbClr val="494949"/>
                </a:solidFill>
                <a:latin typeface="Tahoma"/>
                <a:cs typeface="Tahoma"/>
              </a:rPr>
              <a:t>very</a:t>
            </a:r>
            <a:r>
              <a:rPr sz="1800" spc="-85" dirty="0">
                <a:solidFill>
                  <a:srgbClr val="494949"/>
                </a:solidFill>
                <a:latin typeface="Tahoma"/>
                <a:cs typeface="Tahoma"/>
              </a:rPr>
              <a:t> </a:t>
            </a:r>
            <a:r>
              <a:rPr sz="1800" spc="5" dirty="0">
                <a:solidFill>
                  <a:srgbClr val="494949"/>
                </a:solidFill>
                <a:latin typeface="Tahoma"/>
                <a:cs typeface="Tahoma"/>
              </a:rPr>
              <a:t>low.</a:t>
            </a:r>
            <a:endParaRPr sz="1800">
              <a:latin typeface="Tahoma"/>
              <a:cs typeface="Tahoma"/>
            </a:endParaRPr>
          </a:p>
          <a:p>
            <a:pPr marL="241300" indent="-228600">
              <a:lnSpc>
                <a:spcPct val="100000"/>
              </a:lnSpc>
              <a:spcBef>
                <a:spcPts val="355"/>
              </a:spcBef>
              <a:buFont typeface="Arial MT"/>
              <a:buChar char="•"/>
              <a:tabLst>
                <a:tab pos="240665" algn="l"/>
                <a:tab pos="241300" algn="l"/>
              </a:tabLst>
            </a:pPr>
            <a:r>
              <a:rPr sz="1800" spc="30" dirty="0">
                <a:solidFill>
                  <a:srgbClr val="494949"/>
                </a:solidFill>
                <a:latin typeface="Tahoma"/>
                <a:cs typeface="Tahoma"/>
              </a:rPr>
              <a:t>This</a:t>
            </a:r>
            <a:r>
              <a:rPr sz="1800" spc="-105" dirty="0">
                <a:solidFill>
                  <a:srgbClr val="494949"/>
                </a:solidFill>
                <a:latin typeface="Tahoma"/>
                <a:cs typeface="Tahoma"/>
              </a:rPr>
              <a:t> </a:t>
            </a:r>
            <a:r>
              <a:rPr sz="1800" spc="85" dirty="0">
                <a:solidFill>
                  <a:srgbClr val="494949"/>
                </a:solidFill>
                <a:latin typeface="Tahoma"/>
                <a:cs typeface="Tahoma"/>
              </a:rPr>
              <a:t>happens</a:t>
            </a:r>
            <a:r>
              <a:rPr sz="1800" spc="-125" dirty="0">
                <a:solidFill>
                  <a:srgbClr val="494949"/>
                </a:solidFill>
                <a:latin typeface="Tahoma"/>
                <a:cs typeface="Tahoma"/>
              </a:rPr>
              <a:t> </a:t>
            </a:r>
            <a:r>
              <a:rPr sz="1800" spc="90" dirty="0">
                <a:solidFill>
                  <a:srgbClr val="494949"/>
                </a:solidFill>
                <a:latin typeface="Tahoma"/>
                <a:cs typeface="Tahoma"/>
              </a:rPr>
              <a:t>due</a:t>
            </a:r>
            <a:r>
              <a:rPr sz="1800" spc="-110" dirty="0">
                <a:solidFill>
                  <a:srgbClr val="494949"/>
                </a:solidFill>
                <a:latin typeface="Tahoma"/>
                <a:cs typeface="Tahoma"/>
              </a:rPr>
              <a:t> </a:t>
            </a:r>
            <a:r>
              <a:rPr sz="1800" spc="70" dirty="0">
                <a:solidFill>
                  <a:srgbClr val="494949"/>
                </a:solidFill>
                <a:latin typeface="Tahoma"/>
                <a:cs typeface="Tahoma"/>
              </a:rPr>
              <a:t>to</a:t>
            </a:r>
            <a:r>
              <a:rPr sz="1800" spc="-100" dirty="0">
                <a:solidFill>
                  <a:srgbClr val="494949"/>
                </a:solidFill>
                <a:latin typeface="Tahoma"/>
                <a:cs typeface="Tahoma"/>
              </a:rPr>
              <a:t> </a:t>
            </a:r>
            <a:r>
              <a:rPr sz="1800" spc="55" dirty="0">
                <a:solidFill>
                  <a:srgbClr val="494949"/>
                </a:solidFill>
                <a:latin typeface="Tahoma"/>
                <a:cs typeface="Tahoma"/>
              </a:rPr>
              <a:t>a</a:t>
            </a:r>
            <a:r>
              <a:rPr sz="1800" spc="-114" dirty="0">
                <a:solidFill>
                  <a:srgbClr val="494949"/>
                </a:solidFill>
                <a:latin typeface="Tahoma"/>
                <a:cs typeface="Tahoma"/>
              </a:rPr>
              <a:t> </a:t>
            </a:r>
            <a:r>
              <a:rPr sz="1800" spc="65" dirty="0">
                <a:solidFill>
                  <a:srgbClr val="494949"/>
                </a:solidFill>
                <a:latin typeface="Tahoma"/>
                <a:cs typeface="Tahoma"/>
              </a:rPr>
              <a:t>process</a:t>
            </a:r>
            <a:r>
              <a:rPr sz="1800" spc="-90" dirty="0">
                <a:solidFill>
                  <a:srgbClr val="494949"/>
                </a:solidFill>
                <a:latin typeface="Tahoma"/>
                <a:cs typeface="Tahoma"/>
              </a:rPr>
              <a:t> </a:t>
            </a:r>
            <a:r>
              <a:rPr sz="1800" spc="50" dirty="0">
                <a:solidFill>
                  <a:srgbClr val="494949"/>
                </a:solidFill>
                <a:latin typeface="Tahoma"/>
                <a:cs typeface="Tahoma"/>
              </a:rPr>
              <a:t>called</a:t>
            </a:r>
            <a:r>
              <a:rPr sz="1800" spc="-114" dirty="0">
                <a:solidFill>
                  <a:srgbClr val="494949"/>
                </a:solidFill>
                <a:latin typeface="Tahoma"/>
                <a:cs typeface="Tahoma"/>
              </a:rPr>
              <a:t> </a:t>
            </a:r>
            <a:r>
              <a:rPr sz="1800" spc="30" dirty="0">
                <a:solidFill>
                  <a:srgbClr val="494949"/>
                </a:solidFill>
                <a:latin typeface="Tahoma"/>
                <a:cs typeface="Tahoma"/>
              </a:rPr>
              <a:t>Over-fitting.</a:t>
            </a:r>
            <a:endParaRPr sz="1800">
              <a:latin typeface="Tahoma"/>
              <a:cs typeface="Tahoma"/>
            </a:endParaRPr>
          </a:p>
        </p:txBody>
      </p:sp>
      <p:sp>
        <p:nvSpPr>
          <p:cNvPr id="9" name="object 9"/>
          <p:cNvSpPr txBox="1"/>
          <p:nvPr/>
        </p:nvSpPr>
        <p:spPr>
          <a:xfrm>
            <a:off x="916939" y="3818890"/>
            <a:ext cx="10354310" cy="810260"/>
          </a:xfrm>
          <a:prstGeom prst="rect">
            <a:avLst/>
          </a:prstGeom>
        </p:spPr>
        <p:txBody>
          <a:bodyPr vert="horz" wrap="square" lIns="0" tIns="94615" rIns="0" bIns="0" rtlCol="0">
            <a:spAutoFit/>
          </a:bodyPr>
          <a:lstStyle/>
          <a:p>
            <a:pPr marL="241300" marR="223520" indent="-228600">
              <a:lnSpc>
                <a:spcPct val="70000"/>
              </a:lnSpc>
              <a:spcBef>
                <a:spcPts val="745"/>
              </a:spcBef>
              <a:buFont typeface="Arial MT"/>
              <a:buChar char="•"/>
              <a:tabLst>
                <a:tab pos="240665" algn="l"/>
                <a:tab pos="241300" algn="l"/>
              </a:tabLst>
            </a:pPr>
            <a:r>
              <a:rPr sz="1800" spc="40" dirty="0">
                <a:solidFill>
                  <a:srgbClr val="494949"/>
                </a:solidFill>
                <a:latin typeface="Tahoma"/>
                <a:cs typeface="Tahoma"/>
              </a:rPr>
              <a:t>Over-fitting</a:t>
            </a:r>
            <a:r>
              <a:rPr sz="1800" spc="-114" dirty="0">
                <a:solidFill>
                  <a:srgbClr val="494949"/>
                </a:solidFill>
                <a:latin typeface="Tahoma"/>
                <a:cs typeface="Tahoma"/>
              </a:rPr>
              <a:t> </a:t>
            </a:r>
            <a:r>
              <a:rPr sz="1800" spc="65" dirty="0">
                <a:solidFill>
                  <a:srgbClr val="494949"/>
                </a:solidFill>
                <a:latin typeface="Tahoma"/>
                <a:cs typeface="Tahoma"/>
              </a:rPr>
              <a:t>occurs</a:t>
            </a:r>
            <a:r>
              <a:rPr sz="1800" spc="-85" dirty="0">
                <a:solidFill>
                  <a:srgbClr val="494949"/>
                </a:solidFill>
                <a:latin typeface="Tahoma"/>
                <a:cs typeface="Tahoma"/>
              </a:rPr>
              <a:t> </a:t>
            </a:r>
            <a:r>
              <a:rPr sz="1800" spc="80" dirty="0">
                <a:solidFill>
                  <a:srgbClr val="494949"/>
                </a:solidFill>
                <a:latin typeface="Tahoma"/>
                <a:cs typeface="Tahoma"/>
              </a:rPr>
              <a:t>when</a:t>
            </a:r>
            <a:r>
              <a:rPr sz="1800" spc="-105" dirty="0">
                <a:solidFill>
                  <a:srgbClr val="494949"/>
                </a:solidFill>
                <a:latin typeface="Tahoma"/>
                <a:cs typeface="Tahoma"/>
              </a:rPr>
              <a:t> </a:t>
            </a:r>
            <a:r>
              <a:rPr sz="1800" spc="55" dirty="0">
                <a:solidFill>
                  <a:srgbClr val="494949"/>
                </a:solidFill>
                <a:latin typeface="Tahoma"/>
                <a:cs typeface="Tahoma"/>
              </a:rPr>
              <a:t>a</a:t>
            </a:r>
            <a:r>
              <a:rPr sz="1800" spc="-90" dirty="0">
                <a:solidFill>
                  <a:srgbClr val="494949"/>
                </a:solidFill>
                <a:latin typeface="Tahoma"/>
                <a:cs typeface="Tahoma"/>
              </a:rPr>
              <a:t> </a:t>
            </a:r>
            <a:r>
              <a:rPr sz="1800" spc="90" dirty="0">
                <a:solidFill>
                  <a:srgbClr val="494949"/>
                </a:solidFill>
                <a:latin typeface="Tahoma"/>
                <a:cs typeface="Tahoma"/>
              </a:rPr>
              <a:t>model</a:t>
            </a:r>
            <a:r>
              <a:rPr sz="1800" spc="-105" dirty="0">
                <a:solidFill>
                  <a:srgbClr val="494949"/>
                </a:solidFill>
                <a:latin typeface="Tahoma"/>
                <a:cs typeface="Tahoma"/>
              </a:rPr>
              <a:t> </a:t>
            </a:r>
            <a:r>
              <a:rPr sz="1800" spc="60" dirty="0">
                <a:solidFill>
                  <a:srgbClr val="494949"/>
                </a:solidFill>
                <a:latin typeface="Tahoma"/>
                <a:cs typeface="Tahoma"/>
              </a:rPr>
              <a:t>studies</a:t>
            </a:r>
            <a:r>
              <a:rPr sz="1800" spc="-95" dirty="0">
                <a:solidFill>
                  <a:srgbClr val="494949"/>
                </a:solidFill>
                <a:latin typeface="Tahoma"/>
                <a:cs typeface="Tahoma"/>
              </a:rPr>
              <a:t> </a:t>
            </a:r>
            <a:r>
              <a:rPr sz="1800" spc="60" dirty="0">
                <a:solidFill>
                  <a:srgbClr val="494949"/>
                </a:solidFill>
                <a:latin typeface="Tahoma"/>
                <a:cs typeface="Tahoma"/>
              </a:rPr>
              <a:t>the</a:t>
            </a:r>
            <a:r>
              <a:rPr sz="1800" spc="-105" dirty="0">
                <a:solidFill>
                  <a:srgbClr val="494949"/>
                </a:solidFill>
                <a:latin typeface="Tahoma"/>
                <a:cs typeface="Tahoma"/>
              </a:rPr>
              <a:t> </a:t>
            </a:r>
            <a:r>
              <a:rPr sz="1800" spc="45" dirty="0">
                <a:solidFill>
                  <a:srgbClr val="494949"/>
                </a:solidFill>
                <a:latin typeface="Tahoma"/>
                <a:cs typeface="Tahoma"/>
              </a:rPr>
              <a:t>training</a:t>
            </a:r>
            <a:r>
              <a:rPr sz="1800" spc="-110" dirty="0">
                <a:solidFill>
                  <a:srgbClr val="494949"/>
                </a:solidFill>
                <a:latin typeface="Tahoma"/>
                <a:cs typeface="Tahoma"/>
              </a:rPr>
              <a:t> </a:t>
            </a:r>
            <a:r>
              <a:rPr sz="1800" spc="60" dirty="0">
                <a:solidFill>
                  <a:srgbClr val="494949"/>
                </a:solidFill>
                <a:latin typeface="Tahoma"/>
                <a:cs typeface="Tahoma"/>
              </a:rPr>
              <a:t>data</a:t>
            </a:r>
            <a:r>
              <a:rPr sz="1800" spc="-100" dirty="0">
                <a:solidFill>
                  <a:srgbClr val="494949"/>
                </a:solidFill>
                <a:latin typeface="Tahoma"/>
                <a:cs typeface="Tahoma"/>
              </a:rPr>
              <a:t> </a:t>
            </a:r>
            <a:r>
              <a:rPr sz="1800" spc="65" dirty="0">
                <a:solidFill>
                  <a:srgbClr val="494949"/>
                </a:solidFill>
                <a:latin typeface="Tahoma"/>
                <a:cs typeface="Tahoma"/>
              </a:rPr>
              <a:t>to</a:t>
            </a:r>
            <a:r>
              <a:rPr sz="1800" spc="-95" dirty="0">
                <a:solidFill>
                  <a:srgbClr val="494949"/>
                </a:solidFill>
                <a:latin typeface="Tahoma"/>
                <a:cs typeface="Tahoma"/>
              </a:rPr>
              <a:t> </a:t>
            </a:r>
            <a:r>
              <a:rPr sz="1800" spc="65" dirty="0">
                <a:solidFill>
                  <a:srgbClr val="494949"/>
                </a:solidFill>
                <a:latin typeface="Tahoma"/>
                <a:cs typeface="Tahoma"/>
              </a:rPr>
              <a:t>such</a:t>
            </a:r>
            <a:r>
              <a:rPr sz="1800" spc="-100" dirty="0">
                <a:solidFill>
                  <a:srgbClr val="494949"/>
                </a:solidFill>
                <a:latin typeface="Tahoma"/>
                <a:cs typeface="Tahoma"/>
              </a:rPr>
              <a:t> </a:t>
            </a:r>
            <a:r>
              <a:rPr sz="1800" spc="75" dirty="0">
                <a:solidFill>
                  <a:srgbClr val="494949"/>
                </a:solidFill>
                <a:latin typeface="Tahoma"/>
                <a:cs typeface="Tahoma"/>
              </a:rPr>
              <a:t>an</a:t>
            </a:r>
            <a:r>
              <a:rPr sz="1800" spc="-105" dirty="0">
                <a:solidFill>
                  <a:srgbClr val="494949"/>
                </a:solidFill>
                <a:latin typeface="Tahoma"/>
                <a:cs typeface="Tahoma"/>
              </a:rPr>
              <a:t> </a:t>
            </a:r>
            <a:r>
              <a:rPr sz="1800" spc="50" dirty="0">
                <a:solidFill>
                  <a:srgbClr val="494949"/>
                </a:solidFill>
                <a:latin typeface="Tahoma"/>
                <a:cs typeface="Tahoma"/>
              </a:rPr>
              <a:t>extent</a:t>
            </a:r>
            <a:r>
              <a:rPr sz="1800" spc="-90" dirty="0">
                <a:solidFill>
                  <a:srgbClr val="494949"/>
                </a:solidFill>
                <a:latin typeface="Tahoma"/>
                <a:cs typeface="Tahoma"/>
              </a:rPr>
              <a:t> </a:t>
            </a:r>
            <a:r>
              <a:rPr sz="1800" spc="50" dirty="0">
                <a:solidFill>
                  <a:srgbClr val="494949"/>
                </a:solidFill>
                <a:latin typeface="Tahoma"/>
                <a:cs typeface="Tahoma"/>
              </a:rPr>
              <a:t>that</a:t>
            </a:r>
            <a:r>
              <a:rPr sz="1800" spc="-105" dirty="0">
                <a:solidFill>
                  <a:srgbClr val="494949"/>
                </a:solidFill>
                <a:latin typeface="Tahoma"/>
                <a:cs typeface="Tahoma"/>
              </a:rPr>
              <a:t> </a:t>
            </a:r>
            <a:r>
              <a:rPr sz="1800" spc="35" dirty="0">
                <a:solidFill>
                  <a:srgbClr val="494949"/>
                </a:solidFill>
                <a:latin typeface="Tahoma"/>
                <a:cs typeface="Tahoma"/>
              </a:rPr>
              <a:t>it</a:t>
            </a:r>
            <a:r>
              <a:rPr sz="1800" spc="-90" dirty="0">
                <a:solidFill>
                  <a:srgbClr val="494949"/>
                </a:solidFill>
                <a:latin typeface="Tahoma"/>
                <a:cs typeface="Tahoma"/>
              </a:rPr>
              <a:t> </a:t>
            </a:r>
            <a:r>
              <a:rPr sz="1800" spc="35" dirty="0">
                <a:solidFill>
                  <a:srgbClr val="494949"/>
                </a:solidFill>
                <a:latin typeface="Tahoma"/>
                <a:cs typeface="Tahoma"/>
              </a:rPr>
              <a:t>negatively </a:t>
            </a:r>
            <a:r>
              <a:rPr sz="1800" spc="-550" dirty="0">
                <a:solidFill>
                  <a:srgbClr val="494949"/>
                </a:solidFill>
                <a:latin typeface="Tahoma"/>
                <a:cs typeface="Tahoma"/>
              </a:rPr>
              <a:t> </a:t>
            </a:r>
            <a:r>
              <a:rPr sz="1800" spc="60" dirty="0">
                <a:solidFill>
                  <a:srgbClr val="494949"/>
                </a:solidFill>
                <a:latin typeface="Tahoma"/>
                <a:cs typeface="Tahoma"/>
              </a:rPr>
              <a:t>influences</a:t>
            </a:r>
            <a:r>
              <a:rPr sz="1800" spc="-114" dirty="0">
                <a:solidFill>
                  <a:srgbClr val="494949"/>
                </a:solidFill>
                <a:latin typeface="Tahoma"/>
                <a:cs typeface="Tahoma"/>
              </a:rPr>
              <a:t> </a:t>
            </a:r>
            <a:r>
              <a:rPr sz="1800" spc="60" dirty="0">
                <a:solidFill>
                  <a:srgbClr val="494949"/>
                </a:solidFill>
                <a:latin typeface="Tahoma"/>
                <a:cs typeface="Tahoma"/>
              </a:rPr>
              <a:t>the</a:t>
            </a:r>
            <a:r>
              <a:rPr sz="1800" spc="-95" dirty="0">
                <a:solidFill>
                  <a:srgbClr val="494949"/>
                </a:solidFill>
                <a:latin typeface="Tahoma"/>
                <a:cs typeface="Tahoma"/>
              </a:rPr>
              <a:t> </a:t>
            </a:r>
            <a:r>
              <a:rPr sz="1800" spc="80" dirty="0">
                <a:solidFill>
                  <a:srgbClr val="494949"/>
                </a:solidFill>
                <a:latin typeface="Tahoma"/>
                <a:cs typeface="Tahoma"/>
              </a:rPr>
              <a:t>performance</a:t>
            </a:r>
            <a:r>
              <a:rPr sz="1800" spc="-90" dirty="0">
                <a:solidFill>
                  <a:srgbClr val="494949"/>
                </a:solidFill>
                <a:latin typeface="Tahoma"/>
                <a:cs typeface="Tahoma"/>
              </a:rPr>
              <a:t> </a:t>
            </a:r>
            <a:r>
              <a:rPr sz="1800" spc="70" dirty="0">
                <a:solidFill>
                  <a:srgbClr val="494949"/>
                </a:solidFill>
                <a:latin typeface="Tahoma"/>
                <a:cs typeface="Tahoma"/>
              </a:rPr>
              <a:t>of</a:t>
            </a:r>
            <a:r>
              <a:rPr sz="1800" spc="-95" dirty="0">
                <a:solidFill>
                  <a:srgbClr val="494949"/>
                </a:solidFill>
                <a:latin typeface="Tahoma"/>
                <a:cs typeface="Tahoma"/>
              </a:rPr>
              <a:t> </a:t>
            </a:r>
            <a:r>
              <a:rPr sz="1800" spc="60" dirty="0">
                <a:solidFill>
                  <a:srgbClr val="494949"/>
                </a:solidFill>
                <a:latin typeface="Tahoma"/>
                <a:cs typeface="Tahoma"/>
              </a:rPr>
              <a:t>the</a:t>
            </a:r>
            <a:r>
              <a:rPr sz="1800" spc="-105" dirty="0">
                <a:solidFill>
                  <a:srgbClr val="494949"/>
                </a:solidFill>
                <a:latin typeface="Tahoma"/>
                <a:cs typeface="Tahoma"/>
              </a:rPr>
              <a:t> </a:t>
            </a:r>
            <a:r>
              <a:rPr sz="1800" spc="90" dirty="0">
                <a:solidFill>
                  <a:srgbClr val="494949"/>
                </a:solidFill>
                <a:latin typeface="Tahoma"/>
                <a:cs typeface="Tahoma"/>
              </a:rPr>
              <a:t>model</a:t>
            </a:r>
            <a:r>
              <a:rPr sz="1800" spc="-105" dirty="0">
                <a:solidFill>
                  <a:srgbClr val="494949"/>
                </a:solidFill>
                <a:latin typeface="Tahoma"/>
                <a:cs typeface="Tahoma"/>
              </a:rPr>
              <a:t> </a:t>
            </a:r>
            <a:r>
              <a:rPr sz="1800" spc="105" dirty="0">
                <a:solidFill>
                  <a:srgbClr val="494949"/>
                </a:solidFill>
                <a:latin typeface="Tahoma"/>
                <a:cs typeface="Tahoma"/>
              </a:rPr>
              <a:t>on</a:t>
            </a:r>
            <a:r>
              <a:rPr sz="1800" spc="-105" dirty="0">
                <a:solidFill>
                  <a:srgbClr val="494949"/>
                </a:solidFill>
                <a:latin typeface="Tahoma"/>
                <a:cs typeface="Tahoma"/>
              </a:rPr>
              <a:t> </a:t>
            </a:r>
            <a:r>
              <a:rPr sz="1800" spc="60" dirty="0">
                <a:solidFill>
                  <a:srgbClr val="494949"/>
                </a:solidFill>
                <a:latin typeface="Tahoma"/>
                <a:cs typeface="Tahoma"/>
              </a:rPr>
              <a:t>new</a:t>
            </a:r>
            <a:r>
              <a:rPr sz="1800" spc="-105" dirty="0">
                <a:solidFill>
                  <a:srgbClr val="494949"/>
                </a:solidFill>
                <a:latin typeface="Tahoma"/>
                <a:cs typeface="Tahoma"/>
              </a:rPr>
              <a:t> </a:t>
            </a:r>
            <a:r>
              <a:rPr sz="1800" spc="35" dirty="0">
                <a:solidFill>
                  <a:srgbClr val="494949"/>
                </a:solidFill>
                <a:latin typeface="Tahoma"/>
                <a:cs typeface="Tahoma"/>
              </a:rPr>
              <a:t>data.</a:t>
            </a:r>
            <a:endParaRPr sz="1800">
              <a:latin typeface="Tahoma"/>
              <a:cs typeface="Tahoma"/>
            </a:endParaRPr>
          </a:p>
          <a:p>
            <a:pPr marL="241300" indent="-228600">
              <a:lnSpc>
                <a:spcPct val="100000"/>
              </a:lnSpc>
              <a:spcBef>
                <a:spcPts val="350"/>
              </a:spcBef>
              <a:buFont typeface="Arial MT"/>
              <a:buChar char="•"/>
              <a:tabLst>
                <a:tab pos="240665" algn="l"/>
                <a:tab pos="241300" algn="l"/>
              </a:tabLst>
            </a:pPr>
            <a:r>
              <a:rPr sz="1800" spc="30" dirty="0">
                <a:solidFill>
                  <a:srgbClr val="494949"/>
                </a:solidFill>
                <a:latin typeface="Tahoma"/>
                <a:cs typeface="Tahoma"/>
              </a:rPr>
              <a:t>This</a:t>
            </a:r>
            <a:r>
              <a:rPr sz="1800" spc="120" dirty="0">
                <a:solidFill>
                  <a:srgbClr val="494949"/>
                </a:solidFill>
                <a:latin typeface="Tahoma"/>
                <a:cs typeface="Tahoma"/>
              </a:rPr>
              <a:t> </a:t>
            </a:r>
            <a:r>
              <a:rPr sz="1800" spc="80" dirty="0">
                <a:solidFill>
                  <a:srgbClr val="494949"/>
                </a:solidFill>
                <a:latin typeface="Tahoma"/>
                <a:cs typeface="Tahoma"/>
              </a:rPr>
              <a:t>means</a:t>
            </a:r>
            <a:r>
              <a:rPr sz="1800" spc="114" dirty="0">
                <a:solidFill>
                  <a:srgbClr val="494949"/>
                </a:solidFill>
                <a:latin typeface="Tahoma"/>
                <a:cs typeface="Tahoma"/>
              </a:rPr>
              <a:t> </a:t>
            </a:r>
            <a:r>
              <a:rPr sz="1800" spc="55" dirty="0">
                <a:solidFill>
                  <a:srgbClr val="494949"/>
                </a:solidFill>
                <a:latin typeface="Tahoma"/>
                <a:cs typeface="Tahoma"/>
              </a:rPr>
              <a:t>that</a:t>
            </a:r>
            <a:r>
              <a:rPr sz="1800" spc="120" dirty="0">
                <a:solidFill>
                  <a:srgbClr val="494949"/>
                </a:solidFill>
                <a:latin typeface="Tahoma"/>
                <a:cs typeface="Tahoma"/>
              </a:rPr>
              <a:t> </a:t>
            </a:r>
            <a:r>
              <a:rPr sz="1800" spc="60" dirty="0">
                <a:solidFill>
                  <a:srgbClr val="494949"/>
                </a:solidFill>
                <a:latin typeface="Tahoma"/>
                <a:cs typeface="Tahoma"/>
              </a:rPr>
              <a:t>the</a:t>
            </a:r>
            <a:r>
              <a:rPr sz="1800" spc="114" dirty="0">
                <a:solidFill>
                  <a:srgbClr val="494949"/>
                </a:solidFill>
                <a:latin typeface="Tahoma"/>
                <a:cs typeface="Tahoma"/>
              </a:rPr>
              <a:t> </a:t>
            </a:r>
            <a:r>
              <a:rPr sz="1800" spc="65" dirty="0">
                <a:solidFill>
                  <a:srgbClr val="494949"/>
                </a:solidFill>
                <a:latin typeface="Tahoma"/>
                <a:cs typeface="Tahoma"/>
              </a:rPr>
              <a:t>disturbance</a:t>
            </a:r>
            <a:r>
              <a:rPr sz="1800" spc="114" dirty="0">
                <a:solidFill>
                  <a:srgbClr val="494949"/>
                </a:solidFill>
                <a:latin typeface="Tahoma"/>
                <a:cs typeface="Tahoma"/>
              </a:rPr>
              <a:t> </a:t>
            </a:r>
            <a:r>
              <a:rPr sz="1800" spc="65" dirty="0">
                <a:solidFill>
                  <a:srgbClr val="494949"/>
                </a:solidFill>
                <a:latin typeface="Tahoma"/>
                <a:cs typeface="Tahoma"/>
              </a:rPr>
              <a:t>in</a:t>
            </a:r>
            <a:r>
              <a:rPr sz="1800" spc="114" dirty="0">
                <a:solidFill>
                  <a:srgbClr val="494949"/>
                </a:solidFill>
                <a:latin typeface="Tahoma"/>
                <a:cs typeface="Tahoma"/>
              </a:rPr>
              <a:t> </a:t>
            </a:r>
            <a:r>
              <a:rPr sz="1800" spc="65" dirty="0">
                <a:solidFill>
                  <a:srgbClr val="494949"/>
                </a:solidFill>
                <a:latin typeface="Tahoma"/>
                <a:cs typeface="Tahoma"/>
              </a:rPr>
              <a:t>the</a:t>
            </a:r>
            <a:r>
              <a:rPr sz="1800" spc="110" dirty="0">
                <a:solidFill>
                  <a:srgbClr val="494949"/>
                </a:solidFill>
                <a:latin typeface="Tahoma"/>
                <a:cs typeface="Tahoma"/>
              </a:rPr>
              <a:t> </a:t>
            </a:r>
            <a:r>
              <a:rPr sz="1800" spc="45" dirty="0">
                <a:solidFill>
                  <a:srgbClr val="494949"/>
                </a:solidFill>
                <a:latin typeface="Tahoma"/>
                <a:cs typeface="Tahoma"/>
              </a:rPr>
              <a:t>training</a:t>
            </a:r>
            <a:r>
              <a:rPr sz="1800" spc="120" dirty="0">
                <a:solidFill>
                  <a:srgbClr val="494949"/>
                </a:solidFill>
                <a:latin typeface="Tahoma"/>
                <a:cs typeface="Tahoma"/>
              </a:rPr>
              <a:t> </a:t>
            </a:r>
            <a:r>
              <a:rPr sz="1800" spc="60" dirty="0">
                <a:solidFill>
                  <a:srgbClr val="494949"/>
                </a:solidFill>
                <a:latin typeface="Tahoma"/>
                <a:cs typeface="Tahoma"/>
              </a:rPr>
              <a:t>data</a:t>
            </a:r>
            <a:r>
              <a:rPr sz="1800" spc="100" dirty="0">
                <a:solidFill>
                  <a:srgbClr val="494949"/>
                </a:solidFill>
                <a:latin typeface="Tahoma"/>
                <a:cs typeface="Tahoma"/>
              </a:rPr>
              <a:t> </a:t>
            </a:r>
            <a:r>
              <a:rPr sz="1800" spc="45" dirty="0">
                <a:solidFill>
                  <a:srgbClr val="494949"/>
                </a:solidFill>
                <a:latin typeface="Tahoma"/>
                <a:cs typeface="Tahoma"/>
              </a:rPr>
              <a:t>is</a:t>
            </a:r>
            <a:r>
              <a:rPr sz="1800" spc="114" dirty="0">
                <a:solidFill>
                  <a:srgbClr val="494949"/>
                </a:solidFill>
                <a:latin typeface="Tahoma"/>
                <a:cs typeface="Tahoma"/>
              </a:rPr>
              <a:t> </a:t>
            </a:r>
            <a:r>
              <a:rPr sz="1800" spc="65" dirty="0">
                <a:solidFill>
                  <a:srgbClr val="494949"/>
                </a:solidFill>
                <a:latin typeface="Tahoma"/>
                <a:cs typeface="Tahoma"/>
              </a:rPr>
              <a:t>recorded</a:t>
            </a:r>
            <a:r>
              <a:rPr sz="1800" spc="120" dirty="0">
                <a:solidFill>
                  <a:srgbClr val="494949"/>
                </a:solidFill>
                <a:latin typeface="Tahoma"/>
                <a:cs typeface="Tahoma"/>
              </a:rPr>
              <a:t> </a:t>
            </a:r>
            <a:r>
              <a:rPr sz="1800" spc="80" dirty="0">
                <a:solidFill>
                  <a:srgbClr val="494949"/>
                </a:solidFill>
                <a:latin typeface="Tahoma"/>
                <a:cs typeface="Tahoma"/>
              </a:rPr>
              <a:t>and</a:t>
            </a:r>
            <a:r>
              <a:rPr sz="1800" spc="105" dirty="0">
                <a:solidFill>
                  <a:srgbClr val="494949"/>
                </a:solidFill>
                <a:latin typeface="Tahoma"/>
                <a:cs typeface="Tahoma"/>
              </a:rPr>
              <a:t> </a:t>
            </a:r>
            <a:r>
              <a:rPr sz="1800" spc="70" dirty="0">
                <a:solidFill>
                  <a:srgbClr val="494949"/>
                </a:solidFill>
                <a:latin typeface="Tahoma"/>
                <a:cs typeface="Tahoma"/>
              </a:rPr>
              <a:t>learned</a:t>
            </a:r>
            <a:r>
              <a:rPr sz="1800" spc="114" dirty="0">
                <a:solidFill>
                  <a:srgbClr val="494949"/>
                </a:solidFill>
                <a:latin typeface="Tahoma"/>
                <a:cs typeface="Tahoma"/>
              </a:rPr>
              <a:t> </a:t>
            </a:r>
            <a:r>
              <a:rPr sz="1800" spc="55" dirty="0">
                <a:solidFill>
                  <a:srgbClr val="494949"/>
                </a:solidFill>
                <a:latin typeface="Tahoma"/>
                <a:cs typeface="Tahoma"/>
              </a:rPr>
              <a:t>as</a:t>
            </a:r>
            <a:r>
              <a:rPr sz="1800" spc="120" dirty="0">
                <a:solidFill>
                  <a:srgbClr val="494949"/>
                </a:solidFill>
                <a:latin typeface="Tahoma"/>
                <a:cs typeface="Tahoma"/>
              </a:rPr>
              <a:t> </a:t>
            </a:r>
            <a:r>
              <a:rPr sz="1800" spc="60" dirty="0">
                <a:solidFill>
                  <a:srgbClr val="494949"/>
                </a:solidFill>
                <a:latin typeface="Tahoma"/>
                <a:cs typeface="Tahoma"/>
              </a:rPr>
              <a:t>concepts</a:t>
            </a:r>
            <a:r>
              <a:rPr sz="1800" spc="120" dirty="0">
                <a:solidFill>
                  <a:srgbClr val="494949"/>
                </a:solidFill>
                <a:latin typeface="Tahoma"/>
                <a:cs typeface="Tahoma"/>
              </a:rPr>
              <a:t> </a:t>
            </a:r>
            <a:r>
              <a:rPr sz="1800" spc="20" dirty="0">
                <a:solidFill>
                  <a:srgbClr val="494949"/>
                </a:solidFill>
                <a:latin typeface="Tahoma"/>
                <a:cs typeface="Tahoma"/>
              </a:rPr>
              <a:t>by</a:t>
            </a:r>
            <a:endParaRPr sz="1800">
              <a:latin typeface="Tahoma"/>
              <a:cs typeface="Tahoma"/>
            </a:endParaRPr>
          </a:p>
        </p:txBody>
      </p:sp>
      <p:sp>
        <p:nvSpPr>
          <p:cNvPr id="10" name="object 10"/>
          <p:cNvSpPr txBox="1"/>
          <p:nvPr/>
        </p:nvSpPr>
        <p:spPr>
          <a:xfrm>
            <a:off x="1145539" y="4521454"/>
            <a:ext cx="10129520" cy="299720"/>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494949"/>
                </a:solidFill>
                <a:latin typeface="Tahoma"/>
                <a:cs typeface="Tahoma"/>
              </a:rPr>
              <a:t>the</a:t>
            </a:r>
            <a:r>
              <a:rPr sz="1800" spc="80" dirty="0">
                <a:solidFill>
                  <a:srgbClr val="494949"/>
                </a:solidFill>
                <a:latin typeface="Tahoma"/>
                <a:cs typeface="Tahoma"/>
              </a:rPr>
              <a:t> </a:t>
            </a:r>
            <a:r>
              <a:rPr sz="1800" spc="65" dirty="0">
                <a:solidFill>
                  <a:srgbClr val="494949"/>
                </a:solidFill>
                <a:latin typeface="Tahoma"/>
                <a:cs typeface="Tahoma"/>
              </a:rPr>
              <a:t>model.</a:t>
            </a:r>
            <a:r>
              <a:rPr sz="1800" spc="70" dirty="0">
                <a:solidFill>
                  <a:srgbClr val="494949"/>
                </a:solidFill>
                <a:latin typeface="Tahoma"/>
                <a:cs typeface="Tahoma"/>
              </a:rPr>
              <a:t> </a:t>
            </a:r>
            <a:r>
              <a:rPr sz="1800" spc="75" dirty="0">
                <a:solidFill>
                  <a:srgbClr val="494949"/>
                </a:solidFill>
                <a:latin typeface="Tahoma"/>
                <a:cs typeface="Tahoma"/>
              </a:rPr>
              <a:t>But</a:t>
            </a:r>
            <a:r>
              <a:rPr sz="1800" spc="80" dirty="0">
                <a:solidFill>
                  <a:srgbClr val="494949"/>
                </a:solidFill>
                <a:latin typeface="Tahoma"/>
                <a:cs typeface="Tahoma"/>
              </a:rPr>
              <a:t> </a:t>
            </a:r>
            <a:r>
              <a:rPr sz="1800" spc="65" dirty="0">
                <a:solidFill>
                  <a:srgbClr val="494949"/>
                </a:solidFill>
                <a:latin typeface="Tahoma"/>
                <a:cs typeface="Tahoma"/>
              </a:rPr>
              <a:t>the</a:t>
            </a:r>
            <a:r>
              <a:rPr sz="1800" spc="70" dirty="0">
                <a:solidFill>
                  <a:srgbClr val="494949"/>
                </a:solidFill>
                <a:latin typeface="Tahoma"/>
                <a:cs typeface="Tahoma"/>
              </a:rPr>
              <a:t> </a:t>
            </a:r>
            <a:r>
              <a:rPr sz="1800" spc="90" dirty="0">
                <a:solidFill>
                  <a:srgbClr val="494949"/>
                </a:solidFill>
                <a:latin typeface="Tahoma"/>
                <a:cs typeface="Tahoma"/>
              </a:rPr>
              <a:t>problem</a:t>
            </a:r>
            <a:r>
              <a:rPr sz="1800" spc="80" dirty="0">
                <a:solidFill>
                  <a:srgbClr val="494949"/>
                </a:solidFill>
                <a:latin typeface="Tahoma"/>
                <a:cs typeface="Tahoma"/>
              </a:rPr>
              <a:t> </a:t>
            </a:r>
            <a:r>
              <a:rPr sz="1800" spc="65" dirty="0">
                <a:solidFill>
                  <a:srgbClr val="494949"/>
                </a:solidFill>
                <a:latin typeface="Tahoma"/>
                <a:cs typeface="Tahoma"/>
              </a:rPr>
              <a:t>here</a:t>
            </a:r>
            <a:r>
              <a:rPr sz="1800" spc="75" dirty="0">
                <a:solidFill>
                  <a:srgbClr val="494949"/>
                </a:solidFill>
                <a:latin typeface="Tahoma"/>
                <a:cs typeface="Tahoma"/>
              </a:rPr>
              <a:t> </a:t>
            </a:r>
            <a:r>
              <a:rPr sz="1800" spc="45" dirty="0">
                <a:solidFill>
                  <a:srgbClr val="494949"/>
                </a:solidFill>
                <a:latin typeface="Tahoma"/>
                <a:cs typeface="Tahoma"/>
              </a:rPr>
              <a:t>is</a:t>
            </a:r>
            <a:r>
              <a:rPr sz="1800" spc="85" dirty="0">
                <a:solidFill>
                  <a:srgbClr val="494949"/>
                </a:solidFill>
                <a:latin typeface="Tahoma"/>
                <a:cs typeface="Tahoma"/>
              </a:rPr>
              <a:t> </a:t>
            </a:r>
            <a:r>
              <a:rPr sz="1800" spc="50" dirty="0">
                <a:solidFill>
                  <a:srgbClr val="494949"/>
                </a:solidFill>
                <a:latin typeface="Tahoma"/>
                <a:cs typeface="Tahoma"/>
              </a:rPr>
              <a:t>that</a:t>
            </a:r>
            <a:r>
              <a:rPr sz="1800" spc="85" dirty="0">
                <a:solidFill>
                  <a:srgbClr val="494949"/>
                </a:solidFill>
                <a:latin typeface="Tahoma"/>
                <a:cs typeface="Tahoma"/>
              </a:rPr>
              <a:t> </a:t>
            </a:r>
            <a:r>
              <a:rPr sz="1800" spc="55" dirty="0">
                <a:solidFill>
                  <a:srgbClr val="494949"/>
                </a:solidFill>
                <a:latin typeface="Tahoma"/>
                <a:cs typeface="Tahoma"/>
              </a:rPr>
              <a:t>these</a:t>
            </a:r>
            <a:r>
              <a:rPr sz="1800" spc="85" dirty="0">
                <a:solidFill>
                  <a:srgbClr val="494949"/>
                </a:solidFill>
                <a:latin typeface="Tahoma"/>
                <a:cs typeface="Tahoma"/>
              </a:rPr>
              <a:t> </a:t>
            </a:r>
            <a:r>
              <a:rPr sz="1800" spc="60" dirty="0">
                <a:solidFill>
                  <a:srgbClr val="494949"/>
                </a:solidFill>
                <a:latin typeface="Tahoma"/>
                <a:cs typeface="Tahoma"/>
              </a:rPr>
              <a:t>concepts</a:t>
            </a:r>
            <a:r>
              <a:rPr sz="1800" spc="90" dirty="0">
                <a:solidFill>
                  <a:srgbClr val="494949"/>
                </a:solidFill>
                <a:latin typeface="Tahoma"/>
                <a:cs typeface="Tahoma"/>
              </a:rPr>
              <a:t> </a:t>
            </a:r>
            <a:r>
              <a:rPr sz="1800" spc="105" dirty="0">
                <a:solidFill>
                  <a:srgbClr val="494949"/>
                </a:solidFill>
                <a:latin typeface="Tahoma"/>
                <a:cs typeface="Tahoma"/>
              </a:rPr>
              <a:t>do</a:t>
            </a:r>
            <a:r>
              <a:rPr sz="1800" spc="75" dirty="0">
                <a:solidFill>
                  <a:srgbClr val="494949"/>
                </a:solidFill>
                <a:latin typeface="Tahoma"/>
                <a:cs typeface="Tahoma"/>
              </a:rPr>
              <a:t> not</a:t>
            </a:r>
            <a:r>
              <a:rPr sz="1800" spc="80" dirty="0">
                <a:solidFill>
                  <a:srgbClr val="494949"/>
                </a:solidFill>
                <a:latin typeface="Tahoma"/>
                <a:cs typeface="Tahoma"/>
              </a:rPr>
              <a:t> </a:t>
            </a:r>
            <a:r>
              <a:rPr sz="1800" spc="60" dirty="0">
                <a:solidFill>
                  <a:srgbClr val="494949"/>
                </a:solidFill>
                <a:latin typeface="Tahoma"/>
                <a:cs typeface="Tahoma"/>
              </a:rPr>
              <a:t>apply</a:t>
            </a:r>
            <a:r>
              <a:rPr sz="1800" spc="85" dirty="0">
                <a:solidFill>
                  <a:srgbClr val="494949"/>
                </a:solidFill>
                <a:latin typeface="Tahoma"/>
                <a:cs typeface="Tahoma"/>
              </a:rPr>
              <a:t> </a:t>
            </a:r>
            <a:r>
              <a:rPr sz="1800" spc="65" dirty="0">
                <a:solidFill>
                  <a:srgbClr val="494949"/>
                </a:solidFill>
                <a:latin typeface="Tahoma"/>
                <a:cs typeface="Tahoma"/>
              </a:rPr>
              <a:t>to</a:t>
            </a:r>
            <a:r>
              <a:rPr sz="1800" spc="90" dirty="0">
                <a:solidFill>
                  <a:srgbClr val="494949"/>
                </a:solidFill>
                <a:latin typeface="Tahoma"/>
                <a:cs typeface="Tahoma"/>
              </a:rPr>
              <a:t> </a:t>
            </a:r>
            <a:r>
              <a:rPr sz="1800" spc="65" dirty="0">
                <a:solidFill>
                  <a:srgbClr val="494949"/>
                </a:solidFill>
                <a:latin typeface="Tahoma"/>
                <a:cs typeface="Tahoma"/>
              </a:rPr>
              <a:t>the</a:t>
            </a:r>
            <a:r>
              <a:rPr sz="1800" spc="75" dirty="0">
                <a:solidFill>
                  <a:srgbClr val="494949"/>
                </a:solidFill>
                <a:latin typeface="Tahoma"/>
                <a:cs typeface="Tahoma"/>
              </a:rPr>
              <a:t> </a:t>
            </a:r>
            <a:r>
              <a:rPr sz="1800" spc="45" dirty="0">
                <a:solidFill>
                  <a:srgbClr val="494949"/>
                </a:solidFill>
                <a:latin typeface="Tahoma"/>
                <a:cs typeface="Tahoma"/>
              </a:rPr>
              <a:t>testing</a:t>
            </a:r>
            <a:r>
              <a:rPr sz="1800" spc="75" dirty="0">
                <a:solidFill>
                  <a:srgbClr val="494949"/>
                </a:solidFill>
                <a:latin typeface="Tahoma"/>
                <a:cs typeface="Tahoma"/>
              </a:rPr>
              <a:t> </a:t>
            </a:r>
            <a:r>
              <a:rPr sz="1800" spc="60" dirty="0">
                <a:solidFill>
                  <a:srgbClr val="494949"/>
                </a:solidFill>
                <a:latin typeface="Tahoma"/>
                <a:cs typeface="Tahoma"/>
              </a:rPr>
              <a:t>data</a:t>
            </a:r>
            <a:r>
              <a:rPr sz="1800" spc="70" dirty="0">
                <a:solidFill>
                  <a:srgbClr val="494949"/>
                </a:solidFill>
                <a:latin typeface="Tahoma"/>
                <a:cs typeface="Tahoma"/>
              </a:rPr>
              <a:t> </a:t>
            </a:r>
            <a:r>
              <a:rPr sz="1800" spc="80" dirty="0">
                <a:solidFill>
                  <a:srgbClr val="494949"/>
                </a:solidFill>
                <a:latin typeface="Tahoma"/>
                <a:cs typeface="Tahoma"/>
              </a:rPr>
              <a:t>and</a:t>
            </a:r>
            <a:endParaRPr sz="1800">
              <a:latin typeface="Tahoma"/>
              <a:cs typeface="Tahoma"/>
            </a:endParaRPr>
          </a:p>
        </p:txBody>
      </p:sp>
      <p:sp>
        <p:nvSpPr>
          <p:cNvPr id="11" name="object 11"/>
          <p:cNvSpPr txBox="1"/>
          <p:nvPr/>
        </p:nvSpPr>
        <p:spPr>
          <a:xfrm>
            <a:off x="1145539" y="4713478"/>
            <a:ext cx="10128885"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494949"/>
                </a:solidFill>
                <a:latin typeface="Tahoma"/>
                <a:cs typeface="Tahoma"/>
              </a:rPr>
              <a:t>negatively </a:t>
            </a:r>
            <a:r>
              <a:rPr sz="1800" spc="70" dirty="0">
                <a:solidFill>
                  <a:srgbClr val="494949"/>
                </a:solidFill>
                <a:latin typeface="Tahoma"/>
                <a:cs typeface="Tahoma"/>
              </a:rPr>
              <a:t>impact</a:t>
            </a:r>
            <a:r>
              <a:rPr sz="1800" spc="40" dirty="0">
                <a:solidFill>
                  <a:srgbClr val="494949"/>
                </a:solidFill>
                <a:latin typeface="Tahoma"/>
                <a:cs typeface="Tahoma"/>
              </a:rPr>
              <a:t> </a:t>
            </a:r>
            <a:r>
              <a:rPr sz="1800" spc="60" dirty="0">
                <a:solidFill>
                  <a:srgbClr val="494949"/>
                </a:solidFill>
                <a:latin typeface="Tahoma"/>
                <a:cs typeface="Tahoma"/>
              </a:rPr>
              <a:t>the</a:t>
            </a:r>
            <a:r>
              <a:rPr sz="1800" spc="45" dirty="0">
                <a:solidFill>
                  <a:srgbClr val="494949"/>
                </a:solidFill>
                <a:latin typeface="Tahoma"/>
                <a:cs typeface="Tahoma"/>
              </a:rPr>
              <a:t> </a:t>
            </a:r>
            <a:r>
              <a:rPr sz="1800" spc="50" dirty="0">
                <a:solidFill>
                  <a:srgbClr val="494949"/>
                </a:solidFill>
                <a:latin typeface="Tahoma"/>
                <a:cs typeface="Tahoma"/>
              </a:rPr>
              <a:t>model’s</a:t>
            </a:r>
            <a:r>
              <a:rPr sz="1800" spc="35" dirty="0">
                <a:solidFill>
                  <a:srgbClr val="494949"/>
                </a:solidFill>
                <a:latin typeface="Tahoma"/>
                <a:cs typeface="Tahoma"/>
              </a:rPr>
              <a:t> </a:t>
            </a:r>
            <a:r>
              <a:rPr sz="1800" spc="45" dirty="0">
                <a:solidFill>
                  <a:srgbClr val="494949"/>
                </a:solidFill>
                <a:latin typeface="Tahoma"/>
                <a:cs typeface="Tahoma"/>
              </a:rPr>
              <a:t>ability</a:t>
            </a:r>
            <a:r>
              <a:rPr sz="1800" spc="40" dirty="0">
                <a:solidFill>
                  <a:srgbClr val="494949"/>
                </a:solidFill>
                <a:latin typeface="Tahoma"/>
                <a:cs typeface="Tahoma"/>
              </a:rPr>
              <a:t> </a:t>
            </a:r>
            <a:r>
              <a:rPr sz="1800" spc="70" dirty="0">
                <a:solidFill>
                  <a:srgbClr val="494949"/>
                </a:solidFill>
                <a:latin typeface="Tahoma"/>
                <a:cs typeface="Tahoma"/>
              </a:rPr>
              <a:t>to</a:t>
            </a:r>
            <a:r>
              <a:rPr sz="1800" spc="35" dirty="0">
                <a:solidFill>
                  <a:srgbClr val="494949"/>
                </a:solidFill>
                <a:latin typeface="Tahoma"/>
                <a:cs typeface="Tahoma"/>
              </a:rPr>
              <a:t> classify</a:t>
            </a:r>
            <a:r>
              <a:rPr sz="1800" spc="50" dirty="0">
                <a:solidFill>
                  <a:srgbClr val="494949"/>
                </a:solidFill>
                <a:latin typeface="Tahoma"/>
                <a:cs typeface="Tahoma"/>
              </a:rPr>
              <a:t> </a:t>
            </a:r>
            <a:r>
              <a:rPr sz="1800" spc="65" dirty="0">
                <a:solidFill>
                  <a:srgbClr val="494949"/>
                </a:solidFill>
                <a:latin typeface="Tahoma"/>
                <a:cs typeface="Tahoma"/>
              </a:rPr>
              <a:t>the</a:t>
            </a:r>
            <a:r>
              <a:rPr sz="1800" spc="40" dirty="0">
                <a:solidFill>
                  <a:srgbClr val="494949"/>
                </a:solidFill>
                <a:latin typeface="Tahoma"/>
                <a:cs typeface="Tahoma"/>
              </a:rPr>
              <a:t> </a:t>
            </a:r>
            <a:r>
              <a:rPr sz="1800" spc="60" dirty="0">
                <a:solidFill>
                  <a:srgbClr val="494949"/>
                </a:solidFill>
                <a:latin typeface="Tahoma"/>
                <a:cs typeface="Tahoma"/>
              </a:rPr>
              <a:t>new</a:t>
            </a:r>
            <a:r>
              <a:rPr sz="1800" spc="40" dirty="0">
                <a:solidFill>
                  <a:srgbClr val="494949"/>
                </a:solidFill>
                <a:latin typeface="Tahoma"/>
                <a:cs typeface="Tahoma"/>
              </a:rPr>
              <a:t> </a:t>
            </a:r>
            <a:r>
              <a:rPr sz="1800" spc="25" dirty="0">
                <a:solidFill>
                  <a:srgbClr val="494949"/>
                </a:solidFill>
                <a:latin typeface="Tahoma"/>
                <a:cs typeface="Tahoma"/>
              </a:rPr>
              <a:t>data,</a:t>
            </a:r>
            <a:r>
              <a:rPr sz="1800" spc="35" dirty="0">
                <a:solidFill>
                  <a:srgbClr val="494949"/>
                </a:solidFill>
                <a:latin typeface="Tahoma"/>
                <a:cs typeface="Tahoma"/>
              </a:rPr>
              <a:t> </a:t>
            </a:r>
            <a:r>
              <a:rPr sz="1800" spc="70" dirty="0">
                <a:solidFill>
                  <a:srgbClr val="494949"/>
                </a:solidFill>
                <a:latin typeface="Tahoma"/>
                <a:cs typeface="Tahoma"/>
              </a:rPr>
              <a:t>hence</a:t>
            </a:r>
            <a:r>
              <a:rPr sz="1800" spc="40" dirty="0">
                <a:solidFill>
                  <a:srgbClr val="494949"/>
                </a:solidFill>
                <a:latin typeface="Tahoma"/>
                <a:cs typeface="Tahoma"/>
              </a:rPr>
              <a:t> </a:t>
            </a:r>
            <a:r>
              <a:rPr sz="1800" spc="55" dirty="0">
                <a:solidFill>
                  <a:srgbClr val="494949"/>
                </a:solidFill>
                <a:latin typeface="Tahoma"/>
                <a:cs typeface="Tahoma"/>
              </a:rPr>
              <a:t>reducing</a:t>
            </a:r>
            <a:r>
              <a:rPr sz="1800" spc="40" dirty="0">
                <a:solidFill>
                  <a:srgbClr val="494949"/>
                </a:solidFill>
                <a:latin typeface="Tahoma"/>
                <a:cs typeface="Tahoma"/>
              </a:rPr>
              <a:t> </a:t>
            </a:r>
            <a:r>
              <a:rPr sz="1800" spc="65" dirty="0">
                <a:solidFill>
                  <a:srgbClr val="494949"/>
                </a:solidFill>
                <a:latin typeface="Tahoma"/>
                <a:cs typeface="Tahoma"/>
              </a:rPr>
              <a:t>the</a:t>
            </a:r>
            <a:r>
              <a:rPr sz="1800" spc="30" dirty="0">
                <a:solidFill>
                  <a:srgbClr val="494949"/>
                </a:solidFill>
                <a:latin typeface="Tahoma"/>
                <a:cs typeface="Tahoma"/>
              </a:rPr>
              <a:t> </a:t>
            </a:r>
            <a:r>
              <a:rPr sz="1800" spc="40" dirty="0">
                <a:solidFill>
                  <a:srgbClr val="494949"/>
                </a:solidFill>
                <a:latin typeface="Tahoma"/>
                <a:cs typeface="Tahoma"/>
              </a:rPr>
              <a:t>accuracy</a:t>
            </a:r>
            <a:r>
              <a:rPr sz="1800" spc="45" dirty="0">
                <a:solidFill>
                  <a:srgbClr val="494949"/>
                </a:solidFill>
                <a:latin typeface="Tahoma"/>
                <a:cs typeface="Tahoma"/>
              </a:rPr>
              <a:t> </a:t>
            </a:r>
            <a:r>
              <a:rPr sz="1800" spc="95" dirty="0">
                <a:solidFill>
                  <a:srgbClr val="494949"/>
                </a:solidFill>
                <a:latin typeface="Tahoma"/>
                <a:cs typeface="Tahoma"/>
              </a:rPr>
              <a:t>on</a:t>
            </a:r>
            <a:endParaRPr sz="1800">
              <a:latin typeface="Tahoma"/>
              <a:cs typeface="Tahoma"/>
            </a:endParaRPr>
          </a:p>
        </p:txBody>
      </p:sp>
      <p:sp>
        <p:nvSpPr>
          <p:cNvPr id="12" name="object 12"/>
          <p:cNvSpPr txBox="1"/>
          <p:nvPr/>
        </p:nvSpPr>
        <p:spPr>
          <a:xfrm>
            <a:off x="1145539" y="4905502"/>
            <a:ext cx="1750695" cy="299720"/>
          </a:xfrm>
          <a:prstGeom prst="rect">
            <a:avLst/>
          </a:prstGeom>
        </p:spPr>
        <p:txBody>
          <a:bodyPr vert="horz" wrap="square" lIns="0" tIns="12700" rIns="0" bIns="0" rtlCol="0">
            <a:spAutoFit/>
          </a:bodyPr>
          <a:lstStyle/>
          <a:p>
            <a:pPr marL="12700">
              <a:lnSpc>
                <a:spcPct val="100000"/>
              </a:lnSpc>
              <a:spcBef>
                <a:spcPts val="100"/>
              </a:spcBef>
            </a:pPr>
            <a:r>
              <a:rPr sz="1800" spc="65" dirty="0">
                <a:solidFill>
                  <a:srgbClr val="494949"/>
                </a:solidFill>
                <a:latin typeface="Tahoma"/>
                <a:cs typeface="Tahoma"/>
              </a:rPr>
              <a:t>the</a:t>
            </a:r>
            <a:r>
              <a:rPr sz="1800" spc="-145" dirty="0">
                <a:solidFill>
                  <a:srgbClr val="494949"/>
                </a:solidFill>
                <a:latin typeface="Tahoma"/>
                <a:cs typeface="Tahoma"/>
              </a:rPr>
              <a:t> </a:t>
            </a:r>
            <a:r>
              <a:rPr sz="1800" spc="45" dirty="0">
                <a:solidFill>
                  <a:srgbClr val="494949"/>
                </a:solidFill>
                <a:latin typeface="Tahoma"/>
                <a:cs typeface="Tahoma"/>
              </a:rPr>
              <a:t>testing</a:t>
            </a:r>
            <a:r>
              <a:rPr sz="1800" spc="-135" dirty="0">
                <a:solidFill>
                  <a:srgbClr val="494949"/>
                </a:solidFill>
                <a:latin typeface="Tahoma"/>
                <a:cs typeface="Tahoma"/>
              </a:rPr>
              <a:t> </a:t>
            </a:r>
            <a:r>
              <a:rPr sz="1800" spc="35" dirty="0">
                <a:solidFill>
                  <a:srgbClr val="494949"/>
                </a:solidFill>
                <a:latin typeface="Tahoma"/>
                <a:cs typeface="Tahoma"/>
              </a:rPr>
              <a:t>data.</a:t>
            </a:r>
            <a:endParaRPr sz="1800">
              <a:latin typeface="Tahoma"/>
              <a:cs typeface="Tahoma"/>
            </a:endParaRPr>
          </a:p>
        </p:txBody>
      </p:sp>
      <p:sp>
        <p:nvSpPr>
          <p:cNvPr id="13" name="object 13"/>
          <p:cNvSpPr txBox="1"/>
          <p:nvPr/>
        </p:nvSpPr>
        <p:spPr>
          <a:xfrm>
            <a:off x="916939" y="5224526"/>
            <a:ext cx="10358120" cy="684530"/>
          </a:xfrm>
          <a:prstGeom prst="rect">
            <a:avLst/>
          </a:prstGeom>
        </p:spPr>
        <p:txBody>
          <a:bodyPr vert="horz" wrap="square" lIns="0" tIns="12700" rIns="0" bIns="0" rtlCol="0">
            <a:spAutoFit/>
          </a:bodyPr>
          <a:lstStyle/>
          <a:p>
            <a:pPr marL="241300" indent="-228600">
              <a:lnSpc>
                <a:spcPts val="1835"/>
              </a:lnSpc>
              <a:spcBef>
                <a:spcPts val="100"/>
              </a:spcBef>
              <a:buFont typeface="Arial MT"/>
              <a:buChar char="•"/>
              <a:tabLst>
                <a:tab pos="240665" algn="l"/>
                <a:tab pos="241300" algn="l"/>
              </a:tabLst>
            </a:pPr>
            <a:r>
              <a:rPr sz="1800" spc="30" dirty="0">
                <a:solidFill>
                  <a:srgbClr val="494949"/>
                </a:solidFill>
                <a:latin typeface="Tahoma"/>
                <a:cs typeface="Tahoma"/>
              </a:rPr>
              <a:t>This</a:t>
            </a:r>
            <a:r>
              <a:rPr sz="1800" spc="150" dirty="0">
                <a:solidFill>
                  <a:srgbClr val="494949"/>
                </a:solidFill>
                <a:latin typeface="Tahoma"/>
                <a:cs typeface="Tahoma"/>
              </a:rPr>
              <a:t> </a:t>
            </a:r>
            <a:r>
              <a:rPr sz="1800" spc="50" dirty="0">
                <a:solidFill>
                  <a:srgbClr val="494949"/>
                </a:solidFill>
                <a:latin typeface="Tahoma"/>
                <a:cs typeface="Tahoma"/>
              </a:rPr>
              <a:t>is</a:t>
            </a:r>
            <a:r>
              <a:rPr sz="1800" spc="165" dirty="0">
                <a:solidFill>
                  <a:srgbClr val="494949"/>
                </a:solidFill>
                <a:latin typeface="Tahoma"/>
                <a:cs typeface="Tahoma"/>
              </a:rPr>
              <a:t> </a:t>
            </a:r>
            <a:r>
              <a:rPr sz="1800" spc="60" dirty="0">
                <a:solidFill>
                  <a:srgbClr val="494949"/>
                </a:solidFill>
                <a:latin typeface="Tahoma"/>
                <a:cs typeface="Tahoma"/>
              </a:rPr>
              <a:t>where</a:t>
            </a:r>
            <a:r>
              <a:rPr sz="1800" spc="170" dirty="0">
                <a:solidFill>
                  <a:srgbClr val="494949"/>
                </a:solidFill>
                <a:latin typeface="Tahoma"/>
                <a:cs typeface="Tahoma"/>
              </a:rPr>
              <a:t> </a:t>
            </a:r>
            <a:r>
              <a:rPr sz="1800" spc="80" dirty="0">
                <a:solidFill>
                  <a:srgbClr val="494949"/>
                </a:solidFill>
                <a:latin typeface="Tahoma"/>
                <a:cs typeface="Tahoma"/>
              </a:rPr>
              <a:t>Random</a:t>
            </a:r>
            <a:r>
              <a:rPr sz="1800" spc="155" dirty="0">
                <a:solidFill>
                  <a:srgbClr val="494949"/>
                </a:solidFill>
                <a:latin typeface="Tahoma"/>
                <a:cs typeface="Tahoma"/>
              </a:rPr>
              <a:t> </a:t>
            </a:r>
            <a:r>
              <a:rPr sz="1800" spc="45" dirty="0">
                <a:solidFill>
                  <a:srgbClr val="494949"/>
                </a:solidFill>
                <a:latin typeface="Tahoma"/>
                <a:cs typeface="Tahoma"/>
              </a:rPr>
              <a:t>Forest</a:t>
            </a:r>
            <a:r>
              <a:rPr sz="1800" spc="165" dirty="0">
                <a:solidFill>
                  <a:srgbClr val="494949"/>
                </a:solidFill>
                <a:latin typeface="Tahoma"/>
                <a:cs typeface="Tahoma"/>
              </a:rPr>
              <a:t> </a:t>
            </a:r>
            <a:r>
              <a:rPr sz="1800" spc="80" dirty="0">
                <a:solidFill>
                  <a:srgbClr val="494949"/>
                </a:solidFill>
                <a:latin typeface="Tahoma"/>
                <a:cs typeface="Tahoma"/>
              </a:rPr>
              <a:t>comes</a:t>
            </a:r>
            <a:r>
              <a:rPr sz="1800" spc="170" dirty="0">
                <a:solidFill>
                  <a:srgbClr val="494949"/>
                </a:solidFill>
                <a:latin typeface="Tahoma"/>
                <a:cs typeface="Tahoma"/>
              </a:rPr>
              <a:t> </a:t>
            </a:r>
            <a:r>
              <a:rPr sz="1800" spc="20" dirty="0">
                <a:solidFill>
                  <a:srgbClr val="494949"/>
                </a:solidFill>
                <a:latin typeface="Tahoma"/>
                <a:cs typeface="Tahoma"/>
              </a:rPr>
              <a:t>in.</a:t>
            </a:r>
            <a:r>
              <a:rPr sz="1800" spc="155" dirty="0">
                <a:solidFill>
                  <a:srgbClr val="494949"/>
                </a:solidFill>
                <a:latin typeface="Tahoma"/>
                <a:cs typeface="Tahoma"/>
              </a:rPr>
              <a:t> </a:t>
            </a:r>
            <a:r>
              <a:rPr sz="1800" spc="-70" dirty="0">
                <a:solidFill>
                  <a:srgbClr val="494949"/>
                </a:solidFill>
                <a:latin typeface="Tahoma"/>
                <a:cs typeface="Tahoma"/>
              </a:rPr>
              <a:t>It</a:t>
            </a:r>
            <a:r>
              <a:rPr sz="1800" spc="160" dirty="0">
                <a:solidFill>
                  <a:srgbClr val="494949"/>
                </a:solidFill>
                <a:latin typeface="Tahoma"/>
                <a:cs typeface="Tahoma"/>
              </a:rPr>
              <a:t> </a:t>
            </a:r>
            <a:r>
              <a:rPr sz="1800" spc="50" dirty="0">
                <a:solidFill>
                  <a:srgbClr val="494949"/>
                </a:solidFill>
                <a:latin typeface="Tahoma"/>
                <a:cs typeface="Tahoma"/>
              </a:rPr>
              <a:t>is</a:t>
            </a:r>
            <a:r>
              <a:rPr sz="1800" spc="165" dirty="0">
                <a:solidFill>
                  <a:srgbClr val="494949"/>
                </a:solidFill>
                <a:latin typeface="Tahoma"/>
                <a:cs typeface="Tahoma"/>
              </a:rPr>
              <a:t> </a:t>
            </a:r>
            <a:r>
              <a:rPr sz="1800" spc="70" dirty="0">
                <a:solidFill>
                  <a:srgbClr val="494949"/>
                </a:solidFill>
                <a:latin typeface="Tahoma"/>
                <a:cs typeface="Tahoma"/>
              </a:rPr>
              <a:t>based</a:t>
            </a:r>
            <a:r>
              <a:rPr sz="1800" spc="165" dirty="0">
                <a:solidFill>
                  <a:srgbClr val="494949"/>
                </a:solidFill>
                <a:latin typeface="Tahoma"/>
                <a:cs typeface="Tahoma"/>
              </a:rPr>
              <a:t> </a:t>
            </a:r>
            <a:r>
              <a:rPr sz="1800" spc="100" dirty="0">
                <a:solidFill>
                  <a:srgbClr val="494949"/>
                </a:solidFill>
                <a:latin typeface="Tahoma"/>
                <a:cs typeface="Tahoma"/>
              </a:rPr>
              <a:t>on</a:t>
            </a:r>
            <a:r>
              <a:rPr sz="1800" spc="155" dirty="0">
                <a:solidFill>
                  <a:srgbClr val="494949"/>
                </a:solidFill>
                <a:latin typeface="Tahoma"/>
                <a:cs typeface="Tahoma"/>
              </a:rPr>
              <a:t> </a:t>
            </a:r>
            <a:r>
              <a:rPr sz="1800" spc="65" dirty="0">
                <a:solidFill>
                  <a:srgbClr val="494949"/>
                </a:solidFill>
                <a:latin typeface="Tahoma"/>
                <a:cs typeface="Tahoma"/>
              </a:rPr>
              <a:t>the</a:t>
            </a:r>
            <a:r>
              <a:rPr sz="1800" spc="155" dirty="0">
                <a:solidFill>
                  <a:srgbClr val="494949"/>
                </a:solidFill>
                <a:latin typeface="Tahoma"/>
                <a:cs typeface="Tahoma"/>
              </a:rPr>
              <a:t> </a:t>
            </a:r>
            <a:r>
              <a:rPr sz="1800" spc="60" dirty="0">
                <a:solidFill>
                  <a:srgbClr val="494949"/>
                </a:solidFill>
                <a:latin typeface="Tahoma"/>
                <a:cs typeface="Tahoma"/>
              </a:rPr>
              <a:t>idea</a:t>
            </a:r>
            <a:r>
              <a:rPr sz="1800" spc="165" dirty="0">
                <a:solidFill>
                  <a:srgbClr val="494949"/>
                </a:solidFill>
                <a:latin typeface="Tahoma"/>
                <a:cs typeface="Tahoma"/>
              </a:rPr>
              <a:t> </a:t>
            </a:r>
            <a:r>
              <a:rPr sz="1800" spc="70" dirty="0">
                <a:solidFill>
                  <a:srgbClr val="494949"/>
                </a:solidFill>
                <a:latin typeface="Tahoma"/>
                <a:cs typeface="Tahoma"/>
              </a:rPr>
              <a:t>of</a:t>
            </a:r>
            <a:r>
              <a:rPr sz="1800" spc="155" dirty="0">
                <a:solidFill>
                  <a:srgbClr val="494949"/>
                </a:solidFill>
                <a:latin typeface="Tahoma"/>
                <a:cs typeface="Tahoma"/>
              </a:rPr>
              <a:t> </a:t>
            </a:r>
            <a:r>
              <a:rPr sz="1800" spc="20" dirty="0">
                <a:solidFill>
                  <a:srgbClr val="494949"/>
                </a:solidFill>
                <a:latin typeface="Tahoma"/>
                <a:cs typeface="Tahoma"/>
              </a:rPr>
              <a:t>bagging,</a:t>
            </a:r>
            <a:r>
              <a:rPr sz="1800" spc="165" dirty="0">
                <a:solidFill>
                  <a:srgbClr val="494949"/>
                </a:solidFill>
                <a:latin typeface="Tahoma"/>
                <a:cs typeface="Tahoma"/>
              </a:rPr>
              <a:t> </a:t>
            </a:r>
            <a:r>
              <a:rPr sz="1800" spc="60" dirty="0">
                <a:solidFill>
                  <a:srgbClr val="494949"/>
                </a:solidFill>
                <a:latin typeface="Tahoma"/>
                <a:cs typeface="Tahoma"/>
              </a:rPr>
              <a:t>which</a:t>
            </a:r>
            <a:r>
              <a:rPr sz="1800" spc="160" dirty="0">
                <a:solidFill>
                  <a:srgbClr val="494949"/>
                </a:solidFill>
                <a:latin typeface="Tahoma"/>
                <a:cs typeface="Tahoma"/>
              </a:rPr>
              <a:t> </a:t>
            </a:r>
            <a:r>
              <a:rPr sz="1800" spc="50" dirty="0">
                <a:solidFill>
                  <a:srgbClr val="494949"/>
                </a:solidFill>
                <a:latin typeface="Tahoma"/>
                <a:cs typeface="Tahoma"/>
              </a:rPr>
              <a:t>is</a:t>
            </a:r>
            <a:r>
              <a:rPr sz="1800" spc="160" dirty="0">
                <a:solidFill>
                  <a:srgbClr val="494949"/>
                </a:solidFill>
                <a:latin typeface="Tahoma"/>
                <a:cs typeface="Tahoma"/>
              </a:rPr>
              <a:t> </a:t>
            </a:r>
            <a:r>
              <a:rPr sz="1800" spc="75" dirty="0">
                <a:solidFill>
                  <a:srgbClr val="494949"/>
                </a:solidFill>
                <a:latin typeface="Tahoma"/>
                <a:cs typeface="Tahoma"/>
              </a:rPr>
              <a:t>used</a:t>
            </a:r>
            <a:r>
              <a:rPr sz="1800" spc="160" dirty="0">
                <a:solidFill>
                  <a:srgbClr val="494949"/>
                </a:solidFill>
                <a:latin typeface="Tahoma"/>
                <a:cs typeface="Tahoma"/>
              </a:rPr>
              <a:t> </a:t>
            </a:r>
            <a:r>
              <a:rPr sz="1800" spc="60" dirty="0">
                <a:solidFill>
                  <a:srgbClr val="494949"/>
                </a:solidFill>
                <a:latin typeface="Tahoma"/>
                <a:cs typeface="Tahoma"/>
              </a:rPr>
              <a:t>to</a:t>
            </a:r>
            <a:endParaRPr sz="1800">
              <a:latin typeface="Tahoma"/>
              <a:cs typeface="Tahoma"/>
            </a:endParaRPr>
          </a:p>
          <a:p>
            <a:pPr marL="241300" marR="5080">
              <a:lnSpc>
                <a:spcPct val="70000"/>
              </a:lnSpc>
              <a:spcBef>
                <a:spcPts val="325"/>
              </a:spcBef>
            </a:pPr>
            <a:r>
              <a:rPr sz="1800" spc="65" dirty="0">
                <a:solidFill>
                  <a:srgbClr val="494949"/>
                </a:solidFill>
                <a:latin typeface="Tahoma"/>
                <a:cs typeface="Tahoma"/>
              </a:rPr>
              <a:t>reduce</a:t>
            </a:r>
            <a:r>
              <a:rPr sz="1800" spc="135" dirty="0">
                <a:solidFill>
                  <a:srgbClr val="494949"/>
                </a:solidFill>
                <a:latin typeface="Tahoma"/>
                <a:cs typeface="Tahoma"/>
              </a:rPr>
              <a:t> </a:t>
            </a:r>
            <a:r>
              <a:rPr sz="1800" spc="60" dirty="0">
                <a:solidFill>
                  <a:srgbClr val="494949"/>
                </a:solidFill>
                <a:latin typeface="Tahoma"/>
                <a:cs typeface="Tahoma"/>
              </a:rPr>
              <a:t>the</a:t>
            </a:r>
            <a:r>
              <a:rPr sz="1800" spc="135" dirty="0">
                <a:solidFill>
                  <a:srgbClr val="494949"/>
                </a:solidFill>
                <a:latin typeface="Tahoma"/>
                <a:cs typeface="Tahoma"/>
              </a:rPr>
              <a:t> </a:t>
            </a:r>
            <a:r>
              <a:rPr sz="1800" spc="50" dirty="0">
                <a:solidFill>
                  <a:srgbClr val="494949"/>
                </a:solidFill>
                <a:latin typeface="Tahoma"/>
                <a:cs typeface="Tahoma"/>
              </a:rPr>
              <a:t>variation</a:t>
            </a:r>
            <a:r>
              <a:rPr sz="1800" spc="120" dirty="0">
                <a:solidFill>
                  <a:srgbClr val="494949"/>
                </a:solidFill>
                <a:latin typeface="Tahoma"/>
                <a:cs typeface="Tahoma"/>
              </a:rPr>
              <a:t> </a:t>
            </a:r>
            <a:r>
              <a:rPr sz="1800" spc="65" dirty="0">
                <a:solidFill>
                  <a:srgbClr val="494949"/>
                </a:solidFill>
                <a:latin typeface="Tahoma"/>
                <a:cs typeface="Tahoma"/>
              </a:rPr>
              <a:t>in</a:t>
            </a:r>
            <a:r>
              <a:rPr sz="1800" spc="130" dirty="0">
                <a:solidFill>
                  <a:srgbClr val="494949"/>
                </a:solidFill>
                <a:latin typeface="Tahoma"/>
                <a:cs typeface="Tahoma"/>
              </a:rPr>
              <a:t> </a:t>
            </a:r>
            <a:r>
              <a:rPr sz="1800" spc="60" dirty="0">
                <a:solidFill>
                  <a:srgbClr val="494949"/>
                </a:solidFill>
                <a:latin typeface="Tahoma"/>
                <a:cs typeface="Tahoma"/>
              </a:rPr>
              <a:t>the</a:t>
            </a:r>
            <a:r>
              <a:rPr sz="1800" spc="125" dirty="0">
                <a:solidFill>
                  <a:srgbClr val="494949"/>
                </a:solidFill>
                <a:latin typeface="Tahoma"/>
                <a:cs typeface="Tahoma"/>
              </a:rPr>
              <a:t> </a:t>
            </a:r>
            <a:r>
              <a:rPr sz="1800" spc="60" dirty="0">
                <a:solidFill>
                  <a:srgbClr val="494949"/>
                </a:solidFill>
                <a:latin typeface="Tahoma"/>
                <a:cs typeface="Tahoma"/>
              </a:rPr>
              <a:t>predictions</a:t>
            </a:r>
            <a:r>
              <a:rPr sz="1800" spc="130" dirty="0">
                <a:solidFill>
                  <a:srgbClr val="494949"/>
                </a:solidFill>
                <a:latin typeface="Tahoma"/>
                <a:cs typeface="Tahoma"/>
              </a:rPr>
              <a:t> </a:t>
            </a:r>
            <a:r>
              <a:rPr sz="1800" spc="35" dirty="0">
                <a:solidFill>
                  <a:srgbClr val="494949"/>
                </a:solidFill>
                <a:latin typeface="Tahoma"/>
                <a:cs typeface="Tahoma"/>
              </a:rPr>
              <a:t>by</a:t>
            </a:r>
            <a:r>
              <a:rPr sz="1800" spc="130" dirty="0">
                <a:solidFill>
                  <a:srgbClr val="494949"/>
                </a:solidFill>
                <a:latin typeface="Tahoma"/>
                <a:cs typeface="Tahoma"/>
              </a:rPr>
              <a:t> </a:t>
            </a:r>
            <a:r>
              <a:rPr sz="1800" spc="70" dirty="0">
                <a:solidFill>
                  <a:srgbClr val="494949"/>
                </a:solidFill>
                <a:latin typeface="Tahoma"/>
                <a:cs typeface="Tahoma"/>
              </a:rPr>
              <a:t>combining</a:t>
            </a:r>
            <a:r>
              <a:rPr sz="1800" spc="125" dirty="0">
                <a:solidFill>
                  <a:srgbClr val="494949"/>
                </a:solidFill>
                <a:latin typeface="Tahoma"/>
                <a:cs typeface="Tahoma"/>
              </a:rPr>
              <a:t> </a:t>
            </a:r>
            <a:r>
              <a:rPr sz="1800" spc="65" dirty="0">
                <a:solidFill>
                  <a:srgbClr val="494949"/>
                </a:solidFill>
                <a:latin typeface="Tahoma"/>
                <a:cs typeface="Tahoma"/>
              </a:rPr>
              <a:t>the</a:t>
            </a:r>
            <a:r>
              <a:rPr sz="1800" spc="135" dirty="0">
                <a:solidFill>
                  <a:srgbClr val="494949"/>
                </a:solidFill>
                <a:latin typeface="Tahoma"/>
                <a:cs typeface="Tahoma"/>
              </a:rPr>
              <a:t> </a:t>
            </a:r>
            <a:r>
              <a:rPr sz="1800" spc="55" dirty="0">
                <a:solidFill>
                  <a:srgbClr val="494949"/>
                </a:solidFill>
                <a:latin typeface="Tahoma"/>
                <a:cs typeface="Tahoma"/>
              </a:rPr>
              <a:t>result</a:t>
            </a:r>
            <a:r>
              <a:rPr sz="1800" spc="125" dirty="0">
                <a:solidFill>
                  <a:srgbClr val="494949"/>
                </a:solidFill>
                <a:latin typeface="Tahoma"/>
                <a:cs typeface="Tahoma"/>
              </a:rPr>
              <a:t> </a:t>
            </a:r>
            <a:r>
              <a:rPr sz="1800" spc="70" dirty="0">
                <a:solidFill>
                  <a:srgbClr val="494949"/>
                </a:solidFill>
                <a:latin typeface="Tahoma"/>
                <a:cs typeface="Tahoma"/>
              </a:rPr>
              <a:t>of</a:t>
            </a:r>
            <a:r>
              <a:rPr sz="1800" spc="125" dirty="0">
                <a:solidFill>
                  <a:srgbClr val="494949"/>
                </a:solidFill>
                <a:latin typeface="Tahoma"/>
                <a:cs typeface="Tahoma"/>
              </a:rPr>
              <a:t> </a:t>
            </a:r>
            <a:r>
              <a:rPr sz="1800" spc="65" dirty="0">
                <a:solidFill>
                  <a:srgbClr val="494949"/>
                </a:solidFill>
                <a:latin typeface="Tahoma"/>
                <a:cs typeface="Tahoma"/>
              </a:rPr>
              <a:t>multiple</a:t>
            </a:r>
            <a:r>
              <a:rPr sz="1800" spc="125" dirty="0">
                <a:solidFill>
                  <a:srgbClr val="494949"/>
                </a:solidFill>
                <a:latin typeface="Tahoma"/>
                <a:cs typeface="Tahoma"/>
              </a:rPr>
              <a:t> </a:t>
            </a:r>
            <a:r>
              <a:rPr sz="1800" spc="65" dirty="0">
                <a:solidFill>
                  <a:srgbClr val="494949"/>
                </a:solidFill>
                <a:latin typeface="Tahoma"/>
                <a:cs typeface="Tahoma"/>
              </a:rPr>
              <a:t>Decision</a:t>
            </a:r>
            <a:r>
              <a:rPr sz="1800" spc="130" dirty="0">
                <a:solidFill>
                  <a:srgbClr val="494949"/>
                </a:solidFill>
                <a:latin typeface="Tahoma"/>
                <a:cs typeface="Tahoma"/>
              </a:rPr>
              <a:t> </a:t>
            </a:r>
            <a:r>
              <a:rPr sz="1800" spc="45" dirty="0">
                <a:solidFill>
                  <a:srgbClr val="494949"/>
                </a:solidFill>
                <a:latin typeface="Tahoma"/>
                <a:cs typeface="Tahoma"/>
              </a:rPr>
              <a:t>trees</a:t>
            </a:r>
            <a:r>
              <a:rPr sz="1800" spc="130" dirty="0">
                <a:solidFill>
                  <a:srgbClr val="494949"/>
                </a:solidFill>
                <a:latin typeface="Tahoma"/>
                <a:cs typeface="Tahoma"/>
              </a:rPr>
              <a:t> </a:t>
            </a:r>
            <a:r>
              <a:rPr sz="1800" spc="100" dirty="0">
                <a:solidFill>
                  <a:srgbClr val="494949"/>
                </a:solidFill>
                <a:latin typeface="Tahoma"/>
                <a:cs typeface="Tahoma"/>
              </a:rPr>
              <a:t>on </a:t>
            </a:r>
            <a:r>
              <a:rPr sz="1800" spc="-545" dirty="0">
                <a:solidFill>
                  <a:srgbClr val="494949"/>
                </a:solidFill>
                <a:latin typeface="Tahoma"/>
                <a:cs typeface="Tahoma"/>
              </a:rPr>
              <a:t> </a:t>
            </a:r>
            <a:r>
              <a:rPr sz="1800" spc="55" dirty="0">
                <a:solidFill>
                  <a:srgbClr val="494949"/>
                </a:solidFill>
                <a:latin typeface="Tahoma"/>
                <a:cs typeface="Tahoma"/>
              </a:rPr>
              <a:t>different</a:t>
            </a:r>
            <a:r>
              <a:rPr sz="1800" spc="-105" dirty="0">
                <a:solidFill>
                  <a:srgbClr val="494949"/>
                </a:solidFill>
                <a:latin typeface="Tahoma"/>
                <a:cs typeface="Tahoma"/>
              </a:rPr>
              <a:t> </a:t>
            </a:r>
            <a:r>
              <a:rPr sz="1800" spc="70" dirty="0">
                <a:solidFill>
                  <a:srgbClr val="494949"/>
                </a:solidFill>
                <a:latin typeface="Tahoma"/>
                <a:cs typeface="Tahoma"/>
              </a:rPr>
              <a:t>samples</a:t>
            </a:r>
            <a:r>
              <a:rPr sz="1800" spc="-105" dirty="0">
                <a:solidFill>
                  <a:srgbClr val="494949"/>
                </a:solidFill>
                <a:latin typeface="Tahoma"/>
                <a:cs typeface="Tahoma"/>
              </a:rPr>
              <a:t> </a:t>
            </a:r>
            <a:r>
              <a:rPr sz="1800" spc="70" dirty="0">
                <a:solidFill>
                  <a:srgbClr val="494949"/>
                </a:solidFill>
                <a:latin typeface="Tahoma"/>
                <a:cs typeface="Tahoma"/>
              </a:rPr>
              <a:t>of</a:t>
            </a:r>
            <a:r>
              <a:rPr sz="1800" spc="-95" dirty="0">
                <a:solidFill>
                  <a:srgbClr val="494949"/>
                </a:solidFill>
                <a:latin typeface="Tahoma"/>
                <a:cs typeface="Tahoma"/>
              </a:rPr>
              <a:t> </a:t>
            </a:r>
            <a:r>
              <a:rPr sz="1800" spc="65" dirty="0">
                <a:solidFill>
                  <a:srgbClr val="494949"/>
                </a:solidFill>
                <a:latin typeface="Tahoma"/>
                <a:cs typeface="Tahoma"/>
              </a:rPr>
              <a:t>the</a:t>
            </a:r>
            <a:r>
              <a:rPr sz="1800" spc="-105" dirty="0">
                <a:solidFill>
                  <a:srgbClr val="494949"/>
                </a:solidFill>
                <a:latin typeface="Tahoma"/>
                <a:cs typeface="Tahoma"/>
              </a:rPr>
              <a:t> </a:t>
            </a:r>
            <a:r>
              <a:rPr sz="1800" spc="60" dirty="0">
                <a:solidFill>
                  <a:srgbClr val="494949"/>
                </a:solidFill>
                <a:latin typeface="Tahoma"/>
                <a:cs typeface="Tahoma"/>
              </a:rPr>
              <a:t>data</a:t>
            </a:r>
            <a:r>
              <a:rPr sz="1800" spc="-110" dirty="0">
                <a:solidFill>
                  <a:srgbClr val="494949"/>
                </a:solidFill>
                <a:latin typeface="Tahoma"/>
                <a:cs typeface="Tahoma"/>
              </a:rPr>
              <a:t> </a:t>
            </a:r>
            <a:r>
              <a:rPr sz="1800" spc="15" dirty="0">
                <a:solidFill>
                  <a:srgbClr val="494949"/>
                </a:solidFill>
                <a:latin typeface="Tahoma"/>
                <a:cs typeface="Tahoma"/>
              </a:rPr>
              <a:t>set.</a:t>
            </a:r>
            <a:endParaRPr sz="180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67943"/>
            <a:ext cx="5749925" cy="452755"/>
          </a:xfrm>
          <a:prstGeom prst="rect">
            <a:avLst/>
          </a:prstGeom>
        </p:spPr>
        <p:txBody>
          <a:bodyPr vert="horz" wrap="square" lIns="0" tIns="12700" rIns="0" bIns="0" rtlCol="0">
            <a:spAutoFit/>
          </a:bodyPr>
          <a:lstStyle/>
          <a:p>
            <a:pPr marL="12700">
              <a:lnSpc>
                <a:spcPct val="100000"/>
              </a:lnSpc>
              <a:spcBef>
                <a:spcPts val="100"/>
              </a:spcBef>
            </a:pPr>
            <a:r>
              <a:rPr sz="2800" b="1" spc="-50" dirty="0">
                <a:solidFill>
                  <a:srgbClr val="494949"/>
                </a:solidFill>
                <a:latin typeface="Tahoma"/>
                <a:cs typeface="Tahoma"/>
              </a:rPr>
              <a:t>How</a:t>
            </a:r>
            <a:r>
              <a:rPr sz="2800" b="1" spc="-110" dirty="0">
                <a:solidFill>
                  <a:srgbClr val="494949"/>
                </a:solidFill>
                <a:latin typeface="Tahoma"/>
                <a:cs typeface="Tahoma"/>
              </a:rPr>
              <a:t> </a:t>
            </a:r>
            <a:r>
              <a:rPr sz="2800" b="1" spc="-30" dirty="0">
                <a:solidFill>
                  <a:srgbClr val="494949"/>
                </a:solidFill>
                <a:latin typeface="Tahoma"/>
                <a:cs typeface="Tahoma"/>
              </a:rPr>
              <a:t>Does</a:t>
            </a:r>
            <a:r>
              <a:rPr sz="2800" b="1" spc="-120" dirty="0">
                <a:solidFill>
                  <a:srgbClr val="494949"/>
                </a:solidFill>
                <a:latin typeface="Tahoma"/>
                <a:cs typeface="Tahoma"/>
              </a:rPr>
              <a:t> </a:t>
            </a:r>
            <a:r>
              <a:rPr sz="2800" b="1" spc="-10" dirty="0">
                <a:solidFill>
                  <a:srgbClr val="494949"/>
                </a:solidFill>
                <a:latin typeface="Tahoma"/>
                <a:cs typeface="Tahoma"/>
              </a:rPr>
              <a:t>Random</a:t>
            </a:r>
            <a:r>
              <a:rPr sz="2800" b="1" spc="-120" dirty="0">
                <a:solidFill>
                  <a:srgbClr val="494949"/>
                </a:solidFill>
                <a:latin typeface="Tahoma"/>
                <a:cs typeface="Tahoma"/>
              </a:rPr>
              <a:t> </a:t>
            </a:r>
            <a:r>
              <a:rPr sz="2800" b="1" spc="-15" dirty="0">
                <a:solidFill>
                  <a:srgbClr val="494949"/>
                </a:solidFill>
                <a:latin typeface="Tahoma"/>
                <a:cs typeface="Tahoma"/>
              </a:rPr>
              <a:t>Forest</a:t>
            </a:r>
            <a:r>
              <a:rPr sz="2800" b="1" spc="-114" dirty="0">
                <a:solidFill>
                  <a:srgbClr val="494949"/>
                </a:solidFill>
                <a:latin typeface="Tahoma"/>
                <a:cs typeface="Tahoma"/>
              </a:rPr>
              <a:t> </a:t>
            </a:r>
            <a:r>
              <a:rPr sz="2800" b="1" spc="-80" dirty="0">
                <a:solidFill>
                  <a:srgbClr val="494949"/>
                </a:solidFill>
                <a:latin typeface="Tahoma"/>
                <a:cs typeface="Tahoma"/>
              </a:rPr>
              <a:t>Work?</a:t>
            </a:r>
            <a:endParaRPr sz="2800">
              <a:latin typeface="Tahoma"/>
              <a:cs typeface="Tahoma"/>
            </a:endParaRPr>
          </a:p>
        </p:txBody>
      </p:sp>
      <p:sp>
        <p:nvSpPr>
          <p:cNvPr id="3" name="object 3"/>
          <p:cNvSpPr txBox="1"/>
          <p:nvPr/>
        </p:nvSpPr>
        <p:spPr>
          <a:xfrm>
            <a:off x="766063" y="1660651"/>
            <a:ext cx="9826625" cy="1221105"/>
          </a:xfrm>
          <a:prstGeom prst="rect">
            <a:avLst/>
          </a:prstGeom>
        </p:spPr>
        <p:txBody>
          <a:bodyPr vert="horz" wrap="square" lIns="0" tIns="61594" rIns="0" bIns="0" rtlCol="0">
            <a:spAutoFit/>
          </a:bodyPr>
          <a:lstStyle/>
          <a:p>
            <a:pPr marL="240665" marR="5080" indent="-228600">
              <a:lnSpc>
                <a:spcPts val="3020"/>
              </a:lnSpc>
              <a:spcBef>
                <a:spcPts val="484"/>
              </a:spcBef>
              <a:buFont typeface="Arial MT"/>
              <a:buChar char="•"/>
              <a:tabLst>
                <a:tab pos="241300" algn="l"/>
              </a:tabLst>
            </a:pPr>
            <a:r>
              <a:rPr sz="2800" spc="-60" dirty="0">
                <a:solidFill>
                  <a:srgbClr val="494949"/>
                </a:solidFill>
                <a:latin typeface="Tahoma"/>
                <a:cs typeface="Tahoma"/>
              </a:rPr>
              <a:t>To</a:t>
            </a:r>
            <a:r>
              <a:rPr sz="2800" spc="-150" dirty="0">
                <a:solidFill>
                  <a:srgbClr val="494949"/>
                </a:solidFill>
                <a:latin typeface="Tahoma"/>
                <a:cs typeface="Tahoma"/>
              </a:rPr>
              <a:t> </a:t>
            </a:r>
            <a:r>
              <a:rPr sz="2800" spc="120" dirty="0">
                <a:solidFill>
                  <a:srgbClr val="494949"/>
                </a:solidFill>
                <a:latin typeface="Tahoma"/>
                <a:cs typeface="Tahoma"/>
              </a:rPr>
              <a:t>understand</a:t>
            </a:r>
            <a:r>
              <a:rPr sz="2800" spc="-170" dirty="0">
                <a:solidFill>
                  <a:srgbClr val="494949"/>
                </a:solidFill>
                <a:latin typeface="Tahoma"/>
                <a:cs typeface="Tahoma"/>
              </a:rPr>
              <a:t> </a:t>
            </a:r>
            <a:r>
              <a:rPr sz="2800" spc="135" dirty="0">
                <a:solidFill>
                  <a:srgbClr val="494949"/>
                </a:solidFill>
                <a:latin typeface="Tahoma"/>
                <a:cs typeface="Tahoma"/>
              </a:rPr>
              <a:t>Random</a:t>
            </a:r>
            <a:r>
              <a:rPr sz="2800" spc="-180" dirty="0">
                <a:solidFill>
                  <a:srgbClr val="494949"/>
                </a:solidFill>
                <a:latin typeface="Tahoma"/>
                <a:cs typeface="Tahoma"/>
              </a:rPr>
              <a:t> </a:t>
            </a:r>
            <a:r>
              <a:rPr sz="2800" spc="50" dirty="0">
                <a:solidFill>
                  <a:srgbClr val="494949"/>
                </a:solidFill>
                <a:latin typeface="Tahoma"/>
                <a:cs typeface="Tahoma"/>
              </a:rPr>
              <a:t>forest,</a:t>
            </a:r>
            <a:r>
              <a:rPr sz="2800" spc="-160" dirty="0">
                <a:solidFill>
                  <a:srgbClr val="494949"/>
                </a:solidFill>
                <a:latin typeface="Tahoma"/>
                <a:cs typeface="Tahoma"/>
              </a:rPr>
              <a:t> </a:t>
            </a:r>
            <a:r>
              <a:rPr sz="2800" spc="110" dirty="0">
                <a:solidFill>
                  <a:srgbClr val="494949"/>
                </a:solidFill>
                <a:latin typeface="Tahoma"/>
                <a:cs typeface="Tahoma"/>
              </a:rPr>
              <a:t>consider</a:t>
            </a:r>
            <a:r>
              <a:rPr sz="2800" spc="-165" dirty="0">
                <a:solidFill>
                  <a:srgbClr val="494949"/>
                </a:solidFill>
                <a:latin typeface="Tahoma"/>
                <a:cs typeface="Tahoma"/>
              </a:rPr>
              <a:t> </a:t>
            </a:r>
            <a:r>
              <a:rPr sz="2800" spc="95" dirty="0">
                <a:solidFill>
                  <a:srgbClr val="494949"/>
                </a:solidFill>
                <a:latin typeface="Tahoma"/>
                <a:cs typeface="Tahoma"/>
              </a:rPr>
              <a:t>the</a:t>
            </a:r>
            <a:r>
              <a:rPr sz="2800" spc="-155" dirty="0">
                <a:solidFill>
                  <a:srgbClr val="494949"/>
                </a:solidFill>
                <a:latin typeface="Tahoma"/>
                <a:cs typeface="Tahoma"/>
              </a:rPr>
              <a:t> </a:t>
            </a:r>
            <a:r>
              <a:rPr sz="2800" spc="110" dirty="0">
                <a:solidFill>
                  <a:srgbClr val="494949"/>
                </a:solidFill>
                <a:latin typeface="Tahoma"/>
                <a:cs typeface="Tahoma"/>
              </a:rPr>
              <a:t>below</a:t>
            </a:r>
            <a:r>
              <a:rPr sz="2800" spc="-160" dirty="0">
                <a:solidFill>
                  <a:srgbClr val="494949"/>
                </a:solidFill>
                <a:latin typeface="Tahoma"/>
                <a:cs typeface="Tahoma"/>
              </a:rPr>
              <a:t> </a:t>
            </a:r>
            <a:r>
              <a:rPr sz="2800" spc="120" dirty="0">
                <a:solidFill>
                  <a:srgbClr val="494949"/>
                </a:solidFill>
                <a:latin typeface="Tahoma"/>
                <a:cs typeface="Tahoma"/>
              </a:rPr>
              <a:t>sample </a:t>
            </a:r>
            <a:r>
              <a:rPr sz="2800" spc="-860" dirty="0">
                <a:solidFill>
                  <a:srgbClr val="494949"/>
                </a:solidFill>
                <a:latin typeface="Tahoma"/>
                <a:cs typeface="Tahoma"/>
              </a:rPr>
              <a:t> </a:t>
            </a:r>
            <a:r>
              <a:rPr sz="2800" spc="95" dirty="0">
                <a:solidFill>
                  <a:srgbClr val="494949"/>
                </a:solidFill>
                <a:latin typeface="Tahoma"/>
                <a:cs typeface="Tahoma"/>
              </a:rPr>
              <a:t>data</a:t>
            </a:r>
            <a:r>
              <a:rPr sz="2800" spc="-150" dirty="0">
                <a:solidFill>
                  <a:srgbClr val="494949"/>
                </a:solidFill>
                <a:latin typeface="Tahoma"/>
                <a:cs typeface="Tahoma"/>
              </a:rPr>
              <a:t> </a:t>
            </a:r>
            <a:r>
              <a:rPr sz="2800" spc="30" dirty="0">
                <a:solidFill>
                  <a:srgbClr val="494949"/>
                </a:solidFill>
                <a:latin typeface="Tahoma"/>
                <a:cs typeface="Tahoma"/>
              </a:rPr>
              <a:t>set.</a:t>
            </a:r>
            <a:r>
              <a:rPr sz="2800" spc="-150" dirty="0">
                <a:solidFill>
                  <a:srgbClr val="494949"/>
                </a:solidFill>
                <a:latin typeface="Tahoma"/>
                <a:cs typeface="Tahoma"/>
              </a:rPr>
              <a:t> </a:t>
            </a:r>
            <a:r>
              <a:rPr sz="2800" spc="-55" dirty="0">
                <a:solidFill>
                  <a:srgbClr val="494949"/>
                </a:solidFill>
                <a:latin typeface="Tahoma"/>
                <a:cs typeface="Tahoma"/>
              </a:rPr>
              <a:t>In</a:t>
            </a:r>
            <a:r>
              <a:rPr sz="2800" spc="-160" dirty="0">
                <a:solidFill>
                  <a:srgbClr val="494949"/>
                </a:solidFill>
                <a:latin typeface="Tahoma"/>
                <a:cs typeface="Tahoma"/>
              </a:rPr>
              <a:t> </a:t>
            </a:r>
            <a:r>
              <a:rPr sz="2800" spc="85" dirty="0">
                <a:solidFill>
                  <a:srgbClr val="494949"/>
                </a:solidFill>
                <a:latin typeface="Tahoma"/>
                <a:cs typeface="Tahoma"/>
              </a:rPr>
              <a:t>this</a:t>
            </a:r>
            <a:r>
              <a:rPr sz="2800" spc="-160" dirty="0">
                <a:solidFill>
                  <a:srgbClr val="494949"/>
                </a:solidFill>
                <a:latin typeface="Tahoma"/>
                <a:cs typeface="Tahoma"/>
              </a:rPr>
              <a:t> </a:t>
            </a:r>
            <a:r>
              <a:rPr sz="2800" spc="95" dirty="0">
                <a:solidFill>
                  <a:srgbClr val="494949"/>
                </a:solidFill>
                <a:latin typeface="Tahoma"/>
                <a:cs typeface="Tahoma"/>
              </a:rPr>
              <a:t>data</a:t>
            </a:r>
            <a:r>
              <a:rPr sz="2800" spc="-150" dirty="0">
                <a:solidFill>
                  <a:srgbClr val="494949"/>
                </a:solidFill>
                <a:latin typeface="Tahoma"/>
                <a:cs typeface="Tahoma"/>
              </a:rPr>
              <a:t> </a:t>
            </a:r>
            <a:r>
              <a:rPr sz="2800" spc="75" dirty="0">
                <a:solidFill>
                  <a:srgbClr val="494949"/>
                </a:solidFill>
                <a:latin typeface="Tahoma"/>
                <a:cs typeface="Tahoma"/>
              </a:rPr>
              <a:t>set</a:t>
            </a:r>
            <a:r>
              <a:rPr sz="2800" spc="-150" dirty="0">
                <a:solidFill>
                  <a:srgbClr val="494949"/>
                </a:solidFill>
                <a:latin typeface="Tahoma"/>
                <a:cs typeface="Tahoma"/>
              </a:rPr>
              <a:t> </a:t>
            </a:r>
            <a:r>
              <a:rPr sz="2800" spc="95" dirty="0">
                <a:solidFill>
                  <a:srgbClr val="494949"/>
                </a:solidFill>
                <a:latin typeface="Tahoma"/>
                <a:cs typeface="Tahoma"/>
              </a:rPr>
              <a:t>we</a:t>
            </a:r>
            <a:r>
              <a:rPr sz="2800" spc="-150" dirty="0">
                <a:solidFill>
                  <a:srgbClr val="494949"/>
                </a:solidFill>
                <a:latin typeface="Tahoma"/>
                <a:cs typeface="Tahoma"/>
              </a:rPr>
              <a:t> </a:t>
            </a:r>
            <a:r>
              <a:rPr sz="2800" spc="85" dirty="0">
                <a:solidFill>
                  <a:srgbClr val="494949"/>
                </a:solidFill>
                <a:latin typeface="Tahoma"/>
                <a:cs typeface="Tahoma"/>
              </a:rPr>
              <a:t>have</a:t>
            </a:r>
            <a:r>
              <a:rPr sz="2800" spc="-160" dirty="0">
                <a:solidFill>
                  <a:srgbClr val="494949"/>
                </a:solidFill>
                <a:latin typeface="Tahoma"/>
                <a:cs typeface="Tahoma"/>
              </a:rPr>
              <a:t> </a:t>
            </a:r>
            <a:r>
              <a:rPr sz="2800" spc="130" dirty="0">
                <a:solidFill>
                  <a:srgbClr val="494949"/>
                </a:solidFill>
                <a:latin typeface="Tahoma"/>
                <a:cs typeface="Tahoma"/>
              </a:rPr>
              <a:t>four</a:t>
            </a:r>
            <a:r>
              <a:rPr sz="2800" spc="-170" dirty="0">
                <a:solidFill>
                  <a:srgbClr val="494949"/>
                </a:solidFill>
                <a:latin typeface="Tahoma"/>
                <a:cs typeface="Tahoma"/>
              </a:rPr>
              <a:t> </a:t>
            </a:r>
            <a:r>
              <a:rPr sz="2800" spc="105" dirty="0">
                <a:solidFill>
                  <a:srgbClr val="494949"/>
                </a:solidFill>
                <a:latin typeface="Tahoma"/>
                <a:cs typeface="Tahoma"/>
              </a:rPr>
              <a:t>predictor</a:t>
            </a:r>
            <a:r>
              <a:rPr sz="2800" spc="-175" dirty="0">
                <a:solidFill>
                  <a:srgbClr val="494949"/>
                </a:solidFill>
                <a:latin typeface="Tahoma"/>
                <a:cs typeface="Tahoma"/>
              </a:rPr>
              <a:t> </a:t>
            </a:r>
            <a:r>
              <a:rPr sz="2800" spc="65" dirty="0">
                <a:solidFill>
                  <a:srgbClr val="494949"/>
                </a:solidFill>
                <a:latin typeface="Tahoma"/>
                <a:cs typeface="Tahoma"/>
              </a:rPr>
              <a:t>variables, </a:t>
            </a:r>
            <a:r>
              <a:rPr sz="2800" spc="70" dirty="0">
                <a:solidFill>
                  <a:srgbClr val="494949"/>
                </a:solidFill>
                <a:latin typeface="Tahoma"/>
                <a:cs typeface="Tahoma"/>
              </a:rPr>
              <a:t> </a:t>
            </a:r>
            <a:r>
              <a:rPr sz="2800" spc="60" dirty="0">
                <a:solidFill>
                  <a:srgbClr val="494949"/>
                </a:solidFill>
                <a:latin typeface="Tahoma"/>
                <a:cs typeface="Tahoma"/>
              </a:rPr>
              <a:t>namely:</a:t>
            </a:r>
            <a:endParaRPr sz="2800">
              <a:latin typeface="Tahoma"/>
              <a:cs typeface="Tahoma"/>
            </a:endParaRPr>
          </a:p>
        </p:txBody>
      </p:sp>
      <p:pic>
        <p:nvPicPr>
          <p:cNvPr id="4" name="object 4"/>
          <p:cNvPicPr/>
          <p:nvPr/>
        </p:nvPicPr>
        <p:blipFill>
          <a:blip r:embed="rId2" cstate="print"/>
          <a:stretch>
            <a:fillRect/>
          </a:stretch>
        </p:blipFill>
        <p:spPr>
          <a:xfrm>
            <a:off x="3474720" y="3343655"/>
            <a:ext cx="5029200" cy="2457450"/>
          </a:xfrm>
          <a:prstGeom prst="rect">
            <a:avLst/>
          </a:prstGeom>
        </p:spPr>
      </p:pic>
      <p:sp>
        <p:nvSpPr>
          <p:cNvPr id="5" name="object 5"/>
          <p:cNvSpPr txBox="1"/>
          <p:nvPr/>
        </p:nvSpPr>
        <p:spPr>
          <a:xfrm>
            <a:off x="1882648" y="5891276"/>
            <a:ext cx="9199245" cy="847090"/>
          </a:xfrm>
          <a:prstGeom prst="rect">
            <a:avLst/>
          </a:prstGeom>
        </p:spPr>
        <p:txBody>
          <a:bodyPr vert="horz" wrap="square" lIns="0" tIns="13335" rIns="0" bIns="0" rtlCol="0">
            <a:spAutoFit/>
          </a:bodyPr>
          <a:lstStyle/>
          <a:p>
            <a:pPr marL="12700" marR="5080">
              <a:lnSpc>
                <a:spcPct val="99800"/>
              </a:lnSpc>
              <a:spcBef>
                <a:spcPts val="105"/>
              </a:spcBef>
            </a:pPr>
            <a:r>
              <a:rPr sz="1800" spc="40" dirty="0">
                <a:solidFill>
                  <a:srgbClr val="494949"/>
                </a:solidFill>
                <a:latin typeface="Tahoma"/>
                <a:cs typeface="Tahoma"/>
              </a:rPr>
              <a:t>These</a:t>
            </a:r>
            <a:r>
              <a:rPr sz="1800" spc="-100" dirty="0">
                <a:solidFill>
                  <a:srgbClr val="494949"/>
                </a:solidFill>
                <a:latin typeface="Tahoma"/>
                <a:cs typeface="Tahoma"/>
              </a:rPr>
              <a:t> </a:t>
            </a:r>
            <a:r>
              <a:rPr sz="1800" spc="55" dirty="0">
                <a:solidFill>
                  <a:srgbClr val="494949"/>
                </a:solidFill>
                <a:latin typeface="Tahoma"/>
                <a:cs typeface="Tahoma"/>
              </a:rPr>
              <a:t>variables</a:t>
            </a:r>
            <a:r>
              <a:rPr sz="1800" spc="-105" dirty="0">
                <a:solidFill>
                  <a:srgbClr val="494949"/>
                </a:solidFill>
                <a:latin typeface="Tahoma"/>
                <a:cs typeface="Tahoma"/>
              </a:rPr>
              <a:t> </a:t>
            </a:r>
            <a:r>
              <a:rPr sz="1800" spc="50" dirty="0">
                <a:solidFill>
                  <a:srgbClr val="494949"/>
                </a:solidFill>
                <a:latin typeface="Tahoma"/>
                <a:cs typeface="Tahoma"/>
              </a:rPr>
              <a:t>are</a:t>
            </a:r>
            <a:r>
              <a:rPr sz="1800" spc="-90" dirty="0">
                <a:solidFill>
                  <a:srgbClr val="494949"/>
                </a:solidFill>
                <a:latin typeface="Tahoma"/>
                <a:cs typeface="Tahoma"/>
              </a:rPr>
              <a:t> </a:t>
            </a:r>
            <a:r>
              <a:rPr sz="1800" spc="80" dirty="0">
                <a:solidFill>
                  <a:srgbClr val="494949"/>
                </a:solidFill>
                <a:latin typeface="Tahoma"/>
                <a:cs typeface="Tahoma"/>
              </a:rPr>
              <a:t>used</a:t>
            </a:r>
            <a:r>
              <a:rPr sz="1800" spc="-95" dirty="0">
                <a:solidFill>
                  <a:srgbClr val="494949"/>
                </a:solidFill>
                <a:latin typeface="Tahoma"/>
                <a:cs typeface="Tahoma"/>
              </a:rPr>
              <a:t> </a:t>
            </a:r>
            <a:r>
              <a:rPr sz="1800" spc="70" dirty="0">
                <a:solidFill>
                  <a:srgbClr val="494949"/>
                </a:solidFill>
                <a:latin typeface="Tahoma"/>
                <a:cs typeface="Tahoma"/>
              </a:rPr>
              <a:t>to</a:t>
            </a:r>
            <a:r>
              <a:rPr sz="1800" spc="-95" dirty="0">
                <a:solidFill>
                  <a:srgbClr val="494949"/>
                </a:solidFill>
                <a:latin typeface="Tahoma"/>
                <a:cs typeface="Tahoma"/>
              </a:rPr>
              <a:t> </a:t>
            </a:r>
            <a:r>
              <a:rPr sz="1800" spc="55" dirty="0">
                <a:solidFill>
                  <a:srgbClr val="494949"/>
                </a:solidFill>
                <a:latin typeface="Tahoma"/>
                <a:cs typeface="Tahoma"/>
              </a:rPr>
              <a:t>predict</a:t>
            </a:r>
            <a:r>
              <a:rPr sz="1800" spc="-95" dirty="0">
                <a:solidFill>
                  <a:srgbClr val="494949"/>
                </a:solidFill>
                <a:latin typeface="Tahoma"/>
                <a:cs typeface="Tahoma"/>
              </a:rPr>
              <a:t> </a:t>
            </a:r>
            <a:r>
              <a:rPr sz="1800" spc="70" dirty="0">
                <a:solidFill>
                  <a:srgbClr val="494949"/>
                </a:solidFill>
                <a:latin typeface="Tahoma"/>
                <a:cs typeface="Tahoma"/>
              </a:rPr>
              <a:t>whether</a:t>
            </a:r>
            <a:r>
              <a:rPr sz="1800" spc="-100" dirty="0">
                <a:solidFill>
                  <a:srgbClr val="494949"/>
                </a:solidFill>
                <a:latin typeface="Tahoma"/>
                <a:cs typeface="Tahoma"/>
              </a:rPr>
              <a:t> </a:t>
            </a:r>
            <a:r>
              <a:rPr sz="1800" spc="95" dirty="0">
                <a:solidFill>
                  <a:srgbClr val="494949"/>
                </a:solidFill>
                <a:latin typeface="Tahoma"/>
                <a:cs typeface="Tahoma"/>
              </a:rPr>
              <a:t>or</a:t>
            </a:r>
            <a:r>
              <a:rPr sz="1800" spc="-90" dirty="0">
                <a:solidFill>
                  <a:srgbClr val="494949"/>
                </a:solidFill>
                <a:latin typeface="Tahoma"/>
                <a:cs typeface="Tahoma"/>
              </a:rPr>
              <a:t> </a:t>
            </a:r>
            <a:r>
              <a:rPr sz="1800" spc="80" dirty="0">
                <a:solidFill>
                  <a:srgbClr val="494949"/>
                </a:solidFill>
                <a:latin typeface="Tahoma"/>
                <a:cs typeface="Tahoma"/>
              </a:rPr>
              <a:t>not</a:t>
            </a:r>
            <a:r>
              <a:rPr sz="1800" spc="-105" dirty="0">
                <a:solidFill>
                  <a:srgbClr val="494949"/>
                </a:solidFill>
                <a:latin typeface="Tahoma"/>
                <a:cs typeface="Tahoma"/>
              </a:rPr>
              <a:t> </a:t>
            </a:r>
            <a:r>
              <a:rPr sz="1800" spc="55" dirty="0">
                <a:solidFill>
                  <a:srgbClr val="494949"/>
                </a:solidFill>
                <a:latin typeface="Tahoma"/>
                <a:cs typeface="Tahoma"/>
              </a:rPr>
              <a:t>a</a:t>
            </a:r>
            <a:r>
              <a:rPr sz="1800" spc="-90" dirty="0">
                <a:solidFill>
                  <a:srgbClr val="494949"/>
                </a:solidFill>
                <a:latin typeface="Tahoma"/>
                <a:cs typeface="Tahoma"/>
              </a:rPr>
              <a:t> </a:t>
            </a:r>
            <a:r>
              <a:rPr sz="1800" spc="80" dirty="0">
                <a:solidFill>
                  <a:srgbClr val="494949"/>
                </a:solidFill>
                <a:latin typeface="Tahoma"/>
                <a:cs typeface="Tahoma"/>
              </a:rPr>
              <a:t>person</a:t>
            </a:r>
            <a:r>
              <a:rPr sz="1800" spc="-105" dirty="0">
                <a:solidFill>
                  <a:srgbClr val="494949"/>
                </a:solidFill>
                <a:latin typeface="Tahoma"/>
                <a:cs typeface="Tahoma"/>
              </a:rPr>
              <a:t> </a:t>
            </a:r>
            <a:r>
              <a:rPr sz="1800" spc="70" dirty="0">
                <a:solidFill>
                  <a:srgbClr val="494949"/>
                </a:solidFill>
                <a:latin typeface="Tahoma"/>
                <a:cs typeface="Tahoma"/>
              </a:rPr>
              <a:t>has</a:t>
            </a:r>
            <a:r>
              <a:rPr sz="1800" spc="-100" dirty="0">
                <a:solidFill>
                  <a:srgbClr val="494949"/>
                </a:solidFill>
                <a:latin typeface="Tahoma"/>
                <a:cs typeface="Tahoma"/>
              </a:rPr>
              <a:t> </a:t>
            </a:r>
            <a:r>
              <a:rPr sz="1800" spc="65" dirty="0">
                <a:solidFill>
                  <a:srgbClr val="494949"/>
                </a:solidFill>
                <a:latin typeface="Tahoma"/>
                <a:cs typeface="Tahoma"/>
              </a:rPr>
              <a:t>heart</a:t>
            </a:r>
            <a:r>
              <a:rPr sz="1800" spc="-95" dirty="0">
                <a:solidFill>
                  <a:srgbClr val="494949"/>
                </a:solidFill>
                <a:latin typeface="Tahoma"/>
                <a:cs typeface="Tahoma"/>
              </a:rPr>
              <a:t> </a:t>
            </a:r>
            <a:r>
              <a:rPr sz="1800" spc="45" dirty="0">
                <a:solidFill>
                  <a:srgbClr val="494949"/>
                </a:solidFill>
                <a:latin typeface="Tahoma"/>
                <a:cs typeface="Tahoma"/>
              </a:rPr>
              <a:t>disease.</a:t>
            </a:r>
            <a:r>
              <a:rPr sz="1800" spc="-95" dirty="0">
                <a:solidFill>
                  <a:srgbClr val="494949"/>
                </a:solidFill>
                <a:latin typeface="Tahoma"/>
                <a:cs typeface="Tahoma"/>
              </a:rPr>
              <a:t> </a:t>
            </a:r>
            <a:r>
              <a:rPr sz="1800" spc="5" dirty="0">
                <a:solidFill>
                  <a:srgbClr val="494949"/>
                </a:solidFill>
                <a:latin typeface="Tahoma"/>
                <a:cs typeface="Tahoma"/>
              </a:rPr>
              <a:t>We’re </a:t>
            </a:r>
            <a:r>
              <a:rPr sz="1800" spc="10" dirty="0">
                <a:solidFill>
                  <a:srgbClr val="494949"/>
                </a:solidFill>
                <a:latin typeface="Tahoma"/>
                <a:cs typeface="Tahoma"/>
              </a:rPr>
              <a:t> </a:t>
            </a:r>
            <a:r>
              <a:rPr sz="1800" spc="45" dirty="0">
                <a:solidFill>
                  <a:srgbClr val="494949"/>
                </a:solidFill>
                <a:latin typeface="Tahoma"/>
                <a:cs typeface="Tahoma"/>
              </a:rPr>
              <a:t>going</a:t>
            </a:r>
            <a:r>
              <a:rPr sz="1800" spc="-110" dirty="0">
                <a:solidFill>
                  <a:srgbClr val="494949"/>
                </a:solidFill>
                <a:latin typeface="Tahoma"/>
                <a:cs typeface="Tahoma"/>
              </a:rPr>
              <a:t> </a:t>
            </a:r>
            <a:r>
              <a:rPr sz="1800" spc="70" dirty="0">
                <a:solidFill>
                  <a:srgbClr val="494949"/>
                </a:solidFill>
                <a:latin typeface="Tahoma"/>
                <a:cs typeface="Tahoma"/>
              </a:rPr>
              <a:t>to</a:t>
            </a:r>
            <a:r>
              <a:rPr sz="1800" spc="-100" dirty="0">
                <a:solidFill>
                  <a:srgbClr val="494949"/>
                </a:solidFill>
                <a:latin typeface="Tahoma"/>
                <a:cs typeface="Tahoma"/>
              </a:rPr>
              <a:t> </a:t>
            </a:r>
            <a:r>
              <a:rPr sz="1800" spc="70" dirty="0">
                <a:solidFill>
                  <a:srgbClr val="494949"/>
                </a:solidFill>
                <a:latin typeface="Tahoma"/>
                <a:cs typeface="Tahoma"/>
              </a:rPr>
              <a:t>use</a:t>
            </a:r>
            <a:r>
              <a:rPr sz="1800" spc="-100" dirty="0">
                <a:solidFill>
                  <a:srgbClr val="494949"/>
                </a:solidFill>
                <a:latin typeface="Tahoma"/>
                <a:cs typeface="Tahoma"/>
              </a:rPr>
              <a:t> </a:t>
            </a:r>
            <a:r>
              <a:rPr sz="1800" spc="55" dirty="0">
                <a:solidFill>
                  <a:srgbClr val="494949"/>
                </a:solidFill>
                <a:latin typeface="Tahoma"/>
                <a:cs typeface="Tahoma"/>
              </a:rPr>
              <a:t>this</a:t>
            </a:r>
            <a:r>
              <a:rPr sz="1800" spc="-105" dirty="0">
                <a:solidFill>
                  <a:srgbClr val="494949"/>
                </a:solidFill>
                <a:latin typeface="Tahoma"/>
                <a:cs typeface="Tahoma"/>
              </a:rPr>
              <a:t> </a:t>
            </a:r>
            <a:r>
              <a:rPr sz="1800" spc="60" dirty="0">
                <a:solidFill>
                  <a:srgbClr val="494949"/>
                </a:solidFill>
                <a:latin typeface="Tahoma"/>
                <a:cs typeface="Tahoma"/>
              </a:rPr>
              <a:t>data</a:t>
            </a:r>
            <a:r>
              <a:rPr sz="1800" spc="-105" dirty="0">
                <a:solidFill>
                  <a:srgbClr val="494949"/>
                </a:solidFill>
                <a:latin typeface="Tahoma"/>
                <a:cs typeface="Tahoma"/>
              </a:rPr>
              <a:t> </a:t>
            </a:r>
            <a:r>
              <a:rPr sz="1800" spc="45" dirty="0">
                <a:solidFill>
                  <a:srgbClr val="494949"/>
                </a:solidFill>
                <a:latin typeface="Tahoma"/>
                <a:cs typeface="Tahoma"/>
              </a:rPr>
              <a:t>set</a:t>
            </a:r>
            <a:r>
              <a:rPr sz="1800" spc="-90" dirty="0">
                <a:solidFill>
                  <a:srgbClr val="494949"/>
                </a:solidFill>
                <a:latin typeface="Tahoma"/>
                <a:cs typeface="Tahoma"/>
              </a:rPr>
              <a:t> </a:t>
            </a:r>
            <a:r>
              <a:rPr sz="1800" spc="70" dirty="0">
                <a:solidFill>
                  <a:srgbClr val="494949"/>
                </a:solidFill>
                <a:latin typeface="Tahoma"/>
                <a:cs typeface="Tahoma"/>
              </a:rPr>
              <a:t>to</a:t>
            </a:r>
            <a:r>
              <a:rPr sz="1800" spc="-100" dirty="0">
                <a:solidFill>
                  <a:srgbClr val="494949"/>
                </a:solidFill>
                <a:latin typeface="Tahoma"/>
                <a:cs typeface="Tahoma"/>
              </a:rPr>
              <a:t> </a:t>
            </a:r>
            <a:r>
              <a:rPr sz="1800" spc="45" dirty="0">
                <a:solidFill>
                  <a:srgbClr val="494949"/>
                </a:solidFill>
                <a:latin typeface="Tahoma"/>
                <a:cs typeface="Tahoma"/>
              </a:rPr>
              <a:t>create</a:t>
            </a:r>
            <a:r>
              <a:rPr sz="1800" spc="-95" dirty="0">
                <a:solidFill>
                  <a:srgbClr val="494949"/>
                </a:solidFill>
                <a:latin typeface="Tahoma"/>
                <a:cs typeface="Tahoma"/>
              </a:rPr>
              <a:t> </a:t>
            </a:r>
            <a:r>
              <a:rPr sz="1800" spc="55" dirty="0">
                <a:solidFill>
                  <a:srgbClr val="494949"/>
                </a:solidFill>
                <a:latin typeface="Tahoma"/>
                <a:cs typeface="Tahoma"/>
              </a:rPr>
              <a:t>a</a:t>
            </a:r>
            <a:r>
              <a:rPr sz="1800" spc="-100" dirty="0">
                <a:solidFill>
                  <a:srgbClr val="494949"/>
                </a:solidFill>
                <a:latin typeface="Tahoma"/>
                <a:cs typeface="Tahoma"/>
              </a:rPr>
              <a:t> </a:t>
            </a:r>
            <a:r>
              <a:rPr sz="1800" spc="85" dirty="0">
                <a:solidFill>
                  <a:srgbClr val="494949"/>
                </a:solidFill>
                <a:latin typeface="Tahoma"/>
                <a:cs typeface="Tahoma"/>
              </a:rPr>
              <a:t>Random</a:t>
            </a:r>
            <a:r>
              <a:rPr sz="1800" spc="-110" dirty="0">
                <a:solidFill>
                  <a:srgbClr val="494949"/>
                </a:solidFill>
                <a:latin typeface="Tahoma"/>
                <a:cs typeface="Tahoma"/>
              </a:rPr>
              <a:t> </a:t>
            </a:r>
            <a:r>
              <a:rPr sz="1800" spc="45" dirty="0">
                <a:solidFill>
                  <a:srgbClr val="494949"/>
                </a:solidFill>
                <a:latin typeface="Tahoma"/>
                <a:cs typeface="Tahoma"/>
              </a:rPr>
              <a:t>Forest</a:t>
            </a:r>
            <a:r>
              <a:rPr sz="1800" spc="-90" dirty="0">
                <a:solidFill>
                  <a:srgbClr val="494949"/>
                </a:solidFill>
                <a:latin typeface="Tahoma"/>
                <a:cs typeface="Tahoma"/>
              </a:rPr>
              <a:t> </a:t>
            </a:r>
            <a:r>
              <a:rPr sz="1800" spc="50" dirty="0">
                <a:solidFill>
                  <a:srgbClr val="494949"/>
                </a:solidFill>
                <a:latin typeface="Tahoma"/>
                <a:cs typeface="Tahoma"/>
              </a:rPr>
              <a:t>that</a:t>
            </a:r>
            <a:r>
              <a:rPr sz="1800" spc="-105" dirty="0">
                <a:solidFill>
                  <a:srgbClr val="494949"/>
                </a:solidFill>
                <a:latin typeface="Tahoma"/>
                <a:cs typeface="Tahoma"/>
              </a:rPr>
              <a:t> </a:t>
            </a:r>
            <a:r>
              <a:rPr sz="1800" spc="55" dirty="0">
                <a:solidFill>
                  <a:srgbClr val="494949"/>
                </a:solidFill>
                <a:latin typeface="Tahoma"/>
                <a:cs typeface="Tahoma"/>
              </a:rPr>
              <a:t>predicts</a:t>
            </a:r>
            <a:r>
              <a:rPr sz="1800" spc="-90" dirty="0">
                <a:solidFill>
                  <a:srgbClr val="494949"/>
                </a:solidFill>
                <a:latin typeface="Tahoma"/>
                <a:cs typeface="Tahoma"/>
              </a:rPr>
              <a:t> </a:t>
            </a:r>
            <a:r>
              <a:rPr sz="1800" spc="40" dirty="0">
                <a:solidFill>
                  <a:srgbClr val="494949"/>
                </a:solidFill>
                <a:latin typeface="Tahoma"/>
                <a:cs typeface="Tahoma"/>
              </a:rPr>
              <a:t>if</a:t>
            </a:r>
            <a:r>
              <a:rPr sz="1800" spc="-105" dirty="0">
                <a:solidFill>
                  <a:srgbClr val="494949"/>
                </a:solidFill>
                <a:latin typeface="Tahoma"/>
                <a:cs typeface="Tahoma"/>
              </a:rPr>
              <a:t> </a:t>
            </a:r>
            <a:r>
              <a:rPr sz="1800" spc="55" dirty="0">
                <a:solidFill>
                  <a:srgbClr val="494949"/>
                </a:solidFill>
                <a:latin typeface="Tahoma"/>
                <a:cs typeface="Tahoma"/>
              </a:rPr>
              <a:t>a</a:t>
            </a:r>
            <a:r>
              <a:rPr sz="1800" spc="-105" dirty="0">
                <a:solidFill>
                  <a:srgbClr val="494949"/>
                </a:solidFill>
                <a:latin typeface="Tahoma"/>
                <a:cs typeface="Tahoma"/>
              </a:rPr>
              <a:t> </a:t>
            </a:r>
            <a:r>
              <a:rPr sz="1800" spc="80" dirty="0">
                <a:solidFill>
                  <a:srgbClr val="494949"/>
                </a:solidFill>
                <a:latin typeface="Tahoma"/>
                <a:cs typeface="Tahoma"/>
              </a:rPr>
              <a:t>person</a:t>
            </a:r>
            <a:r>
              <a:rPr sz="1800" spc="-95" dirty="0">
                <a:solidFill>
                  <a:srgbClr val="494949"/>
                </a:solidFill>
                <a:latin typeface="Tahoma"/>
                <a:cs typeface="Tahoma"/>
              </a:rPr>
              <a:t> </a:t>
            </a:r>
            <a:r>
              <a:rPr sz="1800" spc="70" dirty="0">
                <a:solidFill>
                  <a:srgbClr val="494949"/>
                </a:solidFill>
                <a:latin typeface="Tahoma"/>
                <a:cs typeface="Tahoma"/>
              </a:rPr>
              <a:t>has</a:t>
            </a:r>
            <a:r>
              <a:rPr sz="1800" spc="-105" dirty="0">
                <a:solidFill>
                  <a:srgbClr val="494949"/>
                </a:solidFill>
                <a:latin typeface="Tahoma"/>
                <a:cs typeface="Tahoma"/>
              </a:rPr>
              <a:t> </a:t>
            </a:r>
            <a:r>
              <a:rPr sz="1800" spc="65" dirty="0">
                <a:solidFill>
                  <a:srgbClr val="494949"/>
                </a:solidFill>
                <a:latin typeface="Tahoma"/>
                <a:cs typeface="Tahoma"/>
              </a:rPr>
              <a:t>heart </a:t>
            </a:r>
            <a:r>
              <a:rPr sz="1800" spc="-550" dirty="0">
                <a:solidFill>
                  <a:srgbClr val="494949"/>
                </a:solidFill>
                <a:latin typeface="Tahoma"/>
                <a:cs typeface="Tahoma"/>
              </a:rPr>
              <a:t> </a:t>
            </a:r>
            <a:r>
              <a:rPr sz="1800" spc="60" dirty="0">
                <a:solidFill>
                  <a:srgbClr val="494949"/>
                </a:solidFill>
                <a:latin typeface="Tahoma"/>
                <a:cs typeface="Tahoma"/>
              </a:rPr>
              <a:t>disease</a:t>
            </a:r>
            <a:r>
              <a:rPr sz="1800" spc="-100" dirty="0">
                <a:solidFill>
                  <a:srgbClr val="494949"/>
                </a:solidFill>
                <a:latin typeface="Tahoma"/>
                <a:cs typeface="Tahoma"/>
              </a:rPr>
              <a:t> </a:t>
            </a:r>
            <a:r>
              <a:rPr sz="1800" spc="95" dirty="0">
                <a:solidFill>
                  <a:srgbClr val="494949"/>
                </a:solidFill>
                <a:latin typeface="Tahoma"/>
                <a:cs typeface="Tahoma"/>
              </a:rPr>
              <a:t>or</a:t>
            </a:r>
            <a:r>
              <a:rPr sz="1800" spc="-100" dirty="0">
                <a:solidFill>
                  <a:srgbClr val="494949"/>
                </a:solidFill>
                <a:latin typeface="Tahoma"/>
                <a:cs typeface="Tahoma"/>
              </a:rPr>
              <a:t> </a:t>
            </a:r>
            <a:r>
              <a:rPr sz="1800" spc="40" dirty="0">
                <a:solidFill>
                  <a:srgbClr val="494949"/>
                </a:solidFill>
                <a:latin typeface="Tahoma"/>
                <a:cs typeface="Tahoma"/>
              </a:rPr>
              <a:t>not.</a:t>
            </a:r>
            <a:endParaRPr sz="1800">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584452"/>
            <a:ext cx="10215880" cy="1640205"/>
          </a:xfrm>
          <a:prstGeom prst="rect">
            <a:avLst/>
          </a:prstGeom>
        </p:spPr>
        <p:txBody>
          <a:bodyPr vert="horz" wrap="square" lIns="0" tIns="111760" rIns="0" bIns="0" rtlCol="0">
            <a:spAutoFit/>
          </a:bodyPr>
          <a:lstStyle/>
          <a:p>
            <a:pPr marL="241300" indent="-228600">
              <a:lnSpc>
                <a:spcPct val="100000"/>
              </a:lnSpc>
              <a:spcBef>
                <a:spcPts val="880"/>
              </a:spcBef>
              <a:buFont typeface="Arial MT"/>
              <a:buChar char="•"/>
              <a:tabLst>
                <a:tab pos="240665" algn="l"/>
                <a:tab pos="241300" algn="l"/>
              </a:tabLst>
            </a:pPr>
            <a:r>
              <a:rPr sz="1800" b="1" spc="-15" dirty="0">
                <a:solidFill>
                  <a:srgbClr val="494949"/>
                </a:solidFill>
                <a:latin typeface="Tahoma"/>
                <a:cs typeface="Tahoma"/>
              </a:rPr>
              <a:t>Creating</a:t>
            </a:r>
            <a:r>
              <a:rPr sz="1800" b="1" spc="-75" dirty="0">
                <a:solidFill>
                  <a:srgbClr val="494949"/>
                </a:solidFill>
                <a:latin typeface="Tahoma"/>
                <a:cs typeface="Tahoma"/>
              </a:rPr>
              <a:t> </a:t>
            </a:r>
            <a:r>
              <a:rPr sz="1800" b="1" spc="5" dirty="0">
                <a:solidFill>
                  <a:srgbClr val="494949"/>
                </a:solidFill>
                <a:latin typeface="Tahoma"/>
                <a:cs typeface="Tahoma"/>
              </a:rPr>
              <a:t>A</a:t>
            </a:r>
            <a:r>
              <a:rPr sz="1800" b="1" spc="-90" dirty="0">
                <a:solidFill>
                  <a:srgbClr val="494949"/>
                </a:solidFill>
                <a:latin typeface="Tahoma"/>
                <a:cs typeface="Tahoma"/>
              </a:rPr>
              <a:t> </a:t>
            </a:r>
            <a:r>
              <a:rPr sz="1800" b="1" spc="-10" dirty="0">
                <a:solidFill>
                  <a:srgbClr val="494949"/>
                </a:solidFill>
                <a:latin typeface="Tahoma"/>
                <a:cs typeface="Tahoma"/>
              </a:rPr>
              <a:t>Random</a:t>
            </a:r>
            <a:r>
              <a:rPr sz="1800" b="1" spc="-85" dirty="0">
                <a:solidFill>
                  <a:srgbClr val="494949"/>
                </a:solidFill>
                <a:latin typeface="Tahoma"/>
                <a:cs typeface="Tahoma"/>
              </a:rPr>
              <a:t> </a:t>
            </a:r>
            <a:r>
              <a:rPr sz="1800" b="1" spc="-10" dirty="0">
                <a:solidFill>
                  <a:srgbClr val="494949"/>
                </a:solidFill>
                <a:latin typeface="Tahoma"/>
                <a:cs typeface="Tahoma"/>
              </a:rPr>
              <a:t>Forest</a:t>
            </a:r>
            <a:endParaRPr sz="1800">
              <a:latin typeface="Tahoma"/>
              <a:cs typeface="Tahoma"/>
            </a:endParaRPr>
          </a:p>
          <a:p>
            <a:pPr marL="241300" indent="-228600">
              <a:lnSpc>
                <a:spcPct val="100000"/>
              </a:lnSpc>
              <a:spcBef>
                <a:spcPts val="780"/>
              </a:spcBef>
              <a:buFont typeface="Arial MT"/>
              <a:buChar char="•"/>
              <a:tabLst>
                <a:tab pos="240665" algn="l"/>
                <a:tab pos="241300" algn="l"/>
              </a:tabLst>
            </a:pPr>
            <a:r>
              <a:rPr sz="1800" b="1" i="1" dirty="0">
                <a:solidFill>
                  <a:srgbClr val="494949"/>
                </a:solidFill>
                <a:latin typeface="Trebuchet MS"/>
                <a:cs typeface="Trebuchet MS"/>
              </a:rPr>
              <a:t>Step</a:t>
            </a:r>
            <a:r>
              <a:rPr sz="1800" b="1" i="1" spc="-90" dirty="0">
                <a:solidFill>
                  <a:srgbClr val="494949"/>
                </a:solidFill>
                <a:latin typeface="Trebuchet MS"/>
                <a:cs typeface="Trebuchet MS"/>
              </a:rPr>
              <a:t> </a:t>
            </a:r>
            <a:r>
              <a:rPr sz="1800" b="1" i="1" spc="-65" dirty="0">
                <a:solidFill>
                  <a:srgbClr val="494949"/>
                </a:solidFill>
                <a:latin typeface="Trebuchet MS"/>
                <a:cs typeface="Trebuchet MS"/>
              </a:rPr>
              <a:t>1</a:t>
            </a:r>
            <a:r>
              <a:rPr sz="1800" b="1" i="1" spc="-150" dirty="0">
                <a:solidFill>
                  <a:srgbClr val="494949"/>
                </a:solidFill>
                <a:latin typeface="Trebuchet MS"/>
                <a:cs typeface="Trebuchet MS"/>
              </a:rPr>
              <a:t>:</a:t>
            </a:r>
            <a:r>
              <a:rPr sz="1800" b="1" i="1" spc="-85" dirty="0">
                <a:solidFill>
                  <a:srgbClr val="494949"/>
                </a:solidFill>
                <a:latin typeface="Trebuchet MS"/>
                <a:cs typeface="Trebuchet MS"/>
              </a:rPr>
              <a:t> </a:t>
            </a:r>
            <a:r>
              <a:rPr sz="1800" b="1" i="1" spc="-30" dirty="0">
                <a:solidFill>
                  <a:srgbClr val="494949"/>
                </a:solidFill>
                <a:latin typeface="Trebuchet MS"/>
                <a:cs typeface="Trebuchet MS"/>
              </a:rPr>
              <a:t>C</a:t>
            </a:r>
            <a:r>
              <a:rPr sz="1800" b="1" i="1" spc="-65" dirty="0">
                <a:solidFill>
                  <a:srgbClr val="494949"/>
                </a:solidFill>
                <a:latin typeface="Trebuchet MS"/>
                <a:cs typeface="Trebuchet MS"/>
              </a:rPr>
              <a:t>r</a:t>
            </a:r>
            <a:r>
              <a:rPr sz="1800" b="1" i="1" spc="-15" dirty="0">
                <a:solidFill>
                  <a:srgbClr val="494949"/>
                </a:solidFill>
                <a:latin typeface="Trebuchet MS"/>
                <a:cs typeface="Trebuchet MS"/>
              </a:rPr>
              <a:t>eat</a:t>
            </a:r>
            <a:r>
              <a:rPr sz="1800" b="1" i="1" spc="-10" dirty="0">
                <a:solidFill>
                  <a:srgbClr val="494949"/>
                </a:solidFill>
                <a:latin typeface="Trebuchet MS"/>
                <a:cs typeface="Trebuchet MS"/>
              </a:rPr>
              <a:t>e</a:t>
            </a:r>
            <a:r>
              <a:rPr sz="1800" b="1" i="1" spc="-80" dirty="0">
                <a:solidFill>
                  <a:srgbClr val="494949"/>
                </a:solidFill>
                <a:latin typeface="Trebuchet MS"/>
                <a:cs typeface="Trebuchet MS"/>
              </a:rPr>
              <a:t> </a:t>
            </a:r>
            <a:r>
              <a:rPr sz="1800" b="1" i="1" dirty="0">
                <a:solidFill>
                  <a:srgbClr val="494949"/>
                </a:solidFill>
                <a:latin typeface="Trebuchet MS"/>
                <a:cs typeface="Trebuchet MS"/>
              </a:rPr>
              <a:t>a</a:t>
            </a:r>
            <a:r>
              <a:rPr sz="1800" b="1" i="1" spc="-80" dirty="0">
                <a:solidFill>
                  <a:srgbClr val="494949"/>
                </a:solidFill>
                <a:latin typeface="Trebuchet MS"/>
                <a:cs typeface="Trebuchet MS"/>
              </a:rPr>
              <a:t> </a:t>
            </a:r>
            <a:r>
              <a:rPr sz="1800" b="1" i="1" spc="30" dirty="0">
                <a:solidFill>
                  <a:srgbClr val="494949"/>
                </a:solidFill>
                <a:latin typeface="Trebuchet MS"/>
                <a:cs typeface="Trebuchet MS"/>
              </a:rPr>
              <a:t>Bo</a:t>
            </a:r>
            <a:r>
              <a:rPr sz="1800" b="1" i="1" spc="25" dirty="0">
                <a:solidFill>
                  <a:srgbClr val="494949"/>
                </a:solidFill>
                <a:latin typeface="Trebuchet MS"/>
                <a:cs typeface="Trebuchet MS"/>
              </a:rPr>
              <a:t>o</a:t>
            </a:r>
            <a:r>
              <a:rPr sz="1800" b="1" i="1" spc="-40" dirty="0">
                <a:solidFill>
                  <a:srgbClr val="494949"/>
                </a:solidFill>
                <a:latin typeface="Trebuchet MS"/>
                <a:cs typeface="Trebuchet MS"/>
              </a:rPr>
              <a:t>tst</a:t>
            </a:r>
            <a:r>
              <a:rPr sz="1800" b="1" i="1" spc="-75" dirty="0">
                <a:solidFill>
                  <a:srgbClr val="494949"/>
                </a:solidFill>
                <a:latin typeface="Trebuchet MS"/>
                <a:cs typeface="Trebuchet MS"/>
              </a:rPr>
              <a:t>r</a:t>
            </a:r>
            <a:r>
              <a:rPr sz="1800" b="1" i="1" spc="-5" dirty="0">
                <a:solidFill>
                  <a:srgbClr val="494949"/>
                </a:solidFill>
                <a:latin typeface="Trebuchet MS"/>
                <a:cs typeface="Trebuchet MS"/>
              </a:rPr>
              <a:t>appe</a:t>
            </a:r>
            <a:r>
              <a:rPr sz="1800" b="1" i="1" dirty="0">
                <a:solidFill>
                  <a:srgbClr val="494949"/>
                </a:solidFill>
                <a:latin typeface="Trebuchet MS"/>
                <a:cs typeface="Trebuchet MS"/>
              </a:rPr>
              <a:t>d</a:t>
            </a:r>
            <a:r>
              <a:rPr sz="1800" b="1" i="1" spc="-60" dirty="0">
                <a:solidFill>
                  <a:srgbClr val="494949"/>
                </a:solidFill>
                <a:latin typeface="Trebuchet MS"/>
                <a:cs typeface="Trebuchet MS"/>
              </a:rPr>
              <a:t> </a:t>
            </a:r>
            <a:r>
              <a:rPr sz="1800" b="1" i="1" dirty="0">
                <a:solidFill>
                  <a:srgbClr val="494949"/>
                </a:solidFill>
                <a:latin typeface="Trebuchet MS"/>
                <a:cs typeface="Trebuchet MS"/>
              </a:rPr>
              <a:t>Dat</a:t>
            </a:r>
            <a:r>
              <a:rPr sz="1800" b="1" i="1" spc="5" dirty="0">
                <a:solidFill>
                  <a:srgbClr val="494949"/>
                </a:solidFill>
                <a:latin typeface="Trebuchet MS"/>
                <a:cs typeface="Trebuchet MS"/>
              </a:rPr>
              <a:t>a</a:t>
            </a:r>
            <a:r>
              <a:rPr sz="1800" b="1" i="1" spc="-80" dirty="0">
                <a:solidFill>
                  <a:srgbClr val="494949"/>
                </a:solidFill>
                <a:latin typeface="Trebuchet MS"/>
                <a:cs typeface="Trebuchet MS"/>
              </a:rPr>
              <a:t> </a:t>
            </a:r>
            <a:r>
              <a:rPr sz="1800" b="1" i="1" dirty="0">
                <a:solidFill>
                  <a:srgbClr val="494949"/>
                </a:solidFill>
                <a:latin typeface="Trebuchet MS"/>
                <a:cs typeface="Trebuchet MS"/>
              </a:rPr>
              <a:t>Set</a:t>
            </a:r>
            <a:endParaRPr sz="1800">
              <a:latin typeface="Trebuchet MS"/>
              <a:cs typeface="Trebuchet MS"/>
            </a:endParaRPr>
          </a:p>
          <a:p>
            <a:pPr marL="241300" marR="5080" indent="-228600" algn="just">
              <a:lnSpc>
                <a:spcPts val="1939"/>
              </a:lnSpc>
              <a:spcBef>
                <a:spcPts val="1035"/>
              </a:spcBef>
              <a:buFont typeface="Arial MT"/>
              <a:buChar char="•"/>
              <a:tabLst>
                <a:tab pos="241300" algn="l"/>
              </a:tabLst>
            </a:pPr>
            <a:r>
              <a:rPr sz="1800" spc="65" dirty="0">
                <a:solidFill>
                  <a:srgbClr val="494949"/>
                </a:solidFill>
                <a:latin typeface="Tahoma"/>
                <a:cs typeface="Tahoma"/>
              </a:rPr>
              <a:t>Bootstrapping</a:t>
            </a:r>
            <a:r>
              <a:rPr sz="1800" spc="-100" dirty="0">
                <a:solidFill>
                  <a:srgbClr val="494949"/>
                </a:solidFill>
                <a:latin typeface="Tahoma"/>
                <a:cs typeface="Tahoma"/>
              </a:rPr>
              <a:t> </a:t>
            </a:r>
            <a:r>
              <a:rPr sz="1800" spc="45" dirty="0">
                <a:solidFill>
                  <a:srgbClr val="494949"/>
                </a:solidFill>
                <a:latin typeface="Tahoma"/>
                <a:cs typeface="Tahoma"/>
              </a:rPr>
              <a:t>is</a:t>
            </a:r>
            <a:r>
              <a:rPr sz="1800" spc="-95" dirty="0">
                <a:solidFill>
                  <a:srgbClr val="494949"/>
                </a:solidFill>
                <a:latin typeface="Tahoma"/>
                <a:cs typeface="Tahoma"/>
              </a:rPr>
              <a:t> </a:t>
            </a:r>
            <a:r>
              <a:rPr sz="1800" spc="75" dirty="0">
                <a:solidFill>
                  <a:srgbClr val="494949"/>
                </a:solidFill>
                <a:latin typeface="Tahoma"/>
                <a:cs typeface="Tahoma"/>
              </a:rPr>
              <a:t>an</a:t>
            </a:r>
            <a:r>
              <a:rPr sz="1800" spc="-105" dirty="0">
                <a:solidFill>
                  <a:srgbClr val="494949"/>
                </a:solidFill>
                <a:latin typeface="Tahoma"/>
                <a:cs typeface="Tahoma"/>
              </a:rPr>
              <a:t> </a:t>
            </a:r>
            <a:r>
              <a:rPr sz="1800" spc="65" dirty="0">
                <a:solidFill>
                  <a:srgbClr val="494949"/>
                </a:solidFill>
                <a:latin typeface="Tahoma"/>
                <a:cs typeface="Tahoma"/>
              </a:rPr>
              <a:t>estimation</a:t>
            </a:r>
            <a:r>
              <a:rPr sz="1800" spc="-105" dirty="0">
                <a:solidFill>
                  <a:srgbClr val="494949"/>
                </a:solidFill>
                <a:latin typeface="Tahoma"/>
                <a:cs typeface="Tahoma"/>
              </a:rPr>
              <a:t> </a:t>
            </a:r>
            <a:r>
              <a:rPr sz="1800" spc="90" dirty="0">
                <a:solidFill>
                  <a:srgbClr val="494949"/>
                </a:solidFill>
                <a:latin typeface="Tahoma"/>
                <a:cs typeface="Tahoma"/>
              </a:rPr>
              <a:t>method</a:t>
            </a:r>
            <a:r>
              <a:rPr sz="1800" spc="-100" dirty="0">
                <a:solidFill>
                  <a:srgbClr val="494949"/>
                </a:solidFill>
                <a:latin typeface="Tahoma"/>
                <a:cs typeface="Tahoma"/>
              </a:rPr>
              <a:t> </a:t>
            </a:r>
            <a:r>
              <a:rPr sz="1800" spc="80" dirty="0">
                <a:solidFill>
                  <a:srgbClr val="494949"/>
                </a:solidFill>
                <a:latin typeface="Tahoma"/>
                <a:cs typeface="Tahoma"/>
              </a:rPr>
              <a:t>used</a:t>
            </a:r>
            <a:r>
              <a:rPr sz="1800" spc="-90" dirty="0">
                <a:solidFill>
                  <a:srgbClr val="494949"/>
                </a:solidFill>
                <a:latin typeface="Tahoma"/>
                <a:cs typeface="Tahoma"/>
              </a:rPr>
              <a:t> </a:t>
            </a:r>
            <a:r>
              <a:rPr sz="1800" spc="65" dirty="0">
                <a:solidFill>
                  <a:srgbClr val="494949"/>
                </a:solidFill>
                <a:latin typeface="Tahoma"/>
                <a:cs typeface="Tahoma"/>
              </a:rPr>
              <a:t>to</a:t>
            </a:r>
            <a:r>
              <a:rPr sz="1800" spc="-100" dirty="0">
                <a:solidFill>
                  <a:srgbClr val="494949"/>
                </a:solidFill>
                <a:latin typeface="Tahoma"/>
                <a:cs typeface="Tahoma"/>
              </a:rPr>
              <a:t> </a:t>
            </a:r>
            <a:r>
              <a:rPr sz="1800" spc="65" dirty="0">
                <a:solidFill>
                  <a:srgbClr val="494949"/>
                </a:solidFill>
                <a:latin typeface="Tahoma"/>
                <a:cs typeface="Tahoma"/>
              </a:rPr>
              <a:t>make</a:t>
            </a:r>
            <a:r>
              <a:rPr sz="1800" spc="-90" dirty="0">
                <a:solidFill>
                  <a:srgbClr val="494949"/>
                </a:solidFill>
                <a:latin typeface="Tahoma"/>
                <a:cs typeface="Tahoma"/>
              </a:rPr>
              <a:t> </a:t>
            </a:r>
            <a:r>
              <a:rPr sz="1800" spc="60" dirty="0">
                <a:solidFill>
                  <a:srgbClr val="494949"/>
                </a:solidFill>
                <a:latin typeface="Tahoma"/>
                <a:cs typeface="Tahoma"/>
              </a:rPr>
              <a:t>predictions</a:t>
            </a:r>
            <a:r>
              <a:rPr sz="1800" spc="-100" dirty="0">
                <a:solidFill>
                  <a:srgbClr val="494949"/>
                </a:solidFill>
                <a:latin typeface="Tahoma"/>
                <a:cs typeface="Tahoma"/>
              </a:rPr>
              <a:t> </a:t>
            </a:r>
            <a:r>
              <a:rPr sz="1800" spc="105" dirty="0">
                <a:solidFill>
                  <a:srgbClr val="494949"/>
                </a:solidFill>
                <a:latin typeface="Tahoma"/>
                <a:cs typeface="Tahoma"/>
              </a:rPr>
              <a:t>on</a:t>
            </a:r>
            <a:r>
              <a:rPr sz="1800" spc="-100" dirty="0">
                <a:solidFill>
                  <a:srgbClr val="494949"/>
                </a:solidFill>
                <a:latin typeface="Tahoma"/>
                <a:cs typeface="Tahoma"/>
              </a:rPr>
              <a:t> </a:t>
            </a:r>
            <a:r>
              <a:rPr sz="1800" spc="55" dirty="0">
                <a:solidFill>
                  <a:srgbClr val="494949"/>
                </a:solidFill>
                <a:latin typeface="Tahoma"/>
                <a:cs typeface="Tahoma"/>
              </a:rPr>
              <a:t>a</a:t>
            </a:r>
            <a:r>
              <a:rPr sz="1800" spc="-105" dirty="0">
                <a:solidFill>
                  <a:srgbClr val="494949"/>
                </a:solidFill>
                <a:latin typeface="Tahoma"/>
                <a:cs typeface="Tahoma"/>
              </a:rPr>
              <a:t> </a:t>
            </a:r>
            <a:r>
              <a:rPr sz="1800" spc="60" dirty="0">
                <a:solidFill>
                  <a:srgbClr val="494949"/>
                </a:solidFill>
                <a:latin typeface="Tahoma"/>
                <a:cs typeface="Tahoma"/>
              </a:rPr>
              <a:t>data</a:t>
            </a:r>
            <a:r>
              <a:rPr sz="1800" spc="-95" dirty="0">
                <a:solidFill>
                  <a:srgbClr val="494949"/>
                </a:solidFill>
                <a:latin typeface="Tahoma"/>
                <a:cs typeface="Tahoma"/>
              </a:rPr>
              <a:t> </a:t>
            </a:r>
            <a:r>
              <a:rPr sz="1800" spc="45" dirty="0">
                <a:solidFill>
                  <a:srgbClr val="494949"/>
                </a:solidFill>
                <a:latin typeface="Tahoma"/>
                <a:cs typeface="Tahoma"/>
              </a:rPr>
              <a:t>set</a:t>
            </a:r>
            <a:r>
              <a:rPr sz="1800" spc="-90" dirty="0">
                <a:solidFill>
                  <a:srgbClr val="494949"/>
                </a:solidFill>
                <a:latin typeface="Tahoma"/>
                <a:cs typeface="Tahoma"/>
              </a:rPr>
              <a:t> </a:t>
            </a:r>
            <a:r>
              <a:rPr sz="1800" spc="40" dirty="0">
                <a:solidFill>
                  <a:srgbClr val="494949"/>
                </a:solidFill>
                <a:latin typeface="Tahoma"/>
                <a:cs typeface="Tahoma"/>
              </a:rPr>
              <a:t>by</a:t>
            </a:r>
            <a:r>
              <a:rPr sz="1800" spc="-90" dirty="0">
                <a:solidFill>
                  <a:srgbClr val="494949"/>
                </a:solidFill>
                <a:latin typeface="Tahoma"/>
                <a:cs typeface="Tahoma"/>
              </a:rPr>
              <a:t> </a:t>
            </a:r>
            <a:r>
              <a:rPr sz="1800" spc="50" dirty="0">
                <a:solidFill>
                  <a:srgbClr val="494949"/>
                </a:solidFill>
                <a:latin typeface="Tahoma"/>
                <a:cs typeface="Tahoma"/>
              </a:rPr>
              <a:t>re-sampling </a:t>
            </a:r>
            <a:r>
              <a:rPr sz="1800" spc="-550" dirty="0">
                <a:solidFill>
                  <a:srgbClr val="494949"/>
                </a:solidFill>
                <a:latin typeface="Tahoma"/>
                <a:cs typeface="Tahoma"/>
              </a:rPr>
              <a:t> </a:t>
            </a:r>
            <a:r>
              <a:rPr sz="1800" dirty="0">
                <a:solidFill>
                  <a:srgbClr val="494949"/>
                </a:solidFill>
                <a:latin typeface="Tahoma"/>
                <a:cs typeface="Tahoma"/>
              </a:rPr>
              <a:t>it.</a:t>
            </a:r>
            <a:r>
              <a:rPr sz="1800" spc="-100" dirty="0">
                <a:solidFill>
                  <a:srgbClr val="494949"/>
                </a:solidFill>
                <a:latin typeface="Tahoma"/>
                <a:cs typeface="Tahoma"/>
              </a:rPr>
              <a:t> </a:t>
            </a:r>
            <a:r>
              <a:rPr sz="1800" spc="-40" dirty="0">
                <a:solidFill>
                  <a:srgbClr val="494949"/>
                </a:solidFill>
                <a:latin typeface="Tahoma"/>
                <a:cs typeface="Tahoma"/>
              </a:rPr>
              <a:t>To</a:t>
            </a:r>
            <a:r>
              <a:rPr sz="1800" spc="-90" dirty="0">
                <a:solidFill>
                  <a:srgbClr val="494949"/>
                </a:solidFill>
                <a:latin typeface="Tahoma"/>
                <a:cs typeface="Tahoma"/>
              </a:rPr>
              <a:t> </a:t>
            </a:r>
            <a:r>
              <a:rPr sz="1800" spc="40" dirty="0">
                <a:solidFill>
                  <a:srgbClr val="494949"/>
                </a:solidFill>
                <a:latin typeface="Tahoma"/>
                <a:cs typeface="Tahoma"/>
              </a:rPr>
              <a:t>create</a:t>
            </a:r>
            <a:r>
              <a:rPr sz="1800" spc="-80" dirty="0">
                <a:solidFill>
                  <a:srgbClr val="494949"/>
                </a:solidFill>
                <a:latin typeface="Tahoma"/>
                <a:cs typeface="Tahoma"/>
              </a:rPr>
              <a:t> </a:t>
            </a:r>
            <a:r>
              <a:rPr sz="1800" spc="55" dirty="0">
                <a:solidFill>
                  <a:srgbClr val="494949"/>
                </a:solidFill>
                <a:latin typeface="Tahoma"/>
                <a:cs typeface="Tahoma"/>
              </a:rPr>
              <a:t>a</a:t>
            </a:r>
            <a:r>
              <a:rPr sz="1800" spc="-90" dirty="0">
                <a:solidFill>
                  <a:srgbClr val="494949"/>
                </a:solidFill>
                <a:latin typeface="Tahoma"/>
                <a:cs typeface="Tahoma"/>
              </a:rPr>
              <a:t> </a:t>
            </a:r>
            <a:r>
              <a:rPr sz="1800" spc="75" dirty="0">
                <a:solidFill>
                  <a:srgbClr val="494949"/>
                </a:solidFill>
                <a:latin typeface="Tahoma"/>
                <a:cs typeface="Tahoma"/>
              </a:rPr>
              <a:t>bootstrapped</a:t>
            </a:r>
            <a:r>
              <a:rPr sz="1800" spc="-90" dirty="0">
                <a:solidFill>
                  <a:srgbClr val="494949"/>
                </a:solidFill>
                <a:latin typeface="Tahoma"/>
                <a:cs typeface="Tahoma"/>
              </a:rPr>
              <a:t> </a:t>
            </a:r>
            <a:r>
              <a:rPr sz="1800" spc="60" dirty="0">
                <a:solidFill>
                  <a:srgbClr val="494949"/>
                </a:solidFill>
                <a:latin typeface="Tahoma"/>
                <a:cs typeface="Tahoma"/>
              </a:rPr>
              <a:t>data</a:t>
            </a:r>
            <a:r>
              <a:rPr sz="1800" spc="-100" dirty="0">
                <a:solidFill>
                  <a:srgbClr val="494949"/>
                </a:solidFill>
                <a:latin typeface="Tahoma"/>
                <a:cs typeface="Tahoma"/>
              </a:rPr>
              <a:t> </a:t>
            </a:r>
            <a:r>
              <a:rPr sz="1800" spc="5" dirty="0">
                <a:solidFill>
                  <a:srgbClr val="494949"/>
                </a:solidFill>
                <a:latin typeface="Tahoma"/>
                <a:cs typeface="Tahoma"/>
              </a:rPr>
              <a:t>set,</a:t>
            </a:r>
            <a:r>
              <a:rPr sz="1800" spc="-90" dirty="0">
                <a:solidFill>
                  <a:srgbClr val="494949"/>
                </a:solidFill>
                <a:latin typeface="Tahoma"/>
                <a:cs typeface="Tahoma"/>
              </a:rPr>
              <a:t> </a:t>
            </a:r>
            <a:r>
              <a:rPr sz="1800" spc="60" dirty="0">
                <a:solidFill>
                  <a:srgbClr val="494949"/>
                </a:solidFill>
                <a:latin typeface="Tahoma"/>
                <a:cs typeface="Tahoma"/>
              </a:rPr>
              <a:t>we</a:t>
            </a:r>
            <a:r>
              <a:rPr sz="1800" spc="-90" dirty="0">
                <a:solidFill>
                  <a:srgbClr val="494949"/>
                </a:solidFill>
                <a:latin typeface="Tahoma"/>
                <a:cs typeface="Tahoma"/>
              </a:rPr>
              <a:t> </a:t>
            </a:r>
            <a:r>
              <a:rPr sz="1800" spc="80" dirty="0">
                <a:solidFill>
                  <a:srgbClr val="494949"/>
                </a:solidFill>
                <a:latin typeface="Tahoma"/>
                <a:cs typeface="Tahoma"/>
              </a:rPr>
              <a:t>must</a:t>
            </a:r>
            <a:r>
              <a:rPr sz="1800" spc="-90" dirty="0">
                <a:solidFill>
                  <a:srgbClr val="494949"/>
                </a:solidFill>
                <a:latin typeface="Tahoma"/>
                <a:cs typeface="Tahoma"/>
              </a:rPr>
              <a:t> </a:t>
            </a:r>
            <a:r>
              <a:rPr sz="1800" spc="75" dirty="0">
                <a:solidFill>
                  <a:srgbClr val="494949"/>
                </a:solidFill>
                <a:latin typeface="Tahoma"/>
                <a:cs typeface="Tahoma"/>
              </a:rPr>
              <a:t>randomly</a:t>
            </a:r>
            <a:r>
              <a:rPr sz="1800" spc="-105" dirty="0">
                <a:solidFill>
                  <a:srgbClr val="494949"/>
                </a:solidFill>
                <a:latin typeface="Tahoma"/>
                <a:cs typeface="Tahoma"/>
              </a:rPr>
              <a:t> </a:t>
            </a:r>
            <a:r>
              <a:rPr sz="1800" spc="40" dirty="0">
                <a:solidFill>
                  <a:srgbClr val="494949"/>
                </a:solidFill>
                <a:latin typeface="Tahoma"/>
                <a:cs typeface="Tahoma"/>
              </a:rPr>
              <a:t>select</a:t>
            </a:r>
            <a:r>
              <a:rPr sz="1800" spc="-85" dirty="0">
                <a:solidFill>
                  <a:srgbClr val="494949"/>
                </a:solidFill>
                <a:latin typeface="Tahoma"/>
                <a:cs typeface="Tahoma"/>
              </a:rPr>
              <a:t> </a:t>
            </a:r>
            <a:r>
              <a:rPr sz="1800" spc="70" dirty="0">
                <a:solidFill>
                  <a:srgbClr val="494949"/>
                </a:solidFill>
                <a:latin typeface="Tahoma"/>
                <a:cs typeface="Tahoma"/>
              </a:rPr>
              <a:t>samples</a:t>
            </a:r>
            <a:r>
              <a:rPr sz="1800" spc="-95" dirty="0">
                <a:solidFill>
                  <a:srgbClr val="494949"/>
                </a:solidFill>
                <a:latin typeface="Tahoma"/>
                <a:cs typeface="Tahoma"/>
              </a:rPr>
              <a:t> </a:t>
            </a:r>
            <a:r>
              <a:rPr sz="1800" spc="85" dirty="0">
                <a:solidFill>
                  <a:srgbClr val="494949"/>
                </a:solidFill>
                <a:latin typeface="Tahoma"/>
                <a:cs typeface="Tahoma"/>
              </a:rPr>
              <a:t>from</a:t>
            </a:r>
            <a:r>
              <a:rPr sz="1800" spc="-90" dirty="0">
                <a:solidFill>
                  <a:srgbClr val="494949"/>
                </a:solidFill>
                <a:latin typeface="Tahoma"/>
                <a:cs typeface="Tahoma"/>
              </a:rPr>
              <a:t> </a:t>
            </a:r>
            <a:r>
              <a:rPr sz="1800" spc="65" dirty="0">
                <a:solidFill>
                  <a:srgbClr val="494949"/>
                </a:solidFill>
                <a:latin typeface="Tahoma"/>
                <a:cs typeface="Tahoma"/>
              </a:rPr>
              <a:t>the</a:t>
            </a:r>
            <a:r>
              <a:rPr sz="1800" spc="-100" dirty="0">
                <a:solidFill>
                  <a:srgbClr val="494949"/>
                </a:solidFill>
                <a:latin typeface="Tahoma"/>
                <a:cs typeface="Tahoma"/>
              </a:rPr>
              <a:t> </a:t>
            </a:r>
            <a:r>
              <a:rPr sz="1800" spc="55" dirty="0">
                <a:solidFill>
                  <a:srgbClr val="494949"/>
                </a:solidFill>
                <a:latin typeface="Tahoma"/>
                <a:cs typeface="Tahoma"/>
              </a:rPr>
              <a:t>original</a:t>
            </a:r>
            <a:r>
              <a:rPr sz="1800" spc="-105" dirty="0">
                <a:solidFill>
                  <a:srgbClr val="494949"/>
                </a:solidFill>
                <a:latin typeface="Tahoma"/>
                <a:cs typeface="Tahoma"/>
              </a:rPr>
              <a:t> </a:t>
            </a:r>
            <a:r>
              <a:rPr sz="1800" spc="60" dirty="0">
                <a:solidFill>
                  <a:srgbClr val="494949"/>
                </a:solidFill>
                <a:latin typeface="Tahoma"/>
                <a:cs typeface="Tahoma"/>
              </a:rPr>
              <a:t>data </a:t>
            </a:r>
            <a:r>
              <a:rPr sz="1800" spc="-555" dirty="0">
                <a:solidFill>
                  <a:srgbClr val="494949"/>
                </a:solidFill>
                <a:latin typeface="Tahoma"/>
                <a:cs typeface="Tahoma"/>
              </a:rPr>
              <a:t> </a:t>
            </a:r>
            <a:r>
              <a:rPr sz="1800" spc="15" dirty="0">
                <a:solidFill>
                  <a:srgbClr val="494949"/>
                </a:solidFill>
                <a:latin typeface="Tahoma"/>
                <a:cs typeface="Tahoma"/>
              </a:rPr>
              <a:t>set.</a:t>
            </a:r>
            <a:r>
              <a:rPr sz="1800" spc="-95" dirty="0">
                <a:solidFill>
                  <a:srgbClr val="494949"/>
                </a:solidFill>
                <a:latin typeface="Tahoma"/>
                <a:cs typeface="Tahoma"/>
              </a:rPr>
              <a:t> </a:t>
            </a:r>
            <a:r>
              <a:rPr sz="1800" spc="55" dirty="0">
                <a:solidFill>
                  <a:srgbClr val="494949"/>
                </a:solidFill>
                <a:latin typeface="Tahoma"/>
                <a:cs typeface="Tahoma"/>
              </a:rPr>
              <a:t>A</a:t>
            </a:r>
            <a:r>
              <a:rPr sz="1800" spc="-100" dirty="0">
                <a:solidFill>
                  <a:srgbClr val="494949"/>
                </a:solidFill>
                <a:latin typeface="Tahoma"/>
                <a:cs typeface="Tahoma"/>
              </a:rPr>
              <a:t> </a:t>
            </a:r>
            <a:r>
              <a:rPr sz="1800" spc="75" dirty="0">
                <a:solidFill>
                  <a:srgbClr val="494949"/>
                </a:solidFill>
                <a:latin typeface="Tahoma"/>
                <a:cs typeface="Tahoma"/>
              </a:rPr>
              <a:t>point</a:t>
            </a:r>
            <a:r>
              <a:rPr sz="1800" spc="-110" dirty="0">
                <a:solidFill>
                  <a:srgbClr val="494949"/>
                </a:solidFill>
                <a:latin typeface="Tahoma"/>
                <a:cs typeface="Tahoma"/>
              </a:rPr>
              <a:t> </a:t>
            </a:r>
            <a:r>
              <a:rPr sz="1800" spc="65" dirty="0">
                <a:solidFill>
                  <a:srgbClr val="494949"/>
                </a:solidFill>
                <a:latin typeface="Tahoma"/>
                <a:cs typeface="Tahoma"/>
              </a:rPr>
              <a:t>to</a:t>
            </a:r>
            <a:r>
              <a:rPr sz="1800" spc="-95" dirty="0">
                <a:solidFill>
                  <a:srgbClr val="494949"/>
                </a:solidFill>
                <a:latin typeface="Tahoma"/>
                <a:cs typeface="Tahoma"/>
              </a:rPr>
              <a:t> </a:t>
            </a:r>
            <a:r>
              <a:rPr sz="1800" spc="75" dirty="0">
                <a:solidFill>
                  <a:srgbClr val="494949"/>
                </a:solidFill>
                <a:latin typeface="Tahoma"/>
                <a:cs typeface="Tahoma"/>
              </a:rPr>
              <a:t>note</a:t>
            </a:r>
            <a:r>
              <a:rPr sz="1800" spc="-105" dirty="0">
                <a:solidFill>
                  <a:srgbClr val="494949"/>
                </a:solidFill>
                <a:latin typeface="Tahoma"/>
                <a:cs typeface="Tahoma"/>
              </a:rPr>
              <a:t> </a:t>
            </a:r>
            <a:r>
              <a:rPr sz="1800" spc="65" dirty="0">
                <a:solidFill>
                  <a:srgbClr val="494949"/>
                </a:solidFill>
                <a:latin typeface="Tahoma"/>
                <a:cs typeface="Tahoma"/>
              </a:rPr>
              <a:t>here</a:t>
            </a:r>
            <a:r>
              <a:rPr sz="1800" spc="-90" dirty="0">
                <a:solidFill>
                  <a:srgbClr val="494949"/>
                </a:solidFill>
                <a:latin typeface="Tahoma"/>
                <a:cs typeface="Tahoma"/>
              </a:rPr>
              <a:t> </a:t>
            </a:r>
            <a:r>
              <a:rPr sz="1800" spc="45" dirty="0">
                <a:solidFill>
                  <a:srgbClr val="494949"/>
                </a:solidFill>
                <a:latin typeface="Tahoma"/>
                <a:cs typeface="Tahoma"/>
              </a:rPr>
              <a:t>is</a:t>
            </a:r>
            <a:r>
              <a:rPr sz="1800" spc="-95" dirty="0">
                <a:solidFill>
                  <a:srgbClr val="494949"/>
                </a:solidFill>
                <a:latin typeface="Tahoma"/>
                <a:cs typeface="Tahoma"/>
              </a:rPr>
              <a:t> </a:t>
            </a:r>
            <a:r>
              <a:rPr sz="1800" spc="50" dirty="0">
                <a:solidFill>
                  <a:srgbClr val="494949"/>
                </a:solidFill>
                <a:latin typeface="Tahoma"/>
                <a:cs typeface="Tahoma"/>
              </a:rPr>
              <a:t>that</a:t>
            </a:r>
            <a:r>
              <a:rPr sz="1800" spc="-105" dirty="0">
                <a:solidFill>
                  <a:srgbClr val="494949"/>
                </a:solidFill>
                <a:latin typeface="Tahoma"/>
                <a:cs typeface="Tahoma"/>
              </a:rPr>
              <a:t> </a:t>
            </a:r>
            <a:r>
              <a:rPr sz="1800" spc="60" dirty="0">
                <a:solidFill>
                  <a:srgbClr val="494949"/>
                </a:solidFill>
                <a:latin typeface="Tahoma"/>
                <a:cs typeface="Tahoma"/>
              </a:rPr>
              <a:t>we</a:t>
            </a:r>
            <a:r>
              <a:rPr sz="1800" spc="-95" dirty="0">
                <a:solidFill>
                  <a:srgbClr val="494949"/>
                </a:solidFill>
                <a:latin typeface="Tahoma"/>
                <a:cs typeface="Tahoma"/>
              </a:rPr>
              <a:t> </a:t>
            </a:r>
            <a:r>
              <a:rPr sz="1800" spc="55" dirty="0">
                <a:solidFill>
                  <a:srgbClr val="494949"/>
                </a:solidFill>
                <a:latin typeface="Tahoma"/>
                <a:cs typeface="Tahoma"/>
              </a:rPr>
              <a:t>can</a:t>
            </a:r>
            <a:r>
              <a:rPr sz="1800" spc="-105" dirty="0">
                <a:solidFill>
                  <a:srgbClr val="494949"/>
                </a:solidFill>
                <a:latin typeface="Tahoma"/>
                <a:cs typeface="Tahoma"/>
              </a:rPr>
              <a:t> </a:t>
            </a:r>
            <a:r>
              <a:rPr sz="1800" spc="40" dirty="0">
                <a:solidFill>
                  <a:srgbClr val="494949"/>
                </a:solidFill>
                <a:latin typeface="Tahoma"/>
                <a:cs typeface="Tahoma"/>
              </a:rPr>
              <a:t>select</a:t>
            </a:r>
            <a:r>
              <a:rPr sz="1800" spc="-85" dirty="0">
                <a:solidFill>
                  <a:srgbClr val="494949"/>
                </a:solidFill>
                <a:latin typeface="Tahoma"/>
                <a:cs typeface="Tahoma"/>
              </a:rPr>
              <a:t> </a:t>
            </a:r>
            <a:r>
              <a:rPr sz="1800" spc="60" dirty="0">
                <a:solidFill>
                  <a:srgbClr val="494949"/>
                </a:solidFill>
                <a:latin typeface="Tahoma"/>
                <a:cs typeface="Tahoma"/>
              </a:rPr>
              <a:t>the</a:t>
            </a:r>
            <a:r>
              <a:rPr sz="1800" spc="-105" dirty="0">
                <a:solidFill>
                  <a:srgbClr val="494949"/>
                </a:solidFill>
                <a:latin typeface="Tahoma"/>
                <a:cs typeface="Tahoma"/>
              </a:rPr>
              <a:t> </a:t>
            </a:r>
            <a:r>
              <a:rPr sz="1800" spc="80" dirty="0">
                <a:solidFill>
                  <a:srgbClr val="494949"/>
                </a:solidFill>
                <a:latin typeface="Tahoma"/>
                <a:cs typeface="Tahoma"/>
              </a:rPr>
              <a:t>same</a:t>
            </a:r>
            <a:r>
              <a:rPr sz="1800" spc="-95" dirty="0">
                <a:solidFill>
                  <a:srgbClr val="494949"/>
                </a:solidFill>
                <a:latin typeface="Tahoma"/>
                <a:cs typeface="Tahoma"/>
              </a:rPr>
              <a:t> </a:t>
            </a:r>
            <a:r>
              <a:rPr sz="1800" spc="75" dirty="0">
                <a:solidFill>
                  <a:srgbClr val="494949"/>
                </a:solidFill>
                <a:latin typeface="Tahoma"/>
                <a:cs typeface="Tahoma"/>
              </a:rPr>
              <a:t>sample</a:t>
            </a:r>
            <a:r>
              <a:rPr sz="1800" spc="-105" dirty="0">
                <a:solidFill>
                  <a:srgbClr val="494949"/>
                </a:solidFill>
                <a:latin typeface="Tahoma"/>
                <a:cs typeface="Tahoma"/>
              </a:rPr>
              <a:t> </a:t>
            </a:r>
            <a:r>
              <a:rPr sz="1800" spc="90" dirty="0">
                <a:solidFill>
                  <a:srgbClr val="494949"/>
                </a:solidFill>
                <a:latin typeface="Tahoma"/>
                <a:cs typeface="Tahoma"/>
              </a:rPr>
              <a:t>more</a:t>
            </a:r>
            <a:r>
              <a:rPr sz="1800" spc="-90" dirty="0">
                <a:solidFill>
                  <a:srgbClr val="494949"/>
                </a:solidFill>
                <a:latin typeface="Tahoma"/>
                <a:cs typeface="Tahoma"/>
              </a:rPr>
              <a:t> </a:t>
            </a:r>
            <a:r>
              <a:rPr sz="1800" spc="65" dirty="0">
                <a:solidFill>
                  <a:srgbClr val="494949"/>
                </a:solidFill>
                <a:latin typeface="Tahoma"/>
                <a:cs typeface="Tahoma"/>
              </a:rPr>
              <a:t>than</a:t>
            </a:r>
            <a:r>
              <a:rPr sz="1800" spc="-110" dirty="0">
                <a:solidFill>
                  <a:srgbClr val="494949"/>
                </a:solidFill>
                <a:latin typeface="Tahoma"/>
                <a:cs typeface="Tahoma"/>
              </a:rPr>
              <a:t> </a:t>
            </a:r>
            <a:r>
              <a:rPr sz="1800" spc="45" dirty="0">
                <a:solidFill>
                  <a:srgbClr val="494949"/>
                </a:solidFill>
                <a:latin typeface="Tahoma"/>
                <a:cs typeface="Tahoma"/>
              </a:rPr>
              <a:t>once.</a:t>
            </a:r>
            <a:endParaRPr sz="1800">
              <a:latin typeface="Tahoma"/>
              <a:cs typeface="Tahoma"/>
            </a:endParaRPr>
          </a:p>
        </p:txBody>
      </p:sp>
      <p:pic>
        <p:nvPicPr>
          <p:cNvPr id="3" name="object 3"/>
          <p:cNvPicPr/>
          <p:nvPr/>
        </p:nvPicPr>
        <p:blipFill>
          <a:blip r:embed="rId2" cstate="print"/>
          <a:stretch>
            <a:fillRect/>
          </a:stretch>
        </p:blipFill>
        <p:spPr>
          <a:xfrm>
            <a:off x="3270503" y="3584447"/>
            <a:ext cx="5029200" cy="2457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95525"/>
            <a:ext cx="10102850" cy="1986914"/>
          </a:xfrm>
          <a:prstGeom prst="rect">
            <a:avLst/>
          </a:prstGeom>
        </p:spPr>
        <p:txBody>
          <a:bodyPr vert="horz" wrap="square" lIns="0" tIns="61594" rIns="0" bIns="0" rtlCol="0">
            <a:spAutoFit/>
          </a:bodyPr>
          <a:lstStyle/>
          <a:p>
            <a:pPr marL="241300" marR="85725" indent="-228600">
              <a:lnSpc>
                <a:spcPts val="3020"/>
              </a:lnSpc>
              <a:spcBef>
                <a:spcPts val="484"/>
              </a:spcBef>
              <a:buFont typeface="Arial MT"/>
              <a:buChar char="•"/>
              <a:tabLst>
                <a:tab pos="241300" algn="l"/>
              </a:tabLst>
            </a:pPr>
            <a:r>
              <a:rPr sz="2800" spc="-55" dirty="0">
                <a:solidFill>
                  <a:srgbClr val="494949"/>
                </a:solidFill>
                <a:latin typeface="Tahoma"/>
                <a:cs typeface="Tahoma"/>
              </a:rPr>
              <a:t>In</a:t>
            </a:r>
            <a:r>
              <a:rPr sz="2800" spc="-165" dirty="0">
                <a:solidFill>
                  <a:srgbClr val="494949"/>
                </a:solidFill>
                <a:latin typeface="Tahoma"/>
                <a:cs typeface="Tahoma"/>
              </a:rPr>
              <a:t> </a:t>
            </a:r>
            <a:r>
              <a:rPr sz="2800" spc="95" dirty="0">
                <a:solidFill>
                  <a:srgbClr val="494949"/>
                </a:solidFill>
                <a:latin typeface="Tahoma"/>
                <a:cs typeface="Tahoma"/>
              </a:rPr>
              <a:t>the</a:t>
            </a:r>
            <a:r>
              <a:rPr sz="2800" spc="-145" dirty="0">
                <a:solidFill>
                  <a:srgbClr val="494949"/>
                </a:solidFill>
                <a:latin typeface="Tahoma"/>
                <a:cs typeface="Tahoma"/>
              </a:rPr>
              <a:t> </a:t>
            </a:r>
            <a:r>
              <a:rPr sz="2800" spc="90" dirty="0">
                <a:solidFill>
                  <a:srgbClr val="494949"/>
                </a:solidFill>
                <a:latin typeface="Tahoma"/>
                <a:cs typeface="Tahoma"/>
              </a:rPr>
              <a:t>above</a:t>
            </a:r>
            <a:r>
              <a:rPr sz="2800" spc="-160" dirty="0">
                <a:solidFill>
                  <a:srgbClr val="494949"/>
                </a:solidFill>
                <a:latin typeface="Tahoma"/>
                <a:cs typeface="Tahoma"/>
              </a:rPr>
              <a:t> </a:t>
            </a:r>
            <a:r>
              <a:rPr sz="2800" spc="40" dirty="0">
                <a:solidFill>
                  <a:srgbClr val="494949"/>
                </a:solidFill>
                <a:latin typeface="Tahoma"/>
                <a:cs typeface="Tahoma"/>
              </a:rPr>
              <a:t>figure,</a:t>
            </a:r>
            <a:r>
              <a:rPr sz="2800" spc="-160" dirty="0">
                <a:solidFill>
                  <a:srgbClr val="494949"/>
                </a:solidFill>
                <a:latin typeface="Tahoma"/>
                <a:cs typeface="Tahoma"/>
              </a:rPr>
              <a:t> </a:t>
            </a:r>
            <a:r>
              <a:rPr sz="2800" spc="-265" dirty="0">
                <a:solidFill>
                  <a:srgbClr val="494949"/>
                </a:solidFill>
                <a:latin typeface="Tahoma"/>
                <a:cs typeface="Tahoma"/>
              </a:rPr>
              <a:t>I</a:t>
            </a:r>
            <a:r>
              <a:rPr sz="2800" spc="-155" dirty="0">
                <a:solidFill>
                  <a:srgbClr val="494949"/>
                </a:solidFill>
                <a:latin typeface="Tahoma"/>
                <a:cs typeface="Tahoma"/>
              </a:rPr>
              <a:t> </a:t>
            </a:r>
            <a:r>
              <a:rPr sz="2800" spc="85" dirty="0">
                <a:solidFill>
                  <a:srgbClr val="494949"/>
                </a:solidFill>
                <a:latin typeface="Tahoma"/>
                <a:cs typeface="Tahoma"/>
              </a:rPr>
              <a:t>have</a:t>
            </a:r>
            <a:r>
              <a:rPr sz="2800" spc="-145" dirty="0">
                <a:solidFill>
                  <a:srgbClr val="494949"/>
                </a:solidFill>
                <a:latin typeface="Tahoma"/>
                <a:cs typeface="Tahoma"/>
              </a:rPr>
              <a:t> </a:t>
            </a:r>
            <a:r>
              <a:rPr sz="2800" spc="120" dirty="0">
                <a:solidFill>
                  <a:srgbClr val="494949"/>
                </a:solidFill>
                <a:latin typeface="Tahoma"/>
                <a:cs typeface="Tahoma"/>
              </a:rPr>
              <a:t>randomly</a:t>
            </a:r>
            <a:r>
              <a:rPr sz="2800" spc="-170" dirty="0">
                <a:solidFill>
                  <a:srgbClr val="494949"/>
                </a:solidFill>
                <a:latin typeface="Tahoma"/>
                <a:cs typeface="Tahoma"/>
              </a:rPr>
              <a:t> </a:t>
            </a:r>
            <a:r>
              <a:rPr sz="2800" spc="80" dirty="0">
                <a:solidFill>
                  <a:srgbClr val="494949"/>
                </a:solidFill>
                <a:latin typeface="Tahoma"/>
                <a:cs typeface="Tahoma"/>
              </a:rPr>
              <a:t>selected</a:t>
            </a:r>
            <a:r>
              <a:rPr sz="2800" spc="-145" dirty="0">
                <a:solidFill>
                  <a:srgbClr val="494949"/>
                </a:solidFill>
                <a:latin typeface="Tahoma"/>
                <a:cs typeface="Tahoma"/>
              </a:rPr>
              <a:t> </a:t>
            </a:r>
            <a:r>
              <a:rPr sz="2800" spc="114" dirty="0">
                <a:solidFill>
                  <a:srgbClr val="494949"/>
                </a:solidFill>
                <a:latin typeface="Tahoma"/>
                <a:cs typeface="Tahoma"/>
              </a:rPr>
              <a:t>samples</a:t>
            </a:r>
            <a:r>
              <a:rPr sz="2800" spc="-145" dirty="0">
                <a:solidFill>
                  <a:srgbClr val="494949"/>
                </a:solidFill>
                <a:latin typeface="Tahoma"/>
                <a:cs typeface="Tahoma"/>
              </a:rPr>
              <a:t> </a:t>
            </a:r>
            <a:r>
              <a:rPr sz="2800" spc="140" dirty="0">
                <a:solidFill>
                  <a:srgbClr val="494949"/>
                </a:solidFill>
                <a:latin typeface="Tahoma"/>
                <a:cs typeface="Tahoma"/>
              </a:rPr>
              <a:t>from </a:t>
            </a:r>
            <a:r>
              <a:rPr sz="2800" spc="-860" dirty="0">
                <a:solidFill>
                  <a:srgbClr val="494949"/>
                </a:solidFill>
                <a:latin typeface="Tahoma"/>
                <a:cs typeface="Tahoma"/>
              </a:rPr>
              <a:t> </a:t>
            </a:r>
            <a:r>
              <a:rPr sz="2800" spc="100" dirty="0">
                <a:solidFill>
                  <a:srgbClr val="494949"/>
                </a:solidFill>
                <a:latin typeface="Tahoma"/>
                <a:cs typeface="Tahoma"/>
              </a:rPr>
              <a:t>the</a:t>
            </a:r>
            <a:r>
              <a:rPr sz="2800" spc="-165" dirty="0">
                <a:solidFill>
                  <a:srgbClr val="494949"/>
                </a:solidFill>
                <a:latin typeface="Tahoma"/>
                <a:cs typeface="Tahoma"/>
              </a:rPr>
              <a:t> </a:t>
            </a:r>
            <a:r>
              <a:rPr sz="2800" spc="90" dirty="0">
                <a:solidFill>
                  <a:srgbClr val="494949"/>
                </a:solidFill>
                <a:latin typeface="Tahoma"/>
                <a:cs typeface="Tahoma"/>
              </a:rPr>
              <a:t>original</a:t>
            </a:r>
            <a:r>
              <a:rPr sz="2800" spc="-160" dirty="0">
                <a:solidFill>
                  <a:srgbClr val="494949"/>
                </a:solidFill>
                <a:latin typeface="Tahoma"/>
                <a:cs typeface="Tahoma"/>
              </a:rPr>
              <a:t> </a:t>
            </a:r>
            <a:r>
              <a:rPr sz="2800" spc="100" dirty="0">
                <a:solidFill>
                  <a:srgbClr val="494949"/>
                </a:solidFill>
                <a:latin typeface="Tahoma"/>
                <a:cs typeface="Tahoma"/>
              </a:rPr>
              <a:t>data</a:t>
            </a:r>
            <a:r>
              <a:rPr sz="2800" spc="-145" dirty="0">
                <a:solidFill>
                  <a:srgbClr val="494949"/>
                </a:solidFill>
                <a:latin typeface="Tahoma"/>
                <a:cs typeface="Tahoma"/>
              </a:rPr>
              <a:t> </a:t>
            </a:r>
            <a:r>
              <a:rPr sz="2800" spc="75" dirty="0">
                <a:solidFill>
                  <a:srgbClr val="494949"/>
                </a:solidFill>
                <a:latin typeface="Tahoma"/>
                <a:cs typeface="Tahoma"/>
              </a:rPr>
              <a:t>set</a:t>
            </a:r>
            <a:r>
              <a:rPr sz="2800" spc="-150" dirty="0">
                <a:solidFill>
                  <a:srgbClr val="494949"/>
                </a:solidFill>
                <a:latin typeface="Tahoma"/>
                <a:cs typeface="Tahoma"/>
              </a:rPr>
              <a:t> </a:t>
            </a:r>
            <a:r>
              <a:rPr sz="2800" spc="135" dirty="0">
                <a:solidFill>
                  <a:srgbClr val="494949"/>
                </a:solidFill>
                <a:latin typeface="Tahoma"/>
                <a:cs typeface="Tahoma"/>
              </a:rPr>
              <a:t>and</a:t>
            </a:r>
            <a:r>
              <a:rPr sz="2800" spc="-170" dirty="0">
                <a:solidFill>
                  <a:srgbClr val="494949"/>
                </a:solidFill>
                <a:latin typeface="Tahoma"/>
                <a:cs typeface="Tahoma"/>
              </a:rPr>
              <a:t> </a:t>
            </a:r>
            <a:r>
              <a:rPr sz="2800" spc="85" dirty="0">
                <a:solidFill>
                  <a:srgbClr val="494949"/>
                </a:solidFill>
                <a:latin typeface="Tahoma"/>
                <a:cs typeface="Tahoma"/>
              </a:rPr>
              <a:t>created</a:t>
            </a:r>
            <a:r>
              <a:rPr sz="2800" spc="-165"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120" dirty="0">
                <a:solidFill>
                  <a:srgbClr val="494949"/>
                </a:solidFill>
                <a:latin typeface="Tahoma"/>
                <a:cs typeface="Tahoma"/>
              </a:rPr>
              <a:t>bootstrapped</a:t>
            </a:r>
            <a:r>
              <a:rPr sz="2800" spc="-175" dirty="0">
                <a:solidFill>
                  <a:srgbClr val="494949"/>
                </a:solidFill>
                <a:latin typeface="Tahoma"/>
                <a:cs typeface="Tahoma"/>
              </a:rPr>
              <a:t> </a:t>
            </a:r>
            <a:r>
              <a:rPr sz="2800" spc="100" dirty="0">
                <a:solidFill>
                  <a:srgbClr val="494949"/>
                </a:solidFill>
                <a:latin typeface="Tahoma"/>
                <a:cs typeface="Tahoma"/>
              </a:rPr>
              <a:t>data</a:t>
            </a:r>
            <a:r>
              <a:rPr sz="2800" spc="-145" dirty="0">
                <a:solidFill>
                  <a:srgbClr val="494949"/>
                </a:solidFill>
                <a:latin typeface="Tahoma"/>
                <a:cs typeface="Tahoma"/>
              </a:rPr>
              <a:t> </a:t>
            </a:r>
            <a:r>
              <a:rPr sz="2800" spc="25" dirty="0">
                <a:solidFill>
                  <a:srgbClr val="494949"/>
                </a:solidFill>
                <a:latin typeface="Tahoma"/>
                <a:cs typeface="Tahoma"/>
              </a:rPr>
              <a:t>set.</a:t>
            </a:r>
            <a:endParaRPr sz="2800">
              <a:latin typeface="Tahoma"/>
              <a:cs typeface="Tahoma"/>
            </a:endParaRPr>
          </a:p>
          <a:p>
            <a:pPr marL="241300">
              <a:lnSpc>
                <a:spcPts val="2820"/>
              </a:lnSpc>
            </a:pPr>
            <a:r>
              <a:rPr sz="2800" spc="65" dirty="0">
                <a:solidFill>
                  <a:srgbClr val="494949"/>
                </a:solidFill>
                <a:latin typeface="Tahoma"/>
                <a:cs typeface="Tahoma"/>
              </a:rPr>
              <a:t>Simple,</a:t>
            </a:r>
            <a:r>
              <a:rPr sz="2800" spc="-160" dirty="0">
                <a:solidFill>
                  <a:srgbClr val="494949"/>
                </a:solidFill>
                <a:latin typeface="Tahoma"/>
                <a:cs typeface="Tahoma"/>
              </a:rPr>
              <a:t> </a:t>
            </a:r>
            <a:r>
              <a:rPr sz="2800" spc="45" dirty="0">
                <a:solidFill>
                  <a:srgbClr val="494949"/>
                </a:solidFill>
                <a:latin typeface="Tahoma"/>
                <a:cs typeface="Tahoma"/>
              </a:rPr>
              <a:t>isn’t</a:t>
            </a:r>
            <a:r>
              <a:rPr sz="2800" spc="-150" dirty="0">
                <a:solidFill>
                  <a:srgbClr val="494949"/>
                </a:solidFill>
                <a:latin typeface="Tahoma"/>
                <a:cs typeface="Tahoma"/>
              </a:rPr>
              <a:t> </a:t>
            </a:r>
            <a:r>
              <a:rPr sz="2800" spc="-5" dirty="0">
                <a:solidFill>
                  <a:srgbClr val="494949"/>
                </a:solidFill>
                <a:latin typeface="Tahoma"/>
                <a:cs typeface="Tahoma"/>
              </a:rPr>
              <a:t>it?</a:t>
            </a:r>
            <a:r>
              <a:rPr sz="2800" spc="-155" dirty="0">
                <a:solidFill>
                  <a:srgbClr val="494949"/>
                </a:solidFill>
                <a:latin typeface="Tahoma"/>
                <a:cs typeface="Tahoma"/>
              </a:rPr>
              <a:t> </a:t>
            </a:r>
            <a:r>
              <a:rPr sz="2800" spc="10" dirty="0">
                <a:solidFill>
                  <a:srgbClr val="494949"/>
                </a:solidFill>
                <a:latin typeface="Tahoma"/>
                <a:cs typeface="Tahoma"/>
              </a:rPr>
              <a:t>Well,</a:t>
            </a:r>
            <a:r>
              <a:rPr sz="2800" spc="-145" dirty="0">
                <a:solidFill>
                  <a:srgbClr val="494949"/>
                </a:solidFill>
                <a:latin typeface="Tahoma"/>
                <a:cs typeface="Tahoma"/>
              </a:rPr>
              <a:t> </a:t>
            </a:r>
            <a:r>
              <a:rPr sz="2800" spc="110" dirty="0">
                <a:solidFill>
                  <a:srgbClr val="494949"/>
                </a:solidFill>
                <a:latin typeface="Tahoma"/>
                <a:cs typeface="Tahoma"/>
              </a:rPr>
              <a:t>in</a:t>
            </a:r>
            <a:r>
              <a:rPr sz="2800" spc="-155" dirty="0">
                <a:solidFill>
                  <a:srgbClr val="494949"/>
                </a:solidFill>
                <a:latin typeface="Tahoma"/>
                <a:cs typeface="Tahoma"/>
              </a:rPr>
              <a:t> </a:t>
            </a:r>
            <a:r>
              <a:rPr sz="2800" spc="85" dirty="0">
                <a:solidFill>
                  <a:srgbClr val="494949"/>
                </a:solidFill>
                <a:latin typeface="Tahoma"/>
                <a:cs typeface="Tahoma"/>
              </a:rPr>
              <a:t>real-world</a:t>
            </a:r>
            <a:r>
              <a:rPr sz="2800" spc="-170" dirty="0">
                <a:solidFill>
                  <a:srgbClr val="494949"/>
                </a:solidFill>
                <a:latin typeface="Tahoma"/>
                <a:cs typeface="Tahoma"/>
              </a:rPr>
              <a:t> </a:t>
            </a:r>
            <a:r>
              <a:rPr sz="2800" spc="135" dirty="0">
                <a:solidFill>
                  <a:srgbClr val="494949"/>
                </a:solidFill>
                <a:latin typeface="Tahoma"/>
                <a:cs typeface="Tahoma"/>
              </a:rPr>
              <a:t>problems</a:t>
            </a:r>
            <a:r>
              <a:rPr sz="2800" spc="-170" dirty="0">
                <a:solidFill>
                  <a:srgbClr val="494949"/>
                </a:solidFill>
                <a:latin typeface="Tahoma"/>
                <a:cs typeface="Tahoma"/>
              </a:rPr>
              <a:t> </a:t>
            </a:r>
            <a:r>
              <a:rPr sz="2800" spc="60" dirty="0">
                <a:solidFill>
                  <a:srgbClr val="494949"/>
                </a:solidFill>
                <a:latin typeface="Tahoma"/>
                <a:cs typeface="Tahoma"/>
              </a:rPr>
              <a:t>you’ll</a:t>
            </a:r>
            <a:r>
              <a:rPr sz="2800" spc="-145" dirty="0">
                <a:solidFill>
                  <a:srgbClr val="494949"/>
                </a:solidFill>
                <a:latin typeface="Tahoma"/>
                <a:cs typeface="Tahoma"/>
              </a:rPr>
              <a:t> </a:t>
            </a:r>
            <a:r>
              <a:rPr sz="2800" spc="85" dirty="0">
                <a:solidFill>
                  <a:srgbClr val="494949"/>
                </a:solidFill>
                <a:latin typeface="Tahoma"/>
                <a:cs typeface="Tahoma"/>
              </a:rPr>
              <a:t>never</a:t>
            </a:r>
            <a:r>
              <a:rPr sz="2800" spc="-170" dirty="0">
                <a:solidFill>
                  <a:srgbClr val="494949"/>
                </a:solidFill>
                <a:latin typeface="Tahoma"/>
                <a:cs typeface="Tahoma"/>
              </a:rPr>
              <a:t> </a:t>
            </a:r>
            <a:r>
              <a:rPr sz="2800" spc="45" dirty="0">
                <a:solidFill>
                  <a:srgbClr val="494949"/>
                </a:solidFill>
                <a:latin typeface="Tahoma"/>
                <a:cs typeface="Tahoma"/>
              </a:rPr>
              <a:t>get</a:t>
            </a:r>
            <a:endParaRPr sz="2800">
              <a:latin typeface="Tahoma"/>
              <a:cs typeface="Tahoma"/>
            </a:endParaRPr>
          </a:p>
          <a:p>
            <a:pPr marL="241300" marR="5080">
              <a:lnSpc>
                <a:spcPts val="3010"/>
              </a:lnSpc>
              <a:spcBef>
                <a:spcPts val="225"/>
              </a:spcBef>
            </a:pPr>
            <a:r>
              <a:rPr sz="2800" spc="105" dirty="0">
                <a:solidFill>
                  <a:srgbClr val="494949"/>
                </a:solidFill>
                <a:latin typeface="Tahoma"/>
                <a:cs typeface="Tahoma"/>
              </a:rPr>
              <a:t>such</a:t>
            </a:r>
            <a:r>
              <a:rPr sz="2800" spc="-160"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105" dirty="0">
                <a:solidFill>
                  <a:srgbClr val="494949"/>
                </a:solidFill>
                <a:latin typeface="Tahoma"/>
                <a:cs typeface="Tahoma"/>
              </a:rPr>
              <a:t>small</a:t>
            </a:r>
            <a:r>
              <a:rPr sz="2800" spc="-145" dirty="0">
                <a:solidFill>
                  <a:srgbClr val="494949"/>
                </a:solidFill>
                <a:latin typeface="Tahoma"/>
                <a:cs typeface="Tahoma"/>
              </a:rPr>
              <a:t> </a:t>
            </a:r>
            <a:r>
              <a:rPr sz="2800" spc="95" dirty="0">
                <a:solidFill>
                  <a:srgbClr val="494949"/>
                </a:solidFill>
                <a:latin typeface="Tahoma"/>
                <a:cs typeface="Tahoma"/>
              </a:rPr>
              <a:t>data</a:t>
            </a:r>
            <a:r>
              <a:rPr sz="2800" spc="-150" dirty="0">
                <a:solidFill>
                  <a:srgbClr val="494949"/>
                </a:solidFill>
                <a:latin typeface="Tahoma"/>
                <a:cs typeface="Tahoma"/>
              </a:rPr>
              <a:t> </a:t>
            </a:r>
            <a:r>
              <a:rPr sz="2800" spc="15" dirty="0">
                <a:solidFill>
                  <a:srgbClr val="494949"/>
                </a:solidFill>
                <a:latin typeface="Tahoma"/>
                <a:cs typeface="Tahoma"/>
              </a:rPr>
              <a:t>set,</a:t>
            </a:r>
            <a:r>
              <a:rPr sz="2800" spc="-145" dirty="0">
                <a:solidFill>
                  <a:srgbClr val="494949"/>
                </a:solidFill>
                <a:latin typeface="Tahoma"/>
                <a:cs typeface="Tahoma"/>
              </a:rPr>
              <a:t> </a:t>
            </a:r>
            <a:r>
              <a:rPr sz="2800" spc="110" dirty="0">
                <a:solidFill>
                  <a:srgbClr val="494949"/>
                </a:solidFill>
                <a:latin typeface="Tahoma"/>
                <a:cs typeface="Tahoma"/>
              </a:rPr>
              <a:t>thus</a:t>
            </a:r>
            <a:r>
              <a:rPr sz="2800" spc="-170" dirty="0">
                <a:solidFill>
                  <a:srgbClr val="494949"/>
                </a:solidFill>
                <a:latin typeface="Tahoma"/>
                <a:cs typeface="Tahoma"/>
              </a:rPr>
              <a:t> </a:t>
            </a:r>
            <a:r>
              <a:rPr sz="2800" spc="65" dirty="0">
                <a:solidFill>
                  <a:srgbClr val="494949"/>
                </a:solidFill>
                <a:latin typeface="Tahoma"/>
                <a:cs typeface="Tahoma"/>
              </a:rPr>
              <a:t>creating</a:t>
            </a:r>
            <a:r>
              <a:rPr sz="2800" spc="-145"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120" dirty="0">
                <a:solidFill>
                  <a:srgbClr val="494949"/>
                </a:solidFill>
                <a:latin typeface="Tahoma"/>
                <a:cs typeface="Tahoma"/>
              </a:rPr>
              <a:t>bootstrapped</a:t>
            </a:r>
            <a:r>
              <a:rPr sz="2800" spc="-175" dirty="0">
                <a:solidFill>
                  <a:srgbClr val="494949"/>
                </a:solidFill>
                <a:latin typeface="Tahoma"/>
                <a:cs typeface="Tahoma"/>
              </a:rPr>
              <a:t> </a:t>
            </a:r>
            <a:r>
              <a:rPr sz="2800" spc="95" dirty="0">
                <a:solidFill>
                  <a:srgbClr val="494949"/>
                </a:solidFill>
                <a:latin typeface="Tahoma"/>
                <a:cs typeface="Tahoma"/>
              </a:rPr>
              <a:t>data</a:t>
            </a:r>
            <a:r>
              <a:rPr sz="2800" spc="-150" dirty="0">
                <a:solidFill>
                  <a:srgbClr val="494949"/>
                </a:solidFill>
                <a:latin typeface="Tahoma"/>
                <a:cs typeface="Tahoma"/>
              </a:rPr>
              <a:t> </a:t>
            </a:r>
            <a:r>
              <a:rPr sz="2800" spc="70" dirty="0">
                <a:solidFill>
                  <a:srgbClr val="494949"/>
                </a:solidFill>
                <a:latin typeface="Tahoma"/>
                <a:cs typeface="Tahoma"/>
              </a:rPr>
              <a:t>set </a:t>
            </a:r>
            <a:r>
              <a:rPr sz="2800" spc="-860" dirty="0">
                <a:solidFill>
                  <a:srgbClr val="494949"/>
                </a:solidFill>
                <a:latin typeface="Tahoma"/>
                <a:cs typeface="Tahoma"/>
              </a:rPr>
              <a:t> </a:t>
            </a:r>
            <a:r>
              <a:rPr sz="2800" spc="75" dirty="0">
                <a:solidFill>
                  <a:srgbClr val="494949"/>
                </a:solidFill>
                <a:latin typeface="Tahoma"/>
                <a:cs typeface="Tahoma"/>
              </a:rPr>
              <a:t>is</a:t>
            </a:r>
            <a:r>
              <a:rPr sz="2800" spc="-155"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65" dirty="0">
                <a:solidFill>
                  <a:srgbClr val="494949"/>
                </a:solidFill>
                <a:latin typeface="Tahoma"/>
                <a:cs typeface="Tahoma"/>
              </a:rPr>
              <a:t>little</a:t>
            </a:r>
            <a:r>
              <a:rPr sz="2800" spc="-140" dirty="0">
                <a:solidFill>
                  <a:srgbClr val="494949"/>
                </a:solidFill>
                <a:latin typeface="Tahoma"/>
                <a:cs typeface="Tahoma"/>
              </a:rPr>
              <a:t> </a:t>
            </a:r>
            <a:r>
              <a:rPr sz="2800" spc="145" dirty="0">
                <a:solidFill>
                  <a:srgbClr val="494949"/>
                </a:solidFill>
                <a:latin typeface="Tahoma"/>
                <a:cs typeface="Tahoma"/>
              </a:rPr>
              <a:t>more</a:t>
            </a:r>
            <a:r>
              <a:rPr sz="2800" spc="-165" dirty="0">
                <a:solidFill>
                  <a:srgbClr val="494949"/>
                </a:solidFill>
                <a:latin typeface="Tahoma"/>
                <a:cs typeface="Tahoma"/>
              </a:rPr>
              <a:t> </a:t>
            </a:r>
            <a:r>
              <a:rPr sz="2800" spc="85" dirty="0">
                <a:solidFill>
                  <a:srgbClr val="494949"/>
                </a:solidFill>
                <a:latin typeface="Tahoma"/>
                <a:cs typeface="Tahoma"/>
              </a:rPr>
              <a:t>complex.</a:t>
            </a:r>
            <a:endParaRPr sz="2800">
              <a:latin typeface="Tahoma"/>
              <a:cs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55139"/>
            <a:ext cx="4285615" cy="36131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b="1" i="1" dirty="0">
                <a:solidFill>
                  <a:srgbClr val="494949"/>
                </a:solidFill>
                <a:latin typeface="Trebuchet MS"/>
                <a:cs typeface="Trebuchet MS"/>
              </a:rPr>
              <a:t>Step</a:t>
            </a:r>
            <a:r>
              <a:rPr sz="2200" b="1" i="1" spc="-95" dirty="0">
                <a:solidFill>
                  <a:srgbClr val="494949"/>
                </a:solidFill>
                <a:latin typeface="Trebuchet MS"/>
                <a:cs typeface="Trebuchet MS"/>
              </a:rPr>
              <a:t> </a:t>
            </a:r>
            <a:r>
              <a:rPr sz="2200" b="1" i="1" spc="-85" dirty="0">
                <a:solidFill>
                  <a:srgbClr val="494949"/>
                </a:solidFill>
                <a:latin typeface="Trebuchet MS"/>
                <a:cs typeface="Trebuchet MS"/>
              </a:rPr>
              <a:t>2</a:t>
            </a:r>
            <a:r>
              <a:rPr sz="2200" b="1" i="1" spc="-180" dirty="0">
                <a:solidFill>
                  <a:srgbClr val="494949"/>
                </a:solidFill>
                <a:latin typeface="Trebuchet MS"/>
                <a:cs typeface="Trebuchet MS"/>
              </a:rPr>
              <a:t>:</a:t>
            </a:r>
            <a:r>
              <a:rPr sz="2200" b="1" i="1" spc="-95" dirty="0">
                <a:solidFill>
                  <a:srgbClr val="494949"/>
                </a:solidFill>
                <a:latin typeface="Trebuchet MS"/>
                <a:cs typeface="Trebuchet MS"/>
              </a:rPr>
              <a:t> </a:t>
            </a:r>
            <a:r>
              <a:rPr sz="2200" b="1" i="1" spc="-35" dirty="0">
                <a:solidFill>
                  <a:srgbClr val="494949"/>
                </a:solidFill>
                <a:latin typeface="Trebuchet MS"/>
                <a:cs typeface="Trebuchet MS"/>
              </a:rPr>
              <a:t>C</a:t>
            </a:r>
            <a:r>
              <a:rPr sz="2200" b="1" i="1" spc="-70" dirty="0">
                <a:solidFill>
                  <a:srgbClr val="494949"/>
                </a:solidFill>
                <a:latin typeface="Trebuchet MS"/>
                <a:cs typeface="Trebuchet MS"/>
              </a:rPr>
              <a:t>r</a:t>
            </a:r>
            <a:r>
              <a:rPr sz="2200" b="1" i="1" spc="-10" dirty="0">
                <a:solidFill>
                  <a:srgbClr val="494949"/>
                </a:solidFill>
                <a:latin typeface="Trebuchet MS"/>
                <a:cs typeface="Trebuchet MS"/>
              </a:rPr>
              <a:t>eatin</a:t>
            </a:r>
            <a:r>
              <a:rPr sz="2200" b="1" i="1" spc="-5" dirty="0">
                <a:solidFill>
                  <a:srgbClr val="494949"/>
                </a:solidFill>
                <a:latin typeface="Trebuchet MS"/>
                <a:cs typeface="Trebuchet MS"/>
              </a:rPr>
              <a:t>g</a:t>
            </a:r>
            <a:r>
              <a:rPr sz="2200" b="1" i="1" spc="-95" dirty="0">
                <a:solidFill>
                  <a:srgbClr val="494949"/>
                </a:solidFill>
                <a:latin typeface="Trebuchet MS"/>
                <a:cs typeface="Trebuchet MS"/>
              </a:rPr>
              <a:t> </a:t>
            </a:r>
            <a:r>
              <a:rPr sz="2200" b="1" i="1" spc="30" dirty="0">
                <a:solidFill>
                  <a:srgbClr val="494949"/>
                </a:solidFill>
                <a:latin typeface="Trebuchet MS"/>
                <a:cs typeface="Trebuchet MS"/>
              </a:rPr>
              <a:t>De</a:t>
            </a:r>
            <a:r>
              <a:rPr sz="2200" b="1" i="1" spc="15" dirty="0">
                <a:solidFill>
                  <a:srgbClr val="494949"/>
                </a:solidFill>
                <a:latin typeface="Trebuchet MS"/>
                <a:cs typeface="Trebuchet MS"/>
              </a:rPr>
              <a:t>c</a:t>
            </a:r>
            <a:r>
              <a:rPr sz="2200" b="1" i="1" spc="-15" dirty="0">
                <a:solidFill>
                  <a:srgbClr val="494949"/>
                </a:solidFill>
                <a:latin typeface="Trebuchet MS"/>
                <a:cs typeface="Trebuchet MS"/>
              </a:rPr>
              <a:t>isi</a:t>
            </a:r>
            <a:r>
              <a:rPr sz="2200" b="1" i="1" spc="-35" dirty="0">
                <a:solidFill>
                  <a:srgbClr val="494949"/>
                </a:solidFill>
                <a:latin typeface="Trebuchet MS"/>
                <a:cs typeface="Trebuchet MS"/>
              </a:rPr>
              <a:t>o</a:t>
            </a:r>
            <a:r>
              <a:rPr sz="2200" b="1" i="1" spc="90" dirty="0">
                <a:solidFill>
                  <a:srgbClr val="494949"/>
                </a:solidFill>
                <a:latin typeface="Trebuchet MS"/>
                <a:cs typeface="Trebuchet MS"/>
              </a:rPr>
              <a:t>n</a:t>
            </a:r>
            <a:r>
              <a:rPr sz="2200" b="1" i="1" spc="-105" dirty="0">
                <a:solidFill>
                  <a:srgbClr val="494949"/>
                </a:solidFill>
                <a:latin typeface="Trebuchet MS"/>
                <a:cs typeface="Trebuchet MS"/>
              </a:rPr>
              <a:t> </a:t>
            </a:r>
            <a:r>
              <a:rPr sz="2200" b="1" i="1" spc="-450" dirty="0">
                <a:solidFill>
                  <a:srgbClr val="494949"/>
                </a:solidFill>
                <a:latin typeface="Trebuchet MS"/>
                <a:cs typeface="Trebuchet MS"/>
              </a:rPr>
              <a:t>T</a:t>
            </a:r>
            <a:r>
              <a:rPr sz="2200" b="1" i="1" spc="-105" dirty="0">
                <a:solidFill>
                  <a:srgbClr val="494949"/>
                </a:solidFill>
                <a:latin typeface="Trebuchet MS"/>
                <a:cs typeface="Trebuchet MS"/>
              </a:rPr>
              <a:t>r</a:t>
            </a:r>
            <a:r>
              <a:rPr sz="2200" b="1" i="1" spc="10" dirty="0">
                <a:solidFill>
                  <a:srgbClr val="494949"/>
                </a:solidFill>
                <a:latin typeface="Trebuchet MS"/>
                <a:cs typeface="Trebuchet MS"/>
              </a:rPr>
              <a:t>ees</a:t>
            </a:r>
            <a:endParaRPr sz="2200">
              <a:latin typeface="Trebuchet MS"/>
              <a:cs typeface="Trebuchet MS"/>
            </a:endParaRPr>
          </a:p>
        </p:txBody>
      </p:sp>
      <p:sp>
        <p:nvSpPr>
          <p:cNvPr id="3" name="object 3"/>
          <p:cNvSpPr txBox="1"/>
          <p:nvPr/>
        </p:nvSpPr>
        <p:spPr>
          <a:xfrm>
            <a:off x="916939" y="2116836"/>
            <a:ext cx="10358120" cy="361315"/>
          </a:xfrm>
          <a:prstGeom prst="rect">
            <a:avLst/>
          </a:prstGeom>
        </p:spPr>
        <p:txBody>
          <a:bodyPr vert="horz" wrap="square" lIns="0" tIns="13335" rIns="0" bIns="0" rtlCol="0">
            <a:spAutoFit/>
          </a:bodyPr>
          <a:lstStyle/>
          <a:p>
            <a:pPr marL="241300" indent="-228600">
              <a:lnSpc>
                <a:spcPct val="100000"/>
              </a:lnSpc>
              <a:spcBef>
                <a:spcPts val="105"/>
              </a:spcBef>
              <a:buFont typeface="Arial MT"/>
              <a:buChar char="•"/>
              <a:tabLst>
                <a:tab pos="240665" algn="l"/>
                <a:tab pos="241300" algn="l"/>
              </a:tabLst>
            </a:pPr>
            <a:r>
              <a:rPr sz="2200" spc="130" dirty="0">
                <a:solidFill>
                  <a:srgbClr val="494949"/>
                </a:solidFill>
                <a:latin typeface="Tahoma"/>
                <a:cs typeface="Tahoma"/>
              </a:rPr>
              <a:t>Our</a:t>
            </a:r>
            <a:r>
              <a:rPr sz="2200" spc="70" dirty="0">
                <a:solidFill>
                  <a:srgbClr val="494949"/>
                </a:solidFill>
                <a:latin typeface="Tahoma"/>
                <a:cs typeface="Tahoma"/>
              </a:rPr>
              <a:t> </a:t>
            </a:r>
            <a:r>
              <a:rPr sz="2200" spc="65" dirty="0">
                <a:solidFill>
                  <a:srgbClr val="494949"/>
                </a:solidFill>
                <a:latin typeface="Tahoma"/>
                <a:cs typeface="Tahoma"/>
              </a:rPr>
              <a:t>next</a:t>
            </a:r>
            <a:r>
              <a:rPr sz="2200" spc="75" dirty="0">
                <a:solidFill>
                  <a:srgbClr val="494949"/>
                </a:solidFill>
                <a:latin typeface="Tahoma"/>
                <a:cs typeface="Tahoma"/>
              </a:rPr>
              <a:t> </a:t>
            </a:r>
            <a:r>
              <a:rPr sz="2200" spc="55" dirty="0">
                <a:solidFill>
                  <a:srgbClr val="494949"/>
                </a:solidFill>
                <a:latin typeface="Tahoma"/>
                <a:cs typeface="Tahoma"/>
              </a:rPr>
              <a:t>task</a:t>
            </a:r>
            <a:r>
              <a:rPr sz="2200" spc="80" dirty="0">
                <a:solidFill>
                  <a:srgbClr val="494949"/>
                </a:solidFill>
                <a:latin typeface="Tahoma"/>
                <a:cs typeface="Tahoma"/>
              </a:rPr>
              <a:t> </a:t>
            </a:r>
            <a:r>
              <a:rPr sz="2200" spc="60" dirty="0">
                <a:solidFill>
                  <a:srgbClr val="494949"/>
                </a:solidFill>
                <a:latin typeface="Tahoma"/>
                <a:cs typeface="Tahoma"/>
              </a:rPr>
              <a:t>is</a:t>
            </a:r>
            <a:r>
              <a:rPr sz="2200" spc="75" dirty="0">
                <a:solidFill>
                  <a:srgbClr val="494949"/>
                </a:solidFill>
                <a:latin typeface="Tahoma"/>
                <a:cs typeface="Tahoma"/>
              </a:rPr>
              <a:t> </a:t>
            </a:r>
            <a:r>
              <a:rPr sz="2200" spc="85" dirty="0">
                <a:solidFill>
                  <a:srgbClr val="494949"/>
                </a:solidFill>
                <a:latin typeface="Tahoma"/>
                <a:cs typeface="Tahoma"/>
              </a:rPr>
              <a:t>to</a:t>
            </a:r>
            <a:r>
              <a:rPr sz="2200" spc="80" dirty="0">
                <a:solidFill>
                  <a:srgbClr val="494949"/>
                </a:solidFill>
                <a:latin typeface="Tahoma"/>
                <a:cs typeface="Tahoma"/>
              </a:rPr>
              <a:t> </a:t>
            </a:r>
            <a:r>
              <a:rPr sz="2200" spc="100" dirty="0">
                <a:solidFill>
                  <a:srgbClr val="494949"/>
                </a:solidFill>
                <a:latin typeface="Tahoma"/>
                <a:cs typeface="Tahoma"/>
              </a:rPr>
              <a:t>build</a:t>
            </a:r>
            <a:r>
              <a:rPr sz="2200" spc="80" dirty="0">
                <a:solidFill>
                  <a:srgbClr val="494949"/>
                </a:solidFill>
                <a:latin typeface="Tahoma"/>
                <a:cs typeface="Tahoma"/>
              </a:rPr>
              <a:t> </a:t>
            </a:r>
            <a:r>
              <a:rPr sz="2200" spc="70" dirty="0">
                <a:solidFill>
                  <a:srgbClr val="494949"/>
                </a:solidFill>
                <a:latin typeface="Tahoma"/>
                <a:cs typeface="Tahoma"/>
              </a:rPr>
              <a:t>a</a:t>
            </a:r>
            <a:r>
              <a:rPr sz="2200" spc="80" dirty="0">
                <a:solidFill>
                  <a:srgbClr val="494949"/>
                </a:solidFill>
                <a:latin typeface="Tahoma"/>
                <a:cs typeface="Tahoma"/>
              </a:rPr>
              <a:t> Decision </a:t>
            </a:r>
            <a:r>
              <a:rPr sz="2200" spc="5" dirty="0">
                <a:solidFill>
                  <a:srgbClr val="494949"/>
                </a:solidFill>
                <a:latin typeface="Tahoma"/>
                <a:cs typeface="Tahoma"/>
              </a:rPr>
              <a:t>Tree</a:t>
            </a:r>
            <a:r>
              <a:rPr sz="2200" spc="75" dirty="0">
                <a:solidFill>
                  <a:srgbClr val="494949"/>
                </a:solidFill>
                <a:latin typeface="Tahoma"/>
                <a:cs typeface="Tahoma"/>
              </a:rPr>
              <a:t> </a:t>
            </a:r>
            <a:r>
              <a:rPr sz="2200" spc="50" dirty="0">
                <a:solidFill>
                  <a:srgbClr val="494949"/>
                </a:solidFill>
                <a:latin typeface="Tahoma"/>
                <a:cs typeface="Tahoma"/>
              </a:rPr>
              <a:t>by</a:t>
            </a:r>
            <a:r>
              <a:rPr sz="2200" spc="90" dirty="0">
                <a:solidFill>
                  <a:srgbClr val="494949"/>
                </a:solidFill>
                <a:latin typeface="Tahoma"/>
                <a:cs typeface="Tahoma"/>
              </a:rPr>
              <a:t> </a:t>
            </a:r>
            <a:r>
              <a:rPr sz="2200" spc="70" dirty="0">
                <a:solidFill>
                  <a:srgbClr val="494949"/>
                </a:solidFill>
                <a:latin typeface="Tahoma"/>
                <a:cs typeface="Tahoma"/>
              </a:rPr>
              <a:t>using</a:t>
            </a:r>
            <a:r>
              <a:rPr sz="2200" spc="75" dirty="0">
                <a:solidFill>
                  <a:srgbClr val="494949"/>
                </a:solidFill>
                <a:latin typeface="Tahoma"/>
                <a:cs typeface="Tahoma"/>
              </a:rPr>
              <a:t> the</a:t>
            </a:r>
            <a:r>
              <a:rPr sz="2200" spc="80" dirty="0">
                <a:solidFill>
                  <a:srgbClr val="494949"/>
                </a:solidFill>
                <a:latin typeface="Tahoma"/>
                <a:cs typeface="Tahoma"/>
              </a:rPr>
              <a:t> </a:t>
            </a:r>
            <a:r>
              <a:rPr sz="2200" spc="90" dirty="0">
                <a:solidFill>
                  <a:srgbClr val="494949"/>
                </a:solidFill>
                <a:latin typeface="Tahoma"/>
                <a:cs typeface="Tahoma"/>
              </a:rPr>
              <a:t>bootstrapped</a:t>
            </a:r>
            <a:r>
              <a:rPr sz="2200" spc="75" dirty="0">
                <a:solidFill>
                  <a:srgbClr val="494949"/>
                </a:solidFill>
                <a:latin typeface="Tahoma"/>
                <a:cs typeface="Tahoma"/>
              </a:rPr>
              <a:t> data</a:t>
            </a:r>
            <a:r>
              <a:rPr sz="2200" spc="80" dirty="0">
                <a:solidFill>
                  <a:srgbClr val="494949"/>
                </a:solidFill>
                <a:latin typeface="Tahoma"/>
                <a:cs typeface="Tahoma"/>
              </a:rPr>
              <a:t> </a:t>
            </a:r>
            <a:r>
              <a:rPr sz="2200" spc="55" dirty="0">
                <a:solidFill>
                  <a:srgbClr val="494949"/>
                </a:solidFill>
                <a:latin typeface="Tahoma"/>
                <a:cs typeface="Tahoma"/>
              </a:rPr>
              <a:t>set</a:t>
            </a:r>
            <a:endParaRPr sz="2200">
              <a:latin typeface="Tahoma"/>
              <a:cs typeface="Tahoma"/>
            </a:endParaRPr>
          </a:p>
        </p:txBody>
      </p:sp>
      <p:sp>
        <p:nvSpPr>
          <p:cNvPr id="4" name="object 4"/>
          <p:cNvSpPr txBox="1"/>
          <p:nvPr/>
        </p:nvSpPr>
        <p:spPr>
          <a:xfrm>
            <a:off x="1145539" y="2351532"/>
            <a:ext cx="10129520" cy="361315"/>
          </a:xfrm>
          <a:prstGeom prst="rect">
            <a:avLst/>
          </a:prstGeom>
        </p:spPr>
        <p:txBody>
          <a:bodyPr vert="horz" wrap="square" lIns="0" tIns="13335" rIns="0" bIns="0" rtlCol="0">
            <a:spAutoFit/>
          </a:bodyPr>
          <a:lstStyle/>
          <a:p>
            <a:pPr marL="12700">
              <a:lnSpc>
                <a:spcPct val="100000"/>
              </a:lnSpc>
              <a:spcBef>
                <a:spcPts val="105"/>
              </a:spcBef>
            </a:pPr>
            <a:r>
              <a:rPr sz="2200" spc="65" dirty="0">
                <a:solidFill>
                  <a:srgbClr val="494949"/>
                </a:solidFill>
                <a:latin typeface="Tahoma"/>
                <a:cs typeface="Tahoma"/>
              </a:rPr>
              <a:t>created</a:t>
            </a:r>
            <a:r>
              <a:rPr sz="2200" spc="-50" dirty="0">
                <a:solidFill>
                  <a:srgbClr val="494949"/>
                </a:solidFill>
                <a:latin typeface="Tahoma"/>
                <a:cs typeface="Tahoma"/>
              </a:rPr>
              <a:t> </a:t>
            </a:r>
            <a:r>
              <a:rPr sz="2200" spc="90" dirty="0">
                <a:solidFill>
                  <a:srgbClr val="494949"/>
                </a:solidFill>
                <a:latin typeface="Tahoma"/>
                <a:cs typeface="Tahoma"/>
              </a:rPr>
              <a:t>in</a:t>
            </a:r>
            <a:r>
              <a:rPr sz="2200" spc="-40" dirty="0">
                <a:solidFill>
                  <a:srgbClr val="494949"/>
                </a:solidFill>
                <a:latin typeface="Tahoma"/>
                <a:cs typeface="Tahoma"/>
              </a:rPr>
              <a:t> </a:t>
            </a:r>
            <a:r>
              <a:rPr sz="2200" spc="75" dirty="0">
                <a:solidFill>
                  <a:srgbClr val="494949"/>
                </a:solidFill>
                <a:latin typeface="Tahoma"/>
                <a:cs typeface="Tahoma"/>
              </a:rPr>
              <a:t>the</a:t>
            </a:r>
            <a:r>
              <a:rPr sz="2200" spc="-45" dirty="0">
                <a:solidFill>
                  <a:srgbClr val="494949"/>
                </a:solidFill>
                <a:latin typeface="Tahoma"/>
                <a:cs typeface="Tahoma"/>
              </a:rPr>
              <a:t> </a:t>
            </a:r>
            <a:r>
              <a:rPr sz="2200" spc="75" dirty="0">
                <a:solidFill>
                  <a:srgbClr val="494949"/>
                </a:solidFill>
                <a:latin typeface="Tahoma"/>
                <a:cs typeface="Tahoma"/>
              </a:rPr>
              <a:t>previous</a:t>
            </a:r>
            <a:r>
              <a:rPr sz="2200" spc="-50" dirty="0">
                <a:solidFill>
                  <a:srgbClr val="494949"/>
                </a:solidFill>
                <a:latin typeface="Tahoma"/>
                <a:cs typeface="Tahoma"/>
              </a:rPr>
              <a:t> </a:t>
            </a:r>
            <a:r>
              <a:rPr sz="2200" spc="45" dirty="0">
                <a:solidFill>
                  <a:srgbClr val="494949"/>
                </a:solidFill>
                <a:latin typeface="Tahoma"/>
                <a:cs typeface="Tahoma"/>
              </a:rPr>
              <a:t>step.</a:t>
            </a:r>
            <a:r>
              <a:rPr sz="2200" spc="-40" dirty="0">
                <a:solidFill>
                  <a:srgbClr val="494949"/>
                </a:solidFill>
                <a:latin typeface="Tahoma"/>
                <a:cs typeface="Tahoma"/>
              </a:rPr>
              <a:t> </a:t>
            </a:r>
            <a:r>
              <a:rPr sz="2200" spc="55" dirty="0">
                <a:solidFill>
                  <a:srgbClr val="494949"/>
                </a:solidFill>
                <a:latin typeface="Tahoma"/>
                <a:cs typeface="Tahoma"/>
              </a:rPr>
              <a:t>Since</a:t>
            </a:r>
            <a:r>
              <a:rPr sz="2200" spc="-35" dirty="0">
                <a:solidFill>
                  <a:srgbClr val="494949"/>
                </a:solidFill>
                <a:latin typeface="Tahoma"/>
                <a:cs typeface="Tahoma"/>
              </a:rPr>
              <a:t> </a:t>
            </a:r>
            <a:r>
              <a:rPr sz="2200" spc="20" dirty="0">
                <a:solidFill>
                  <a:srgbClr val="494949"/>
                </a:solidFill>
                <a:latin typeface="Tahoma"/>
                <a:cs typeface="Tahoma"/>
              </a:rPr>
              <a:t>we’re</a:t>
            </a:r>
            <a:r>
              <a:rPr sz="2200" spc="-40" dirty="0">
                <a:solidFill>
                  <a:srgbClr val="494949"/>
                </a:solidFill>
                <a:latin typeface="Tahoma"/>
                <a:cs typeface="Tahoma"/>
              </a:rPr>
              <a:t> </a:t>
            </a:r>
            <a:r>
              <a:rPr sz="2200" spc="80" dirty="0">
                <a:solidFill>
                  <a:srgbClr val="494949"/>
                </a:solidFill>
                <a:latin typeface="Tahoma"/>
                <a:cs typeface="Tahoma"/>
              </a:rPr>
              <a:t>making</a:t>
            </a:r>
            <a:r>
              <a:rPr sz="2200" spc="-55" dirty="0">
                <a:solidFill>
                  <a:srgbClr val="494949"/>
                </a:solidFill>
                <a:latin typeface="Tahoma"/>
                <a:cs typeface="Tahoma"/>
              </a:rPr>
              <a:t> </a:t>
            </a:r>
            <a:r>
              <a:rPr sz="2200" spc="70" dirty="0">
                <a:solidFill>
                  <a:srgbClr val="494949"/>
                </a:solidFill>
                <a:latin typeface="Tahoma"/>
                <a:cs typeface="Tahoma"/>
              </a:rPr>
              <a:t>a</a:t>
            </a:r>
            <a:r>
              <a:rPr sz="2200" spc="-45" dirty="0">
                <a:solidFill>
                  <a:srgbClr val="494949"/>
                </a:solidFill>
                <a:latin typeface="Tahoma"/>
                <a:cs typeface="Tahoma"/>
              </a:rPr>
              <a:t> </a:t>
            </a:r>
            <a:r>
              <a:rPr sz="2200" spc="105" dirty="0">
                <a:solidFill>
                  <a:srgbClr val="494949"/>
                </a:solidFill>
                <a:latin typeface="Tahoma"/>
                <a:cs typeface="Tahoma"/>
              </a:rPr>
              <a:t>Random</a:t>
            </a:r>
            <a:r>
              <a:rPr sz="2200" spc="-50" dirty="0">
                <a:solidFill>
                  <a:srgbClr val="494949"/>
                </a:solidFill>
                <a:latin typeface="Tahoma"/>
                <a:cs typeface="Tahoma"/>
              </a:rPr>
              <a:t> </a:t>
            </a:r>
            <a:r>
              <a:rPr sz="2200" spc="60" dirty="0">
                <a:solidFill>
                  <a:srgbClr val="494949"/>
                </a:solidFill>
                <a:latin typeface="Tahoma"/>
                <a:cs typeface="Tahoma"/>
              </a:rPr>
              <a:t>Forest</a:t>
            </a:r>
            <a:r>
              <a:rPr sz="2200" spc="-55" dirty="0">
                <a:solidFill>
                  <a:srgbClr val="494949"/>
                </a:solidFill>
                <a:latin typeface="Tahoma"/>
                <a:cs typeface="Tahoma"/>
              </a:rPr>
              <a:t> </a:t>
            </a:r>
            <a:r>
              <a:rPr sz="2200" spc="75" dirty="0">
                <a:solidFill>
                  <a:srgbClr val="494949"/>
                </a:solidFill>
                <a:latin typeface="Tahoma"/>
                <a:cs typeface="Tahoma"/>
              </a:rPr>
              <a:t>we</a:t>
            </a:r>
            <a:r>
              <a:rPr sz="2200" spc="-30" dirty="0">
                <a:solidFill>
                  <a:srgbClr val="494949"/>
                </a:solidFill>
                <a:latin typeface="Tahoma"/>
                <a:cs typeface="Tahoma"/>
              </a:rPr>
              <a:t> </a:t>
            </a:r>
            <a:r>
              <a:rPr sz="2200" spc="60" dirty="0">
                <a:solidFill>
                  <a:srgbClr val="494949"/>
                </a:solidFill>
                <a:latin typeface="Tahoma"/>
                <a:cs typeface="Tahoma"/>
              </a:rPr>
              <a:t>will</a:t>
            </a:r>
            <a:r>
              <a:rPr sz="2200" spc="-40" dirty="0">
                <a:solidFill>
                  <a:srgbClr val="494949"/>
                </a:solidFill>
                <a:latin typeface="Tahoma"/>
                <a:cs typeface="Tahoma"/>
              </a:rPr>
              <a:t> </a:t>
            </a:r>
            <a:r>
              <a:rPr sz="2200" spc="95" dirty="0">
                <a:solidFill>
                  <a:srgbClr val="494949"/>
                </a:solidFill>
                <a:latin typeface="Tahoma"/>
                <a:cs typeface="Tahoma"/>
              </a:rPr>
              <a:t>not</a:t>
            </a:r>
            <a:endParaRPr sz="2200">
              <a:latin typeface="Tahoma"/>
              <a:cs typeface="Tahoma"/>
            </a:endParaRPr>
          </a:p>
        </p:txBody>
      </p:sp>
      <p:sp>
        <p:nvSpPr>
          <p:cNvPr id="5" name="object 5"/>
          <p:cNvSpPr txBox="1"/>
          <p:nvPr/>
        </p:nvSpPr>
        <p:spPr>
          <a:xfrm>
            <a:off x="1145539" y="2586736"/>
            <a:ext cx="10128885" cy="361315"/>
          </a:xfrm>
          <a:prstGeom prst="rect">
            <a:avLst/>
          </a:prstGeom>
        </p:spPr>
        <p:txBody>
          <a:bodyPr vert="horz" wrap="square" lIns="0" tIns="12700" rIns="0" bIns="0" rtlCol="0">
            <a:spAutoFit/>
          </a:bodyPr>
          <a:lstStyle/>
          <a:p>
            <a:pPr marL="12700">
              <a:lnSpc>
                <a:spcPct val="100000"/>
              </a:lnSpc>
              <a:spcBef>
                <a:spcPts val="100"/>
              </a:spcBef>
            </a:pPr>
            <a:r>
              <a:rPr sz="2200" spc="85" dirty="0">
                <a:solidFill>
                  <a:srgbClr val="494949"/>
                </a:solidFill>
                <a:latin typeface="Tahoma"/>
                <a:cs typeface="Tahoma"/>
              </a:rPr>
              <a:t>consider</a:t>
            </a:r>
            <a:r>
              <a:rPr sz="2200" spc="10" dirty="0">
                <a:solidFill>
                  <a:srgbClr val="494949"/>
                </a:solidFill>
                <a:latin typeface="Tahoma"/>
                <a:cs typeface="Tahoma"/>
              </a:rPr>
              <a:t> </a:t>
            </a:r>
            <a:r>
              <a:rPr sz="2200" spc="75" dirty="0">
                <a:solidFill>
                  <a:srgbClr val="494949"/>
                </a:solidFill>
                <a:latin typeface="Tahoma"/>
                <a:cs typeface="Tahoma"/>
              </a:rPr>
              <a:t>the</a:t>
            </a:r>
            <a:r>
              <a:rPr sz="2200" dirty="0">
                <a:solidFill>
                  <a:srgbClr val="494949"/>
                </a:solidFill>
                <a:latin typeface="Tahoma"/>
                <a:cs typeface="Tahoma"/>
              </a:rPr>
              <a:t> </a:t>
            </a:r>
            <a:r>
              <a:rPr sz="2200" spc="70" dirty="0">
                <a:solidFill>
                  <a:srgbClr val="494949"/>
                </a:solidFill>
                <a:latin typeface="Tahoma"/>
                <a:cs typeface="Tahoma"/>
              </a:rPr>
              <a:t>entire</a:t>
            </a:r>
            <a:r>
              <a:rPr sz="2200" spc="10" dirty="0">
                <a:solidFill>
                  <a:srgbClr val="494949"/>
                </a:solidFill>
                <a:latin typeface="Tahoma"/>
                <a:cs typeface="Tahoma"/>
              </a:rPr>
              <a:t> </a:t>
            </a:r>
            <a:r>
              <a:rPr sz="2200" spc="75" dirty="0">
                <a:solidFill>
                  <a:srgbClr val="494949"/>
                </a:solidFill>
                <a:latin typeface="Tahoma"/>
                <a:cs typeface="Tahoma"/>
              </a:rPr>
              <a:t>data</a:t>
            </a:r>
            <a:r>
              <a:rPr sz="2200" dirty="0">
                <a:solidFill>
                  <a:srgbClr val="494949"/>
                </a:solidFill>
                <a:latin typeface="Tahoma"/>
                <a:cs typeface="Tahoma"/>
              </a:rPr>
              <a:t> </a:t>
            </a:r>
            <a:r>
              <a:rPr sz="2200" spc="55" dirty="0">
                <a:solidFill>
                  <a:srgbClr val="494949"/>
                </a:solidFill>
                <a:latin typeface="Tahoma"/>
                <a:cs typeface="Tahoma"/>
              </a:rPr>
              <a:t>set</a:t>
            </a:r>
            <a:r>
              <a:rPr sz="2200" spc="10" dirty="0">
                <a:solidFill>
                  <a:srgbClr val="494949"/>
                </a:solidFill>
                <a:latin typeface="Tahoma"/>
                <a:cs typeface="Tahoma"/>
              </a:rPr>
              <a:t> </a:t>
            </a:r>
            <a:r>
              <a:rPr sz="2200" spc="65" dirty="0">
                <a:solidFill>
                  <a:srgbClr val="494949"/>
                </a:solidFill>
                <a:latin typeface="Tahoma"/>
                <a:cs typeface="Tahoma"/>
              </a:rPr>
              <a:t>that</a:t>
            </a:r>
            <a:r>
              <a:rPr sz="2200" dirty="0">
                <a:solidFill>
                  <a:srgbClr val="494949"/>
                </a:solidFill>
                <a:latin typeface="Tahoma"/>
                <a:cs typeface="Tahoma"/>
              </a:rPr>
              <a:t> </a:t>
            </a:r>
            <a:r>
              <a:rPr sz="2200" spc="75" dirty="0">
                <a:solidFill>
                  <a:srgbClr val="494949"/>
                </a:solidFill>
                <a:latin typeface="Tahoma"/>
                <a:cs typeface="Tahoma"/>
              </a:rPr>
              <a:t>we</a:t>
            </a:r>
            <a:r>
              <a:rPr sz="2200" spc="5" dirty="0">
                <a:solidFill>
                  <a:srgbClr val="494949"/>
                </a:solidFill>
                <a:latin typeface="Tahoma"/>
                <a:cs typeface="Tahoma"/>
              </a:rPr>
              <a:t> </a:t>
            </a:r>
            <a:r>
              <a:rPr sz="2200" spc="40" dirty="0">
                <a:solidFill>
                  <a:srgbClr val="494949"/>
                </a:solidFill>
                <a:latin typeface="Tahoma"/>
                <a:cs typeface="Tahoma"/>
              </a:rPr>
              <a:t>created,</a:t>
            </a:r>
            <a:r>
              <a:rPr sz="2200" spc="5" dirty="0">
                <a:solidFill>
                  <a:srgbClr val="494949"/>
                </a:solidFill>
                <a:latin typeface="Tahoma"/>
                <a:cs typeface="Tahoma"/>
              </a:rPr>
              <a:t> </a:t>
            </a:r>
            <a:r>
              <a:rPr sz="2200" spc="80" dirty="0">
                <a:solidFill>
                  <a:srgbClr val="494949"/>
                </a:solidFill>
                <a:latin typeface="Tahoma"/>
                <a:cs typeface="Tahoma"/>
              </a:rPr>
              <a:t>instead</a:t>
            </a:r>
            <a:r>
              <a:rPr sz="2200" spc="5" dirty="0">
                <a:solidFill>
                  <a:srgbClr val="494949"/>
                </a:solidFill>
                <a:latin typeface="Tahoma"/>
                <a:cs typeface="Tahoma"/>
              </a:rPr>
              <a:t> </a:t>
            </a:r>
            <a:r>
              <a:rPr sz="2200" spc="30" dirty="0">
                <a:solidFill>
                  <a:srgbClr val="494949"/>
                </a:solidFill>
                <a:latin typeface="Tahoma"/>
                <a:cs typeface="Tahoma"/>
              </a:rPr>
              <a:t>we’ll</a:t>
            </a:r>
            <a:r>
              <a:rPr sz="2200" spc="15" dirty="0">
                <a:solidFill>
                  <a:srgbClr val="494949"/>
                </a:solidFill>
                <a:latin typeface="Tahoma"/>
                <a:cs typeface="Tahoma"/>
              </a:rPr>
              <a:t> </a:t>
            </a:r>
            <a:r>
              <a:rPr sz="2200" spc="80" dirty="0">
                <a:solidFill>
                  <a:srgbClr val="494949"/>
                </a:solidFill>
                <a:latin typeface="Tahoma"/>
                <a:cs typeface="Tahoma"/>
              </a:rPr>
              <a:t>only</a:t>
            </a:r>
            <a:r>
              <a:rPr sz="2200" spc="10" dirty="0">
                <a:solidFill>
                  <a:srgbClr val="494949"/>
                </a:solidFill>
                <a:latin typeface="Tahoma"/>
                <a:cs typeface="Tahoma"/>
              </a:rPr>
              <a:t> </a:t>
            </a:r>
            <a:r>
              <a:rPr sz="2200" spc="90" dirty="0">
                <a:solidFill>
                  <a:srgbClr val="494949"/>
                </a:solidFill>
                <a:latin typeface="Tahoma"/>
                <a:cs typeface="Tahoma"/>
              </a:rPr>
              <a:t>use</a:t>
            </a:r>
            <a:r>
              <a:rPr sz="2200" dirty="0">
                <a:solidFill>
                  <a:srgbClr val="494949"/>
                </a:solidFill>
                <a:latin typeface="Tahoma"/>
                <a:cs typeface="Tahoma"/>
              </a:rPr>
              <a:t> </a:t>
            </a:r>
            <a:r>
              <a:rPr sz="2200" spc="65" dirty="0">
                <a:solidFill>
                  <a:srgbClr val="494949"/>
                </a:solidFill>
                <a:latin typeface="Tahoma"/>
                <a:cs typeface="Tahoma"/>
              </a:rPr>
              <a:t>a</a:t>
            </a:r>
            <a:r>
              <a:rPr sz="2200" spc="10" dirty="0">
                <a:solidFill>
                  <a:srgbClr val="494949"/>
                </a:solidFill>
                <a:latin typeface="Tahoma"/>
                <a:cs typeface="Tahoma"/>
              </a:rPr>
              <a:t> </a:t>
            </a:r>
            <a:r>
              <a:rPr sz="2200" spc="114" dirty="0">
                <a:solidFill>
                  <a:srgbClr val="494949"/>
                </a:solidFill>
                <a:latin typeface="Tahoma"/>
                <a:cs typeface="Tahoma"/>
              </a:rPr>
              <a:t>random</a:t>
            </a:r>
            <a:endParaRPr sz="2200">
              <a:latin typeface="Tahoma"/>
              <a:cs typeface="Tahoma"/>
            </a:endParaRPr>
          </a:p>
        </p:txBody>
      </p:sp>
      <p:sp>
        <p:nvSpPr>
          <p:cNvPr id="6" name="object 6"/>
          <p:cNvSpPr txBox="1"/>
          <p:nvPr/>
        </p:nvSpPr>
        <p:spPr>
          <a:xfrm>
            <a:off x="1145539" y="2821431"/>
            <a:ext cx="4196715" cy="361315"/>
          </a:xfrm>
          <a:prstGeom prst="rect">
            <a:avLst/>
          </a:prstGeom>
        </p:spPr>
        <p:txBody>
          <a:bodyPr vert="horz" wrap="square" lIns="0" tIns="12700" rIns="0" bIns="0" rtlCol="0">
            <a:spAutoFit/>
          </a:bodyPr>
          <a:lstStyle/>
          <a:p>
            <a:pPr marL="12700">
              <a:lnSpc>
                <a:spcPct val="100000"/>
              </a:lnSpc>
              <a:spcBef>
                <a:spcPts val="100"/>
              </a:spcBef>
            </a:pPr>
            <a:r>
              <a:rPr sz="2200" spc="80" dirty="0">
                <a:solidFill>
                  <a:srgbClr val="494949"/>
                </a:solidFill>
                <a:latin typeface="Tahoma"/>
                <a:cs typeface="Tahoma"/>
              </a:rPr>
              <a:t>subset</a:t>
            </a:r>
            <a:r>
              <a:rPr sz="2200" spc="-130" dirty="0">
                <a:solidFill>
                  <a:srgbClr val="494949"/>
                </a:solidFill>
                <a:latin typeface="Tahoma"/>
                <a:cs typeface="Tahoma"/>
              </a:rPr>
              <a:t> </a:t>
            </a:r>
            <a:r>
              <a:rPr sz="2200" spc="90" dirty="0">
                <a:solidFill>
                  <a:srgbClr val="494949"/>
                </a:solidFill>
                <a:latin typeface="Tahoma"/>
                <a:cs typeface="Tahoma"/>
              </a:rPr>
              <a:t>of</a:t>
            </a:r>
            <a:r>
              <a:rPr sz="2200" spc="-125" dirty="0">
                <a:solidFill>
                  <a:srgbClr val="494949"/>
                </a:solidFill>
                <a:latin typeface="Tahoma"/>
                <a:cs typeface="Tahoma"/>
              </a:rPr>
              <a:t> </a:t>
            </a:r>
            <a:r>
              <a:rPr sz="2200" spc="70" dirty="0">
                <a:solidFill>
                  <a:srgbClr val="494949"/>
                </a:solidFill>
                <a:latin typeface="Tahoma"/>
                <a:cs typeface="Tahoma"/>
              </a:rPr>
              <a:t>variables</a:t>
            </a:r>
            <a:r>
              <a:rPr sz="2200" spc="-114" dirty="0">
                <a:solidFill>
                  <a:srgbClr val="494949"/>
                </a:solidFill>
                <a:latin typeface="Tahoma"/>
                <a:cs typeface="Tahoma"/>
              </a:rPr>
              <a:t> </a:t>
            </a:r>
            <a:r>
              <a:rPr sz="2200" spc="50" dirty="0">
                <a:solidFill>
                  <a:srgbClr val="494949"/>
                </a:solidFill>
                <a:latin typeface="Tahoma"/>
                <a:cs typeface="Tahoma"/>
              </a:rPr>
              <a:t>at</a:t>
            </a:r>
            <a:r>
              <a:rPr sz="2200" spc="-130" dirty="0">
                <a:solidFill>
                  <a:srgbClr val="494949"/>
                </a:solidFill>
                <a:latin typeface="Tahoma"/>
                <a:cs typeface="Tahoma"/>
              </a:rPr>
              <a:t> </a:t>
            </a:r>
            <a:r>
              <a:rPr sz="2200" spc="70" dirty="0">
                <a:solidFill>
                  <a:srgbClr val="494949"/>
                </a:solidFill>
                <a:latin typeface="Tahoma"/>
                <a:cs typeface="Tahoma"/>
              </a:rPr>
              <a:t>each</a:t>
            </a:r>
            <a:r>
              <a:rPr sz="2200" spc="-120" dirty="0">
                <a:solidFill>
                  <a:srgbClr val="494949"/>
                </a:solidFill>
                <a:latin typeface="Tahoma"/>
                <a:cs typeface="Tahoma"/>
              </a:rPr>
              <a:t> </a:t>
            </a:r>
            <a:r>
              <a:rPr sz="2200" spc="45" dirty="0">
                <a:solidFill>
                  <a:srgbClr val="494949"/>
                </a:solidFill>
                <a:latin typeface="Tahoma"/>
                <a:cs typeface="Tahoma"/>
              </a:rPr>
              <a:t>step.</a:t>
            </a:r>
            <a:endParaRPr sz="2200">
              <a:latin typeface="Tahoma"/>
              <a:cs typeface="Tahoma"/>
            </a:endParaRPr>
          </a:p>
        </p:txBody>
      </p:sp>
      <p:sp>
        <p:nvSpPr>
          <p:cNvPr id="7" name="object 7"/>
          <p:cNvSpPr txBox="1"/>
          <p:nvPr/>
        </p:nvSpPr>
        <p:spPr>
          <a:xfrm>
            <a:off x="916939" y="3182619"/>
            <a:ext cx="10358755" cy="36131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45" dirty="0">
                <a:solidFill>
                  <a:srgbClr val="FF0000"/>
                </a:solidFill>
                <a:latin typeface="Tahoma"/>
                <a:cs typeface="Tahoma"/>
              </a:rPr>
              <a:t>In</a:t>
            </a:r>
            <a:r>
              <a:rPr sz="2200" spc="100" dirty="0">
                <a:solidFill>
                  <a:srgbClr val="FF0000"/>
                </a:solidFill>
                <a:latin typeface="Tahoma"/>
                <a:cs typeface="Tahoma"/>
              </a:rPr>
              <a:t> </a:t>
            </a:r>
            <a:r>
              <a:rPr sz="2200" spc="70" dirty="0">
                <a:solidFill>
                  <a:srgbClr val="FF0000"/>
                </a:solidFill>
                <a:latin typeface="Tahoma"/>
                <a:cs typeface="Tahoma"/>
              </a:rPr>
              <a:t>this</a:t>
            </a:r>
            <a:r>
              <a:rPr sz="2200" spc="110" dirty="0">
                <a:solidFill>
                  <a:srgbClr val="FF0000"/>
                </a:solidFill>
                <a:latin typeface="Tahoma"/>
                <a:cs typeface="Tahoma"/>
              </a:rPr>
              <a:t> </a:t>
            </a:r>
            <a:r>
              <a:rPr sz="2200" spc="60" dirty="0">
                <a:solidFill>
                  <a:srgbClr val="FF0000"/>
                </a:solidFill>
                <a:latin typeface="Tahoma"/>
                <a:cs typeface="Tahoma"/>
              </a:rPr>
              <a:t>example,</a:t>
            </a:r>
            <a:r>
              <a:rPr sz="2200" spc="110" dirty="0">
                <a:solidFill>
                  <a:srgbClr val="FF0000"/>
                </a:solidFill>
                <a:latin typeface="Tahoma"/>
                <a:cs typeface="Tahoma"/>
              </a:rPr>
              <a:t> </a:t>
            </a:r>
            <a:r>
              <a:rPr sz="2200" spc="20" dirty="0">
                <a:solidFill>
                  <a:srgbClr val="FF0000"/>
                </a:solidFill>
                <a:latin typeface="Tahoma"/>
                <a:cs typeface="Tahoma"/>
              </a:rPr>
              <a:t>we’re</a:t>
            </a:r>
            <a:r>
              <a:rPr sz="2200" spc="110" dirty="0">
                <a:solidFill>
                  <a:srgbClr val="FF0000"/>
                </a:solidFill>
                <a:latin typeface="Tahoma"/>
                <a:cs typeface="Tahoma"/>
              </a:rPr>
              <a:t> </a:t>
            </a:r>
            <a:r>
              <a:rPr sz="2200" spc="80" dirty="0">
                <a:solidFill>
                  <a:srgbClr val="FF0000"/>
                </a:solidFill>
                <a:latin typeface="Tahoma"/>
                <a:cs typeface="Tahoma"/>
              </a:rPr>
              <a:t>only</a:t>
            </a:r>
            <a:r>
              <a:rPr sz="2200" spc="114" dirty="0">
                <a:solidFill>
                  <a:srgbClr val="FF0000"/>
                </a:solidFill>
                <a:latin typeface="Tahoma"/>
                <a:cs typeface="Tahoma"/>
              </a:rPr>
              <a:t> </a:t>
            </a:r>
            <a:r>
              <a:rPr sz="2200" spc="55" dirty="0">
                <a:solidFill>
                  <a:srgbClr val="FF0000"/>
                </a:solidFill>
                <a:latin typeface="Tahoma"/>
                <a:cs typeface="Tahoma"/>
              </a:rPr>
              <a:t>going</a:t>
            </a:r>
            <a:r>
              <a:rPr sz="2200" spc="105" dirty="0">
                <a:solidFill>
                  <a:srgbClr val="FF0000"/>
                </a:solidFill>
                <a:latin typeface="Tahoma"/>
                <a:cs typeface="Tahoma"/>
              </a:rPr>
              <a:t> </a:t>
            </a:r>
            <a:r>
              <a:rPr sz="2200" spc="85" dirty="0">
                <a:solidFill>
                  <a:srgbClr val="FF0000"/>
                </a:solidFill>
                <a:latin typeface="Tahoma"/>
                <a:cs typeface="Tahoma"/>
              </a:rPr>
              <a:t>to</a:t>
            </a:r>
            <a:r>
              <a:rPr sz="2200" spc="110" dirty="0">
                <a:solidFill>
                  <a:srgbClr val="FF0000"/>
                </a:solidFill>
                <a:latin typeface="Tahoma"/>
                <a:cs typeface="Tahoma"/>
              </a:rPr>
              <a:t> </a:t>
            </a:r>
            <a:r>
              <a:rPr sz="2200" spc="85" dirty="0">
                <a:solidFill>
                  <a:srgbClr val="FF0000"/>
                </a:solidFill>
                <a:latin typeface="Tahoma"/>
                <a:cs typeface="Tahoma"/>
              </a:rPr>
              <a:t>consider</a:t>
            </a:r>
            <a:r>
              <a:rPr sz="2200" spc="114" dirty="0">
                <a:solidFill>
                  <a:srgbClr val="FF0000"/>
                </a:solidFill>
                <a:latin typeface="Tahoma"/>
                <a:cs typeface="Tahoma"/>
              </a:rPr>
              <a:t> </a:t>
            </a:r>
            <a:r>
              <a:rPr sz="2200" spc="80" dirty="0">
                <a:solidFill>
                  <a:srgbClr val="FF0000"/>
                </a:solidFill>
                <a:latin typeface="Tahoma"/>
                <a:cs typeface="Tahoma"/>
              </a:rPr>
              <a:t>two</a:t>
            </a:r>
            <a:r>
              <a:rPr sz="2200" spc="105" dirty="0">
                <a:solidFill>
                  <a:srgbClr val="FF0000"/>
                </a:solidFill>
                <a:latin typeface="Tahoma"/>
                <a:cs typeface="Tahoma"/>
              </a:rPr>
              <a:t> </a:t>
            </a:r>
            <a:r>
              <a:rPr sz="2200" spc="70" dirty="0">
                <a:solidFill>
                  <a:srgbClr val="FF0000"/>
                </a:solidFill>
                <a:latin typeface="Tahoma"/>
                <a:cs typeface="Tahoma"/>
              </a:rPr>
              <a:t>variables</a:t>
            </a:r>
            <a:r>
              <a:rPr sz="2200" spc="120" dirty="0">
                <a:solidFill>
                  <a:srgbClr val="FF0000"/>
                </a:solidFill>
                <a:latin typeface="Tahoma"/>
                <a:cs typeface="Tahoma"/>
              </a:rPr>
              <a:t> </a:t>
            </a:r>
            <a:r>
              <a:rPr sz="2200" spc="50" dirty="0">
                <a:solidFill>
                  <a:srgbClr val="FF0000"/>
                </a:solidFill>
                <a:latin typeface="Tahoma"/>
                <a:cs typeface="Tahoma"/>
              </a:rPr>
              <a:t>at</a:t>
            </a:r>
            <a:r>
              <a:rPr sz="2200" spc="110" dirty="0">
                <a:solidFill>
                  <a:srgbClr val="FF0000"/>
                </a:solidFill>
                <a:latin typeface="Tahoma"/>
                <a:cs typeface="Tahoma"/>
              </a:rPr>
              <a:t> </a:t>
            </a:r>
            <a:r>
              <a:rPr sz="2200" spc="70" dirty="0">
                <a:solidFill>
                  <a:srgbClr val="FF0000"/>
                </a:solidFill>
                <a:latin typeface="Tahoma"/>
                <a:cs typeface="Tahoma"/>
              </a:rPr>
              <a:t>each</a:t>
            </a:r>
            <a:r>
              <a:rPr sz="2200" spc="105" dirty="0">
                <a:solidFill>
                  <a:srgbClr val="FF0000"/>
                </a:solidFill>
                <a:latin typeface="Tahoma"/>
                <a:cs typeface="Tahoma"/>
              </a:rPr>
              <a:t> </a:t>
            </a:r>
            <a:r>
              <a:rPr sz="2200" spc="45" dirty="0">
                <a:solidFill>
                  <a:srgbClr val="FF0000"/>
                </a:solidFill>
                <a:latin typeface="Tahoma"/>
                <a:cs typeface="Tahoma"/>
              </a:rPr>
              <a:t>step.</a:t>
            </a:r>
            <a:r>
              <a:rPr sz="2200" spc="114" dirty="0">
                <a:solidFill>
                  <a:srgbClr val="FF0000"/>
                </a:solidFill>
                <a:latin typeface="Tahoma"/>
                <a:cs typeface="Tahoma"/>
              </a:rPr>
              <a:t> </a:t>
            </a:r>
            <a:r>
              <a:rPr sz="2200" spc="-10" dirty="0">
                <a:solidFill>
                  <a:srgbClr val="FF0000"/>
                </a:solidFill>
                <a:latin typeface="Tahoma"/>
                <a:cs typeface="Tahoma"/>
              </a:rPr>
              <a:t>So,</a:t>
            </a:r>
            <a:endParaRPr sz="2200" dirty="0">
              <a:solidFill>
                <a:srgbClr val="FF0000"/>
              </a:solidFill>
              <a:latin typeface="Tahoma"/>
              <a:cs typeface="Tahoma"/>
            </a:endParaRPr>
          </a:p>
        </p:txBody>
      </p:sp>
      <p:sp>
        <p:nvSpPr>
          <p:cNvPr id="8" name="object 8"/>
          <p:cNvSpPr txBox="1"/>
          <p:nvPr/>
        </p:nvSpPr>
        <p:spPr>
          <a:xfrm>
            <a:off x="1145539" y="3417316"/>
            <a:ext cx="10128250" cy="361315"/>
          </a:xfrm>
          <a:prstGeom prst="rect">
            <a:avLst/>
          </a:prstGeom>
        </p:spPr>
        <p:txBody>
          <a:bodyPr vert="horz" wrap="square" lIns="0" tIns="12700" rIns="0" bIns="0" rtlCol="0">
            <a:spAutoFit/>
          </a:bodyPr>
          <a:lstStyle/>
          <a:p>
            <a:pPr marL="12700">
              <a:lnSpc>
                <a:spcPct val="100000"/>
              </a:lnSpc>
              <a:spcBef>
                <a:spcPts val="100"/>
              </a:spcBef>
              <a:tabLst>
                <a:tab pos="563880" algn="l"/>
                <a:tab pos="1466215" algn="l"/>
                <a:tab pos="1898014" algn="l"/>
                <a:tab pos="2501900" algn="l"/>
                <a:tab pos="3224530" algn="l"/>
                <a:tab pos="4138929" algn="l"/>
                <a:tab pos="4911090" algn="l"/>
                <a:tab pos="5462905" algn="l"/>
                <a:tab pos="6889115" algn="l"/>
                <a:tab pos="7816215" algn="l"/>
                <a:tab pos="8479155" algn="l"/>
                <a:tab pos="9825990" algn="l"/>
              </a:tabLst>
            </a:pPr>
            <a:r>
              <a:rPr sz="2200" spc="85" dirty="0">
                <a:solidFill>
                  <a:srgbClr val="494949"/>
                </a:solidFill>
                <a:latin typeface="Tahoma"/>
                <a:cs typeface="Tahoma"/>
              </a:rPr>
              <a:t>w</a:t>
            </a:r>
            <a:r>
              <a:rPr sz="2200" spc="65" dirty="0">
                <a:solidFill>
                  <a:srgbClr val="494949"/>
                </a:solidFill>
                <a:latin typeface="Tahoma"/>
                <a:cs typeface="Tahoma"/>
              </a:rPr>
              <a:t>e</a:t>
            </a:r>
            <a:r>
              <a:rPr sz="2200" dirty="0">
                <a:solidFill>
                  <a:srgbClr val="494949"/>
                </a:solidFill>
                <a:latin typeface="Tahoma"/>
                <a:cs typeface="Tahoma"/>
              </a:rPr>
              <a:t>	</a:t>
            </a:r>
            <a:r>
              <a:rPr sz="2200" spc="135" dirty="0">
                <a:solidFill>
                  <a:srgbClr val="494949"/>
                </a:solidFill>
                <a:latin typeface="Tahoma"/>
                <a:cs typeface="Tahoma"/>
              </a:rPr>
              <a:t>b</a:t>
            </a:r>
            <a:r>
              <a:rPr sz="2200" spc="50" dirty="0">
                <a:solidFill>
                  <a:srgbClr val="494949"/>
                </a:solidFill>
                <a:latin typeface="Tahoma"/>
                <a:cs typeface="Tahoma"/>
              </a:rPr>
              <a:t>egi</a:t>
            </a:r>
            <a:r>
              <a:rPr sz="2200" spc="70" dirty="0">
                <a:solidFill>
                  <a:srgbClr val="494949"/>
                </a:solidFill>
                <a:latin typeface="Tahoma"/>
                <a:cs typeface="Tahoma"/>
              </a:rPr>
              <a:t>n</a:t>
            </a:r>
            <a:r>
              <a:rPr sz="2200" dirty="0">
                <a:solidFill>
                  <a:srgbClr val="494949"/>
                </a:solidFill>
                <a:latin typeface="Tahoma"/>
                <a:cs typeface="Tahoma"/>
              </a:rPr>
              <a:t>	</a:t>
            </a:r>
            <a:r>
              <a:rPr sz="2200" spc="60" dirty="0">
                <a:solidFill>
                  <a:srgbClr val="494949"/>
                </a:solidFill>
                <a:latin typeface="Tahoma"/>
                <a:cs typeface="Tahoma"/>
              </a:rPr>
              <a:t>a</a:t>
            </a:r>
            <a:r>
              <a:rPr sz="2200" spc="40" dirty="0">
                <a:solidFill>
                  <a:srgbClr val="494949"/>
                </a:solidFill>
                <a:latin typeface="Tahoma"/>
                <a:cs typeface="Tahoma"/>
              </a:rPr>
              <a:t>t</a:t>
            </a:r>
            <a:r>
              <a:rPr sz="2200" dirty="0">
                <a:solidFill>
                  <a:srgbClr val="494949"/>
                </a:solidFill>
                <a:latin typeface="Tahoma"/>
                <a:cs typeface="Tahoma"/>
              </a:rPr>
              <a:t>	</a:t>
            </a:r>
            <a:r>
              <a:rPr sz="2200" spc="70" dirty="0">
                <a:solidFill>
                  <a:srgbClr val="494949"/>
                </a:solidFill>
                <a:latin typeface="Tahoma"/>
                <a:cs typeface="Tahoma"/>
              </a:rPr>
              <a:t>th</a:t>
            </a:r>
            <a:r>
              <a:rPr sz="2200" spc="90" dirty="0">
                <a:solidFill>
                  <a:srgbClr val="494949"/>
                </a:solidFill>
                <a:latin typeface="Tahoma"/>
                <a:cs typeface="Tahoma"/>
              </a:rPr>
              <a:t>e</a:t>
            </a:r>
            <a:r>
              <a:rPr sz="2200" dirty="0">
                <a:solidFill>
                  <a:srgbClr val="494949"/>
                </a:solidFill>
                <a:latin typeface="Tahoma"/>
                <a:cs typeface="Tahoma"/>
              </a:rPr>
              <a:t>	</a:t>
            </a:r>
            <a:r>
              <a:rPr sz="2200" spc="60" dirty="0">
                <a:solidFill>
                  <a:srgbClr val="494949"/>
                </a:solidFill>
                <a:latin typeface="Tahoma"/>
                <a:cs typeface="Tahoma"/>
              </a:rPr>
              <a:t>r</a:t>
            </a:r>
            <a:r>
              <a:rPr sz="2200" spc="100" dirty="0">
                <a:solidFill>
                  <a:srgbClr val="494949"/>
                </a:solidFill>
                <a:latin typeface="Tahoma"/>
                <a:cs typeface="Tahoma"/>
              </a:rPr>
              <a:t>oot</a:t>
            </a:r>
            <a:r>
              <a:rPr sz="2200" dirty="0">
                <a:solidFill>
                  <a:srgbClr val="494949"/>
                </a:solidFill>
                <a:latin typeface="Tahoma"/>
                <a:cs typeface="Tahoma"/>
              </a:rPr>
              <a:t>	</a:t>
            </a:r>
            <a:r>
              <a:rPr sz="2200" spc="65" dirty="0">
                <a:solidFill>
                  <a:srgbClr val="494949"/>
                </a:solidFill>
                <a:latin typeface="Tahoma"/>
                <a:cs typeface="Tahoma"/>
              </a:rPr>
              <a:t>node,</a:t>
            </a:r>
            <a:r>
              <a:rPr sz="2200" dirty="0">
                <a:solidFill>
                  <a:srgbClr val="494949"/>
                </a:solidFill>
                <a:latin typeface="Tahoma"/>
                <a:cs typeface="Tahoma"/>
              </a:rPr>
              <a:t>	</a:t>
            </a:r>
            <a:r>
              <a:rPr sz="2200" spc="114" dirty="0">
                <a:solidFill>
                  <a:srgbClr val="494949"/>
                </a:solidFill>
                <a:latin typeface="Tahoma"/>
                <a:cs typeface="Tahoma"/>
              </a:rPr>
              <a:t>he</a:t>
            </a:r>
            <a:r>
              <a:rPr sz="2200" spc="35" dirty="0">
                <a:solidFill>
                  <a:srgbClr val="494949"/>
                </a:solidFill>
                <a:latin typeface="Tahoma"/>
                <a:cs typeface="Tahoma"/>
              </a:rPr>
              <a:t>r</a:t>
            </a:r>
            <a:r>
              <a:rPr sz="2200" spc="75" dirty="0">
                <a:solidFill>
                  <a:srgbClr val="494949"/>
                </a:solidFill>
                <a:latin typeface="Tahoma"/>
                <a:cs typeface="Tahoma"/>
              </a:rPr>
              <a:t>e</a:t>
            </a:r>
            <a:r>
              <a:rPr sz="2200" dirty="0">
                <a:solidFill>
                  <a:srgbClr val="494949"/>
                </a:solidFill>
                <a:latin typeface="Tahoma"/>
                <a:cs typeface="Tahoma"/>
              </a:rPr>
              <a:t>	</a:t>
            </a:r>
            <a:r>
              <a:rPr sz="2200" spc="85" dirty="0">
                <a:solidFill>
                  <a:srgbClr val="494949"/>
                </a:solidFill>
                <a:latin typeface="Tahoma"/>
                <a:cs typeface="Tahoma"/>
              </a:rPr>
              <a:t>w</a:t>
            </a:r>
            <a:r>
              <a:rPr sz="2200" spc="65" dirty="0">
                <a:solidFill>
                  <a:srgbClr val="494949"/>
                </a:solidFill>
                <a:latin typeface="Tahoma"/>
                <a:cs typeface="Tahoma"/>
              </a:rPr>
              <a:t>e</a:t>
            </a:r>
            <a:r>
              <a:rPr sz="2200" dirty="0">
                <a:solidFill>
                  <a:srgbClr val="494949"/>
                </a:solidFill>
                <a:latin typeface="Tahoma"/>
                <a:cs typeface="Tahoma"/>
              </a:rPr>
              <a:t>	</a:t>
            </a:r>
            <a:r>
              <a:rPr sz="2200" spc="60" dirty="0">
                <a:solidFill>
                  <a:srgbClr val="494949"/>
                </a:solidFill>
                <a:latin typeface="Tahoma"/>
                <a:cs typeface="Tahoma"/>
              </a:rPr>
              <a:t>r</a:t>
            </a:r>
            <a:r>
              <a:rPr sz="2200" spc="110" dirty="0">
                <a:solidFill>
                  <a:srgbClr val="494949"/>
                </a:solidFill>
                <a:latin typeface="Tahoma"/>
                <a:cs typeface="Tahoma"/>
              </a:rPr>
              <a:t>ando</a:t>
            </a:r>
            <a:r>
              <a:rPr sz="2200" spc="170" dirty="0">
                <a:solidFill>
                  <a:srgbClr val="494949"/>
                </a:solidFill>
                <a:latin typeface="Tahoma"/>
                <a:cs typeface="Tahoma"/>
              </a:rPr>
              <a:t>m</a:t>
            </a:r>
            <a:r>
              <a:rPr sz="2200" spc="50" dirty="0">
                <a:solidFill>
                  <a:srgbClr val="494949"/>
                </a:solidFill>
                <a:latin typeface="Tahoma"/>
                <a:cs typeface="Tahoma"/>
              </a:rPr>
              <a:t>l</a:t>
            </a:r>
            <a:r>
              <a:rPr sz="2200" spc="10" dirty="0">
                <a:solidFill>
                  <a:srgbClr val="494949"/>
                </a:solidFill>
                <a:latin typeface="Tahoma"/>
                <a:cs typeface="Tahoma"/>
              </a:rPr>
              <a:t>y</a:t>
            </a:r>
            <a:r>
              <a:rPr sz="2200" dirty="0">
                <a:solidFill>
                  <a:srgbClr val="494949"/>
                </a:solidFill>
                <a:latin typeface="Tahoma"/>
                <a:cs typeface="Tahoma"/>
              </a:rPr>
              <a:t>	</a:t>
            </a:r>
            <a:r>
              <a:rPr sz="2200" spc="55" dirty="0">
                <a:solidFill>
                  <a:srgbClr val="494949"/>
                </a:solidFill>
                <a:latin typeface="Tahoma"/>
                <a:cs typeface="Tahoma"/>
              </a:rPr>
              <a:t>selec</a:t>
            </a:r>
            <a:r>
              <a:rPr sz="2200" spc="45" dirty="0">
                <a:solidFill>
                  <a:srgbClr val="494949"/>
                </a:solidFill>
                <a:latin typeface="Tahoma"/>
                <a:cs typeface="Tahoma"/>
              </a:rPr>
              <a:t>t</a:t>
            </a:r>
            <a:r>
              <a:rPr sz="2200" dirty="0">
                <a:solidFill>
                  <a:srgbClr val="494949"/>
                </a:solidFill>
                <a:latin typeface="Tahoma"/>
                <a:cs typeface="Tahoma"/>
              </a:rPr>
              <a:t>	</a:t>
            </a:r>
            <a:r>
              <a:rPr sz="2200" spc="80" dirty="0">
                <a:solidFill>
                  <a:srgbClr val="494949"/>
                </a:solidFill>
                <a:latin typeface="Tahoma"/>
                <a:cs typeface="Tahoma"/>
              </a:rPr>
              <a:t>tw</a:t>
            </a:r>
            <a:r>
              <a:rPr sz="2200" spc="85" dirty="0">
                <a:solidFill>
                  <a:srgbClr val="494949"/>
                </a:solidFill>
                <a:latin typeface="Tahoma"/>
                <a:cs typeface="Tahoma"/>
              </a:rPr>
              <a:t>o</a:t>
            </a:r>
            <a:r>
              <a:rPr sz="2200" dirty="0">
                <a:solidFill>
                  <a:srgbClr val="494949"/>
                </a:solidFill>
                <a:latin typeface="Tahoma"/>
                <a:cs typeface="Tahoma"/>
              </a:rPr>
              <a:t>	</a:t>
            </a:r>
            <a:r>
              <a:rPr sz="2200" spc="65" dirty="0">
                <a:solidFill>
                  <a:srgbClr val="494949"/>
                </a:solidFill>
                <a:latin typeface="Tahoma"/>
                <a:cs typeface="Tahoma"/>
              </a:rPr>
              <a:t>var</a:t>
            </a:r>
            <a:r>
              <a:rPr sz="2200" spc="35" dirty="0">
                <a:solidFill>
                  <a:srgbClr val="494949"/>
                </a:solidFill>
                <a:latin typeface="Tahoma"/>
                <a:cs typeface="Tahoma"/>
              </a:rPr>
              <a:t>i</a:t>
            </a:r>
            <a:r>
              <a:rPr sz="2200" spc="75" dirty="0">
                <a:solidFill>
                  <a:srgbClr val="494949"/>
                </a:solidFill>
                <a:latin typeface="Tahoma"/>
                <a:cs typeface="Tahoma"/>
              </a:rPr>
              <a:t>ables</a:t>
            </a:r>
            <a:r>
              <a:rPr sz="2200" dirty="0">
                <a:solidFill>
                  <a:srgbClr val="494949"/>
                </a:solidFill>
                <a:latin typeface="Tahoma"/>
                <a:cs typeface="Tahoma"/>
              </a:rPr>
              <a:t>	</a:t>
            </a:r>
            <a:r>
              <a:rPr sz="2200" spc="60" dirty="0">
                <a:solidFill>
                  <a:srgbClr val="494949"/>
                </a:solidFill>
                <a:latin typeface="Tahoma"/>
                <a:cs typeface="Tahoma"/>
              </a:rPr>
              <a:t>as</a:t>
            </a:r>
            <a:endParaRPr sz="2200">
              <a:latin typeface="Tahoma"/>
              <a:cs typeface="Tahoma"/>
            </a:endParaRPr>
          </a:p>
        </p:txBody>
      </p:sp>
      <p:sp>
        <p:nvSpPr>
          <p:cNvPr id="9" name="object 9"/>
          <p:cNvSpPr txBox="1"/>
          <p:nvPr/>
        </p:nvSpPr>
        <p:spPr>
          <a:xfrm>
            <a:off x="1145539" y="3652011"/>
            <a:ext cx="3829685" cy="361315"/>
          </a:xfrm>
          <a:prstGeom prst="rect">
            <a:avLst/>
          </a:prstGeom>
        </p:spPr>
        <p:txBody>
          <a:bodyPr vert="horz" wrap="square" lIns="0" tIns="12700" rIns="0" bIns="0" rtlCol="0">
            <a:spAutoFit/>
          </a:bodyPr>
          <a:lstStyle/>
          <a:p>
            <a:pPr marL="12700">
              <a:lnSpc>
                <a:spcPct val="100000"/>
              </a:lnSpc>
              <a:spcBef>
                <a:spcPts val="100"/>
              </a:spcBef>
            </a:pPr>
            <a:r>
              <a:rPr sz="2200" spc="75" dirty="0">
                <a:solidFill>
                  <a:srgbClr val="494949"/>
                </a:solidFill>
                <a:latin typeface="Tahoma"/>
                <a:cs typeface="Tahoma"/>
              </a:rPr>
              <a:t>candidates</a:t>
            </a:r>
            <a:r>
              <a:rPr sz="2200" spc="-120" dirty="0">
                <a:solidFill>
                  <a:srgbClr val="494949"/>
                </a:solidFill>
                <a:latin typeface="Tahoma"/>
                <a:cs typeface="Tahoma"/>
              </a:rPr>
              <a:t> </a:t>
            </a:r>
            <a:r>
              <a:rPr sz="2200" spc="95" dirty="0">
                <a:solidFill>
                  <a:srgbClr val="494949"/>
                </a:solidFill>
                <a:latin typeface="Tahoma"/>
                <a:cs typeface="Tahoma"/>
              </a:rPr>
              <a:t>for</a:t>
            </a:r>
            <a:r>
              <a:rPr sz="2200" spc="-125" dirty="0">
                <a:solidFill>
                  <a:srgbClr val="494949"/>
                </a:solidFill>
                <a:latin typeface="Tahoma"/>
                <a:cs typeface="Tahoma"/>
              </a:rPr>
              <a:t> </a:t>
            </a:r>
            <a:r>
              <a:rPr sz="2200" spc="75" dirty="0">
                <a:solidFill>
                  <a:srgbClr val="494949"/>
                </a:solidFill>
                <a:latin typeface="Tahoma"/>
                <a:cs typeface="Tahoma"/>
              </a:rPr>
              <a:t>the</a:t>
            </a:r>
            <a:r>
              <a:rPr sz="2200" spc="-130" dirty="0">
                <a:solidFill>
                  <a:srgbClr val="494949"/>
                </a:solidFill>
                <a:latin typeface="Tahoma"/>
                <a:cs typeface="Tahoma"/>
              </a:rPr>
              <a:t> </a:t>
            </a:r>
            <a:r>
              <a:rPr sz="2200" spc="90" dirty="0">
                <a:solidFill>
                  <a:srgbClr val="494949"/>
                </a:solidFill>
                <a:latin typeface="Tahoma"/>
                <a:cs typeface="Tahoma"/>
              </a:rPr>
              <a:t>root</a:t>
            </a:r>
            <a:r>
              <a:rPr sz="2200" spc="-135" dirty="0">
                <a:solidFill>
                  <a:srgbClr val="494949"/>
                </a:solidFill>
                <a:latin typeface="Tahoma"/>
                <a:cs typeface="Tahoma"/>
              </a:rPr>
              <a:t> </a:t>
            </a:r>
            <a:r>
              <a:rPr sz="2200" spc="75" dirty="0">
                <a:solidFill>
                  <a:srgbClr val="494949"/>
                </a:solidFill>
                <a:latin typeface="Tahoma"/>
                <a:cs typeface="Tahoma"/>
              </a:rPr>
              <a:t>node.</a:t>
            </a:r>
            <a:endParaRPr sz="2200">
              <a:latin typeface="Tahoma"/>
              <a:cs typeface="Tahoma"/>
            </a:endParaRPr>
          </a:p>
        </p:txBody>
      </p:sp>
      <p:sp>
        <p:nvSpPr>
          <p:cNvPr id="10" name="object 10"/>
          <p:cNvSpPr txBox="1"/>
          <p:nvPr/>
        </p:nvSpPr>
        <p:spPr>
          <a:xfrm>
            <a:off x="916939" y="4013961"/>
            <a:ext cx="10357485" cy="36131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 pos="991235" algn="l"/>
                <a:tab pos="1593215" algn="l"/>
                <a:tab pos="2138680" algn="l"/>
                <a:tab pos="3389629" algn="l"/>
                <a:tab pos="4322445" algn="l"/>
                <a:tab pos="5090160" algn="l"/>
                <a:tab pos="5758815" algn="l"/>
                <a:tab pos="6953250" algn="l"/>
                <a:tab pos="8202295" algn="l"/>
                <a:tab pos="8861425" algn="l"/>
                <a:tab pos="9295765" algn="l"/>
                <a:tab pos="10184130" algn="l"/>
              </a:tabLst>
            </a:pPr>
            <a:r>
              <a:rPr sz="2200" spc="55" dirty="0">
                <a:solidFill>
                  <a:srgbClr val="494949"/>
                </a:solidFill>
                <a:latin typeface="Tahoma"/>
                <a:cs typeface="Tahoma"/>
              </a:rPr>
              <a:t>Le</a:t>
            </a:r>
            <a:r>
              <a:rPr sz="2200" spc="75" dirty="0">
                <a:solidFill>
                  <a:srgbClr val="494949"/>
                </a:solidFill>
                <a:latin typeface="Tahoma"/>
                <a:cs typeface="Tahoma"/>
              </a:rPr>
              <a:t>t</a:t>
            </a:r>
            <a:r>
              <a:rPr sz="2200" spc="-160" dirty="0">
                <a:solidFill>
                  <a:srgbClr val="494949"/>
                </a:solidFill>
                <a:latin typeface="Tahoma"/>
                <a:cs typeface="Tahoma"/>
              </a:rPr>
              <a:t>’</a:t>
            </a:r>
            <a:r>
              <a:rPr sz="2200" spc="65" dirty="0">
                <a:solidFill>
                  <a:srgbClr val="494949"/>
                </a:solidFill>
                <a:latin typeface="Tahoma"/>
                <a:cs typeface="Tahoma"/>
              </a:rPr>
              <a:t>s</a:t>
            </a:r>
            <a:r>
              <a:rPr sz="2200" dirty="0">
                <a:solidFill>
                  <a:srgbClr val="494949"/>
                </a:solidFill>
                <a:latin typeface="Tahoma"/>
                <a:cs typeface="Tahoma"/>
              </a:rPr>
              <a:t>	</a:t>
            </a:r>
            <a:r>
              <a:rPr sz="2200" spc="45" dirty="0">
                <a:solidFill>
                  <a:srgbClr val="494949"/>
                </a:solidFill>
                <a:latin typeface="Tahoma"/>
                <a:cs typeface="Tahoma"/>
              </a:rPr>
              <a:t>sa</a:t>
            </a:r>
            <a:r>
              <a:rPr sz="2200" spc="50" dirty="0">
                <a:solidFill>
                  <a:srgbClr val="494949"/>
                </a:solidFill>
                <a:latin typeface="Tahoma"/>
                <a:cs typeface="Tahoma"/>
              </a:rPr>
              <a:t>y</a:t>
            </a:r>
            <a:r>
              <a:rPr sz="2200" dirty="0">
                <a:solidFill>
                  <a:srgbClr val="494949"/>
                </a:solidFill>
                <a:latin typeface="Tahoma"/>
                <a:cs typeface="Tahoma"/>
              </a:rPr>
              <a:t>	</a:t>
            </a:r>
            <a:r>
              <a:rPr sz="2200" spc="85" dirty="0">
                <a:solidFill>
                  <a:srgbClr val="494949"/>
                </a:solidFill>
                <a:latin typeface="Tahoma"/>
                <a:cs typeface="Tahoma"/>
              </a:rPr>
              <a:t>w</a:t>
            </a:r>
            <a:r>
              <a:rPr sz="2200" spc="65" dirty="0">
                <a:solidFill>
                  <a:srgbClr val="494949"/>
                </a:solidFill>
                <a:latin typeface="Tahoma"/>
                <a:cs typeface="Tahoma"/>
              </a:rPr>
              <a:t>e</a:t>
            </a:r>
            <a:r>
              <a:rPr sz="2200" dirty="0">
                <a:solidFill>
                  <a:srgbClr val="494949"/>
                </a:solidFill>
                <a:latin typeface="Tahoma"/>
                <a:cs typeface="Tahoma"/>
              </a:rPr>
              <a:t>	</a:t>
            </a:r>
            <a:r>
              <a:rPr sz="2200" spc="75" dirty="0">
                <a:solidFill>
                  <a:srgbClr val="494949"/>
                </a:solidFill>
                <a:latin typeface="Tahoma"/>
                <a:cs typeface="Tahoma"/>
              </a:rPr>
              <a:t>se</a:t>
            </a:r>
            <a:r>
              <a:rPr sz="2200" spc="35" dirty="0">
                <a:solidFill>
                  <a:srgbClr val="494949"/>
                </a:solidFill>
                <a:latin typeface="Tahoma"/>
                <a:cs typeface="Tahoma"/>
              </a:rPr>
              <a:t>l</a:t>
            </a:r>
            <a:r>
              <a:rPr sz="2200" spc="45" dirty="0">
                <a:solidFill>
                  <a:srgbClr val="494949"/>
                </a:solidFill>
                <a:latin typeface="Tahoma"/>
                <a:cs typeface="Tahoma"/>
              </a:rPr>
              <a:t>ect</a:t>
            </a:r>
            <a:r>
              <a:rPr sz="2200" spc="70" dirty="0">
                <a:solidFill>
                  <a:srgbClr val="494949"/>
                </a:solidFill>
                <a:latin typeface="Tahoma"/>
                <a:cs typeface="Tahoma"/>
              </a:rPr>
              <a:t>e</a:t>
            </a:r>
            <a:r>
              <a:rPr sz="2200" spc="130" dirty="0">
                <a:solidFill>
                  <a:srgbClr val="494949"/>
                </a:solidFill>
                <a:latin typeface="Tahoma"/>
                <a:cs typeface="Tahoma"/>
              </a:rPr>
              <a:t>d</a:t>
            </a:r>
            <a:r>
              <a:rPr sz="2200" dirty="0">
                <a:solidFill>
                  <a:srgbClr val="494949"/>
                </a:solidFill>
                <a:latin typeface="Tahoma"/>
                <a:cs typeface="Tahoma"/>
              </a:rPr>
              <a:t>	</a:t>
            </a:r>
            <a:r>
              <a:rPr sz="2200" spc="114" dirty="0">
                <a:solidFill>
                  <a:srgbClr val="494949"/>
                </a:solidFill>
                <a:latin typeface="Tahoma"/>
                <a:cs typeface="Tahoma"/>
              </a:rPr>
              <a:t>Blood</a:t>
            </a:r>
            <a:r>
              <a:rPr sz="2200" dirty="0">
                <a:solidFill>
                  <a:srgbClr val="494949"/>
                </a:solidFill>
                <a:latin typeface="Tahoma"/>
                <a:cs typeface="Tahoma"/>
              </a:rPr>
              <a:t>	</a:t>
            </a:r>
            <a:r>
              <a:rPr sz="2200" spc="25" dirty="0">
                <a:solidFill>
                  <a:srgbClr val="494949"/>
                </a:solidFill>
                <a:latin typeface="Tahoma"/>
                <a:cs typeface="Tahoma"/>
              </a:rPr>
              <a:t>F</a:t>
            </a:r>
            <a:r>
              <a:rPr sz="2200" spc="10" dirty="0">
                <a:solidFill>
                  <a:srgbClr val="494949"/>
                </a:solidFill>
                <a:latin typeface="Tahoma"/>
                <a:cs typeface="Tahoma"/>
              </a:rPr>
              <a:t>l</a:t>
            </a:r>
            <a:r>
              <a:rPr sz="2200" spc="95" dirty="0">
                <a:solidFill>
                  <a:srgbClr val="494949"/>
                </a:solidFill>
                <a:latin typeface="Tahoma"/>
                <a:cs typeface="Tahoma"/>
              </a:rPr>
              <a:t>o</a:t>
            </a:r>
            <a:r>
              <a:rPr sz="2200" spc="80" dirty="0">
                <a:solidFill>
                  <a:srgbClr val="494949"/>
                </a:solidFill>
                <a:latin typeface="Tahoma"/>
                <a:cs typeface="Tahoma"/>
              </a:rPr>
              <a:t>w</a:t>
            </a:r>
            <a:r>
              <a:rPr sz="2200" dirty="0">
                <a:solidFill>
                  <a:srgbClr val="494949"/>
                </a:solidFill>
                <a:latin typeface="Tahoma"/>
                <a:cs typeface="Tahoma"/>
              </a:rPr>
              <a:t>	</a:t>
            </a:r>
            <a:r>
              <a:rPr sz="2200" spc="100" dirty="0">
                <a:solidFill>
                  <a:srgbClr val="494949"/>
                </a:solidFill>
                <a:latin typeface="Tahoma"/>
                <a:cs typeface="Tahoma"/>
              </a:rPr>
              <a:t>an</a:t>
            </a:r>
            <a:r>
              <a:rPr sz="2200" spc="110" dirty="0">
                <a:solidFill>
                  <a:srgbClr val="494949"/>
                </a:solidFill>
                <a:latin typeface="Tahoma"/>
                <a:cs typeface="Tahoma"/>
              </a:rPr>
              <a:t>d</a:t>
            </a:r>
            <a:r>
              <a:rPr sz="2200" dirty="0">
                <a:solidFill>
                  <a:srgbClr val="494949"/>
                </a:solidFill>
                <a:latin typeface="Tahoma"/>
                <a:cs typeface="Tahoma"/>
              </a:rPr>
              <a:t>	</a:t>
            </a:r>
            <a:r>
              <a:rPr sz="2200" spc="130" dirty="0">
                <a:solidFill>
                  <a:srgbClr val="494949"/>
                </a:solidFill>
                <a:latin typeface="Tahoma"/>
                <a:cs typeface="Tahoma"/>
              </a:rPr>
              <a:t>B</a:t>
            </a:r>
            <a:r>
              <a:rPr sz="2200" spc="55" dirty="0">
                <a:solidFill>
                  <a:srgbClr val="494949"/>
                </a:solidFill>
                <a:latin typeface="Tahoma"/>
                <a:cs typeface="Tahoma"/>
              </a:rPr>
              <a:t>l</a:t>
            </a:r>
            <a:r>
              <a:rPr sz="2200" spc="75" dirty="0">
                <a:solidFill>
                  <a:srgbClr val="494949"/>
                </a:solidFill>
                <a:latin typeface="Tahoma"/>
                <a:cs typeface="Tahoma"/>
              </a:rPr>
              <a:t>oc</a:t>
            </a:r>
            <a:r>
              <a:rPr sz="2200" spc="25" dirty="0">
                <a:solidFill>
                  <a:srgbClr val="494949"/>
                </a:solidFill>
                <a:latin typeface="Tahoma"/>
                <a:cs typeface="Tahoma"/>
              </a:rPr>
              <a:t>k</a:t>
            </a:r>
            <a:r>
              <a:rPr sz="2200" spc="95" dirty="0">
                <a:solidFill>
                  <a:srgbClr val="494949"/>
                </a:solidFill>
                <a:latin typeface="Tahoma"/>
                <a:cs typeface="Tahoma"/>
              </a:rPr>
              <a:t>e</a:t>
            </a:r>
            <a:r>
              <a:rPr sz="2200" spc="105" dirty="0">
                <a:solidFill>
                  <a:srgbClr val="494949"/>
                </a:solidFill>
                <a:latin typeface="Tahoma"/>
                <a:cs typeface="Tahoma"/>
              </a:rPr>
              <a:t>d</a:t>
            </a:r>
            <a:r>
              <a:rPr sz="2200" dirty="0">
                <a:solidFill>
                  <a:srgbClr val="494949"/>
                </a:solidFill>
                <a:latin typeface="Tahoma"/>
                <a:cs typeface="Tahoma"/>
              </a:rPr>
              <a:t>	</a:t>
            </a:r>
            <a:r>
              <a:rPr sz="2200" spc="60" dirty="0">
                <a:solidFill>
                  <a:srgbClr val="494949"/>
                </a:solidFill>
                <a:latin typeface="Tahoma"/>
                <a:cs typeface="Tahoma"/>
              </a:rPr>
              <a:t>art</a:t>
            </a:r>
            <a:r>
              <a:rPr sz="2200" spc="90" dirty="0">
                <a:solidFill>
                  <a:srgbClr val="494949"/>
                </a:solidFill>
                <a:latin typeface="Tahoma"/>
                <a:cs typeface="Tahoma"/>
              </a:rPr>
              <a:t>e</a:t>
            </a:r>
            <a:r>
              <a:rPr sz="2200" spc="65" dirty="0">
                <a:solidFill>
                  <a:srgbClr val="494949"/>
                </a:solidFill>
                <a:latin typeface="Tahoma"/>
                <a:cs typeface="Tahoma"/>
              </a:rPr>
              <a:t>rie</a:t>
            </a:r>
            <a:r>
              <a:rPr sz="2200" spc="90" dirty="0">
                <a:solidFill>
                  <a:srgbClr val="494949"/>
                </a:solidFill>
                <a:latin typeface="Tahoma"/>
                <a:cs typeface="Tahoma"/>
              </a:rPr>
              <a:t>s</a:t>
            </a:r>
            <a:r>
              <a:rPr sz="2200" spc="-80" dirty="0">
                <a:solidFill>
                  <a:srgbClr val="494949"/>
                </a:solidFill>
                <a:latin typeface="Tahoma"/>
                <a:cs typeface="Tahoma"/>
              </a:rPr>
              <a:t>.</a:t>
            </a:r>
            <a:r>
              <a:rPr sz="2200" dirty="0">
                <a:solidFill>
                  <a:srgbClr val="494949"/>
                </a:solidFill>
                <a:latin typeface="Tahoma"/>
                <a:cs typeface="Tahoma"/>
              </a:rPr>
              <a:t>	</a:t>
            </a:r>
            <a:r>
              <a:rPr sz="2200" spc="105" dirty="0">
                <a:solidFill>
                  <a:srgbClr val="494949"/>
                </a:solidFill>
                <a:latin typeface="Tahoma"/>
                <a:cs typeface="Tahoma"/>
              </a:rPr>
              <a:t>Out</a:t>
            </a:r>
            <a:r>
              <a:rPr sz="2200" dirty="0">
                <a:solidFill>
                  <a:srgbClr val="494949"/>
                </a:solidFill>
                <a:latin typeface="Tahoma"/>
                <a:cs typeface="Tahoma"/>
              </a:rPr>
              <a:t>	</a:t>
            </a:r>
            <a:r>
              <a:rPr sz="2200" spc="90" dirty="0">
                <a:solidFill>
                  <a:srgbClr val="494949"/>
                </a:solidFill>
                <a:latin typeface="Tahoma"/>
                <a:cs typeface="Tahoma"/>
              </a:rPr>
              <a:t>of</a:t>
            </a:r>
            <a:r>
              <a:rPr sz="2200" dirty="0">
                <a:solidFill>
                  <a:srgbClr val="494949"/>
                </a:solidFill>
                <a:latin typeface="Tahoma"/>
                <a:cs typeface="Tahoma"/>
              </a:rPr>
              <a:t>	</a:t>
            </a:r>
            <a:r>
              <a:rPr sz="2200" spc="70" dirty="0">
                <a:solidFill>
                  <a:srgbClr val="494949"/>
                </a:solidFill>
                <a:latin typeface="Tahoma"/>
                <a:cs typeface="Tahoma"/>
              </a:rPr>
              <a:t>thes</a:t>
            </a:r>
            <a:r>
              <a:rPr sz="2200" spc="85" dirty="0">
                <a:solidFill>
                  <a:srgbClr val="494949"/>
                </a:solidFill>
                <a:latin typeface="Tahoma"/>
                <a:cs typeface="Tahoma"/>
              </a:rPr>
              <a:t>e</a:t>
            </a:r>
            <a:r>
              <a:rPr sz="2200" dirty="0">
                <a:solidFill>
                  <a:srgbClr val="494949"/>
                </a:solidFill>
                <a:latin typeface="Tahoma"/>
                <a:cs typeface="Tahoma"/>
              </a:rPr>
              <a:t>	</a:t>
            </a:r>
            <a:r>
              <a:rPr sz="2200" spc="55" dirty="0">
                <a:solidFill>
                  <a:srgbClr val="494949"/>
                </a:solidFill>
                <a:latin typeface="Tahoma"/>
                <a:cs typeface="Tahoma"/>
              </a:rPr>
              <a:t>2</a:t>
            </a:r>
            <a:endParaRPr sz="2200">
              <a:latin typeface="Tahoma"/>
              <a:cs typeface="Tahoma"/>
            </a:endParaRPr>
          </a:p>
        </p:txBody>
      </p:sp>
      <p:sp>
        <p:nvSpPr>
          <p:cNvPr id="11" name="object 11"/>
          <p:cNvSpPr txBox="1"/>
          <p:nvPr/>
        </p:nvSpPr>
        <p:spPr>
          <a:xfrm>
            <a:off x="1145539" y="4248658"/>
            <a:ext cx="10129520" cy="361315"/>
          </a:xfrm>
          <a:prstGeom prst="rect">
            <a:avLst/>
          </a:prstGeom>
        </p:spPr>
        <p:txBody>
          <a:bodyPr vert="horz" wrap="square" lIns="0" tIns="12700" rIns="0" bIns="0" rtlCol="0">
            <a:spAutoFit/>
          </a:bodyPr>
          <a:lstStyle/>
          <a:p>
            <a:pPr marL="12700">
              <a:lnSpc>
                <a:spcPct val="100000"/>
              </a:lnSpc>
              <a:spcBef>
                <a:spcPts val="100"/>
              </a:spcBef>
            </a:pPr>
            <a:r>
              <a:rPr sz="2200" spc="50" dirty="0">
                <a:solidFill>
                  <a:srgbClr val="494949"/>
                </a:solidFill>
                <a:latin typeface="Tahoma"/>
                <a:cs typeface="Tahoma"/>
              </a:rPr>
              <a:t>variables,</a:t>
            </a:r>
            <a:r>
              <a:rPr sz="2200" spc="120" dirty="0">
                <a:solidFill>
                  <a:srgbClr val="494949"/>
                </a:solidFill>
                <a:latin typeface="Tahoma"/>
                <a:cs typeface="Tahoma"/>
              </a:rPr>
              <a:t> </a:t>
            </a:r>
            <a:r>
              <a:rPr sz="2200" spc="75" dirty="0">
                <a:solidFill>
                  <a:srgbClr val="494949"/>
                </a:solidFill>
                <a:latin typeface="Tahoma"/>
                <a:cs typeface="Tahoma"/>
              </a:rPr>
              <a:t>we</a:t>
            </a:r>
            <a:r>
              <a:rPr sz="2200" spc="114" dirty="0">
                <a:solidFill>
                  <a:srgbClr val="494949"/>
                </a:solidFill>
                <a:latin typeface="Tahoma"/>
                <a:cs typeface="Tahoma"/>
              </a:rPr>
              <a:t> </a:t>
            </a:r>
            <a:r>
              <a:rPr sz="2200" spc="105" dirty="0">
                <a:solidFill>
                  <a:srgbClr val="494949"/>
                </a:solidFill>
                <a:latin typeface="Tahoma"/>
                <a:cs typeface="Tahoma"/>
              </a:rPr>
              <a:t>must</a:t>
            </a:r>
            <a:r>
              <a:rPr sz="2200" spc="120" dirty="0">
                <a:solidFill>
                  <a:srgbClr val="494949"/>
                </a:solidFill>
                <a:latin typeface="Tahoma"/>
                <a:cs typeface="Tahoma"/>
              </a:rPr>
              <a:t> </a:t>
            </a:r>
            <a:r>
              <a:rPr sz="2200" spc="95" dirty="0">
                <a:solidFill>
                  <a:srgbClr val="494949"/>
                </a:solidFill>
                <a:latin typeface="Tahoma"/>
                <a:cs typeface="Tahoma"/>
              </a:rPr>
              <a:t>now</a:t>
            </a:r>
            <a:r>
              <a:rPr sz="2200" spc="105" dirty="0">
                <a:solidFill>
                  <a:srgbClr val="494949"/>
                </a:solidFill>
                <a:latin typeface="Tahoma"/>
                <a:cs typeface="Tahoma"/>
              </a:rPr>
              <a:t> </a:t>
            </a:r>
            <a:r>
              <a:rPr sz="2200" spc="50" dirty="0">
                <a:solidFill>
                  <a:srgbClr val="494949"/>
                </a:solidFill>
                <a:latin typeface="Tahoma"/>
                <a:cs typeface="Tahoma"/>
              </a:rPr>
              <a:t>select</a:t>
            </a:r>
            <a:r>
              <a:rPr sz="2200" spc="114" dirty="0">
                <a:solidFill>
                  <a:srgbClr val="494949"/>
                </a:solidFill>
                <a:latin typeface="Tahoma"/>
                <a:cs typeface="Tahoma"/>
              </a:rPr>
              <a:t> </a:t>
            </a:r>
            <a:r>
              <a:rPr sz="2200" spc="75" dirty="0">
                <a:solidFill>
                  <a:srgbClr val="494949"/>
                </a:solidFill>
                <a:latin typeface="Tahoma"/>
                <a:cs typeface="Tahoma"/>
              </a:rPr>
              <a:t>the</a:t>
            </a:r>
            <a:r>
              <a:rPr sz="2200" spc="114" dirty="0">
                <a:solidFill>
                  <a:srgbClr val="494949"/>
                </a:solidFill>
                <a:latin typeface="Tahoma"/>
                <a:cs typeface="Tahoma"/>
              </a:rPr>
              <a:t> </a:t>
            </a:r>
            <a:r>
              <a:rPr sz="2200" spc="70" dirty="0">
                <a:solidFill>
                  <a:srgbClr val="494949"/>
                </a:solidFill>
                <a:latin typeface="Tahoma"/>
                <a:cs typeface="Tahoma"/>
              </a:rPr>
              <a:t>variable</a:t>
            </a:r>
            <a:r>
              <a:rPr sz="2200" spc="120" dirty="0">
                <a:solidFill>
                  <a:srgbClr val="494949"/>
                </a:solidFill>
                <a:latin typeface="Tahoma"/>
                <a:cs typeface="Tahoma"/>
              </a:rPr>
              <a:t> </a:t>
            </a:r>
            <a:r>
              <a:rPr sz="2200" spc="65" dirty="0">
                <a:solidFill>
                  <a:srgbClr val="494949"/>
                </a:solidFill>
                <a:latin typeface="Tahoma"/>
                <a:cs typeface="Tahoma"/>
              </a:rPr>
              <a:t>that</a:t>
            </a:r>
            <a:r>
              <a:rPr sz="2200" spc="110" dirty="0">
                <a:solidFill>
                  <a:srgbClr val="494949"/>
                </a:solidFill>
                <a:latin typeface="Tahoma"/>
                <a:cs typeface="Tahoma"/>
              </a:rPr>
              <a:t> </a:t>
            </a:r>
            <a:r>
              <a:rPr sz="2200" spc="80" dirty="0">
                <a:solidFill>
                  <a:srgbClr val="494949"/>
                </a:solidFill>
                <a:latin typeface="Tahoma"/>
                <a:cs typeface="Tahoma"/>
              </a:rPr>
              <a:t>best</a:t>
            </a:r>
            <a:r>
              <a:rPr sz="2200" spc="114" dirty="0">
                <a:solidFill>
                  <a:srgbClr val="494949"/>
                </a:solidFill>
                <a:latin typeface="Tahoma"/>
                <a:cs typeface="Tahoma"/>
              </a:rPr>
              <a:t> </a:t>
            </a:r>
            <a:r>
              <a:rPr sz="2200" spc="70" dirty="0">
                <a:solidFill>
                  <a:srgbClr val="494949"/>
                </a:solidFill>
                <a:latin typeface="Tahoma"/>
                <a:cs typeface="Tahoma"/>
              </a:rPr>
              <a:t>separates</a:t>
            </a:r>
            <a:r>
              <a:rPr sz="2200" spc="114" dirty="0">
                <a:solidFill>
                  <a:srgbClr val="494949"/>
                </a:solidFill>
                <a:latin typeface="Tahoma"/>
                <a:cs typeface="Tahoma"/>
              </a:rPr>
              <a:t> </a:t>
            </a:r>
            <a:r>
              <a:rPr sz="2200" spc="75" dirty="0">
                <a:solidFill>
                  <a:srgbClr val="494949"/>
                </a:solidFill>
                <a:latin typeface="Tahoma"/>
                <a:cs typeface="Tahoma"/>
              </a:rPr>
              <a:t>the</a:t>
            </a:r>
            <a:r>
              <a:rPr sz="2200" spc="110" dirty="0">
                <a:solidFill>
                  <a:srgbClr val="494949"/>
                </a:solidFill>
                <a:latin typeface="Tahoma"/>
                <a:cs typeface="Tahoma"/>
              </a:rPr>
              <a:t> </a:t>
            </a:r>
            <a:r>
              <a:rPr sz="2200" spc="70" dirty="0">
                <a:solidFill>
                  <a:srgbClr val="494949"/>
                </a:solidFill>
                <a:latin typeface="Tahoma"/>
                <a:cs typeface="Tahoma"/>
              </a:rPr>
              <a:t>samples.</a:t>
            </a:r>
            <a:endParaRPr sz="2200">
              <a:latin typeface="Tahoma"/>
              <a:cs typeface="Tahoma"/>
            </a:endParaRPr>
          </a:p>
        </p:txBody>
      </p:sp>
      <p:sp>
        <p:nvSpPr>
          <p:cNvPr id="12" name="object 12"/>
          <p:cNvSpPr txBox="1"/>
          <p:nvPr/>
        </p:nvSpPr>
        <p:spPr>
          <a:xfrm>
            <a:off x="1145539" y="4483353"/>
            <a:ext cx="10128250" cy="361315"/>
          </a:xfrm>
          <a:prstGeom prst="rect">
            <a:avLst/>
          </a:prstGeom>
        </p:spPr>
        <p:txBody>
          <a:bodyPr vert="horz" wrap="square" lIns="0" tIns="12700" rIns="0" bIns="0" rtlCol="0">
            <a:spAutoFit/>
          </a:bodyPr>
          <a:lstStyle/>
          <a:p>
            <a:pPr marL="12700">
              <a:lnSpc>
                <a:spcPct val="100000"/>
              </a:lnSpc>
              <a:spcBef>
                <a:spcPts val="100"/>
              </a:spcBef>
              <a:tabLst>
                <a:tab pos="607695" algn="l"/>
                <a:tab pos="1202055" algn="l"/>
                <a:tab pos="1957070" algn="l"/>
                <a:tab pos="2388235" algn="l"/>
                <a:tab pos="3030855" algn="l"/>
                <a:tab pos="4380865" algn="l"/>
                <a:tab pos="5053330" algn="l"/>
                <a:tab pos="5651500" algn="l"/>
                <a:tab pos="6343650" algn="l"/>
                <a:tab pos="7533640" algn="l"/>
                <a:tab pos="8724265" algn="l"/>
                <a:tab pos="9097010" algn="l"/>
                <a:tab pos="9420225" algn="l"/>
              </a:tabLst>
            </a:pPr>
            <a:r>
              <a:rPr sz="2200" spc="80" dirty="0">
                <a:solidFill>
                  <a:srgbClr val="494949"/>
                </a:solidFill>
                <a:latin typeface="Tahoma"/>
                <a:cs typeface="Tahoma"/>
              </a:rPr>
              <a:t>Fo</a:t>
            </a:r>
            <a:r>
              <a:rPr sz="2200" spc="55" dirty="0">
                <a:solidFill>
                  <a:srgbClr val="494949"/>
                </a:solidFill>
                <a:latin typeface="Tahoma"/>
                <a:cs typeface="Tahoma"/>
              </a:rPr>
              <a:t>r</a:t>
            </a:r>
            <a:r>
              <a:rPr sz="2200" dirty="0">
                <a:solidFill>
                  <a:srgbClr val="494949"/>
                </a:solidFill>
                <a:latin typeface="Tahoma"/>
                <a:cs typeface="Tahoma"/>
              </a:rPr>
              <a:t>	</a:t>
            </a:r>
            <a:r>
              <a:rPr sz="2200" spc="70" dirty="0">
                <a:solidFill>
                  <a:srgbClr val="494949"/>
                </a:solidFill>
                <a:latin typeface="Tahoma"/>
                <a:cs typeface="Tahoma"/>
              </a:rPr>
              <a:t>th</a:t>
            </a:r>
            <a:r>
              <a:rPr sz="2200" spc="90" dirty="0">
                <a:solidFill>
                  <a:srgbClr val="494949"/>
                </a:solidFill>
                <a:latin typeface="Tahoma"/>
                <a:cs typeface="Tahoma"/>
              </a:rPr>
              <a:t>e</a:t>
            </a:r>
            <a:r>
              <a:rPr sz="2200" dirty="0">
                <a:solidFill>
                  <a:srgbClr val="494949"/>
                </a:solidFill>
                <a:latin typeface="Tahoma"/>
                <a:cs typeface="Tahoma"/>
              </a:rPr>
              <a:t>	</a:t>
            </a:r>
            <a:r>
              <a:rPr sz="2200" spc="60" dirty="0">
                <a:solidFill>
                  <a:srgbClr val="494949"/>
                </a:solidFill>
                <a:latin typeface="Tahoma"/>
                <a:cs typeface="Tahoma"/>
              </a:rPr>
              <a:t>sa</a:t>
            </a:r>
            <a:r>
              <a:rPr sz="2200" spc="25" dirty="0">
                <a:solidFill>
                  <a:srgbClr val="494949"/>
                </a:solidFill>
                <a:latin typeface="Tahoma"/>
                <a:cs typeface="Tahoma"/>
              </a:rPr>
              <a:t>k</a:t>
            </a:r>
            <a:r>
              <a:rPr sz="2200" spc="75" dirty="0">
                <a:solidFill>
                  <a:srgbClr val="494949"/>
                </a:solidFill>
                <a:latin typeface="Tahoma"/>
                <a:cs typeface="Tahoma"/>
              </a:rPr>
              <a:t>e</a:t>
            </a:r>
            <a:r>
              <a:rPr sz="2200" dirty="0">
                <a:solidFill>
                  <a:srgbClr val="494949"/>
                </a:solidFill>
                <a:latin typeface="Tahoma"/>
                <a:cs typeface="Tahoma"/>
              </a:rPr>
              <a:t>	</a:t>
            </a:r>
            <a:r>
              <a:rPr sz="2200" spc="90" dirty="0">
                <a:solidFill>
                  <a:srgbClr val="494949"/>
                </a:solidFill>
                <a:latin typeface="Tahoma"/>
                <a:cs typeface="Tahoma"/>
              </a:rPr>
              <a:t>of</a:t>
            </a:r>
            <a:r>
              <a:rPr sz="2200" dirty="0">
                <a:solidFill>
                  <a:srgbClr val="494949"/>
                </a:solidFill>
                <a:latin typeface="Tahoma"/>
                <a:cs typeface="Tahoma"/>
              </a:rPr>
              <a:t>	</a:t>
            </a:r>
            <a:r>
              <a:rPr sz="2200" spc="60" dirty="0">
                <a:solidFill>
                  <a:srgbClr val="494949"/>
                </a:solidFill>
                <a:latin typeface="Tahoma"/>
                <a:cs typeface="Tahoma"/>
              </a:rPr>
              <a:t>thi</a:t>
            </a:r>
            <a:r>
              <a:rPr sz="2200" spc="80" dirty="0">
                <a:solidFill>
                  <a:srgbClr val="494949"/>
                </a:solidFill>
                <a:latin typeface="Tahoma"/>
                <a:cs typeface="Tahoma"/>
              </a:rPr>
              <a:t>s</a:t>
            </a:r>
            <a:r>
              <a:rPr sz="2200" dirty="0">
                <a:solidFill>
                  <a:srgbClr val="494949"/>
                </a:solidFill>
                <a:latin typeface="Tahoma"/>
                <a:cs typeface="Tahoma"/>
              </a:rPr>
              <a:t>	</a:t>
            </a:r>
            <a:r>
              <a:rPr sz="2200" spc="30" dirty="0">
                <a:solidFill>
                  <a:srgbClr val="494949"/>
                </a:solidFill>
                <a:latin typeface="Tahoma"/>
                <a:cs typeface="Tahoma"/>
              </a:rPr>
              <a:t>e</a:t>
            </a:r>
            <a:r>
              <a:rPr sz="2200" spc="65" dirty="0">
                <a:solidFill>
                  <a:srgbClr val="494949"/>
                </a:solidFill>
                <a:latin typeface="Tahoma"/>
                <a:cs typeface="Tahoma"/>
              </a:rPr>
              <a:t>xample,</a:t>
            </a:r>
            <a:r>
              <a:rPr sz="2200" dirty="0">
                <a:solidFill>
                  <a:srgbClr val="494949"/>
                </a:solidFill>
                <a:latin typeface="Tahoma"/>
                <a:cs typeface="Tahoma"/>
              </a:rPr>
              <a:t>	</a:t>
            </a:r>
            <a:r>
              <a:rPr sz="2200" spc="60" dirty="0">
                <a:solidFill>
                  <a:srgbClr val="494949"/>
                </a:solidFill>
                <a:latin typeface="Tahoma"/>
                <a:cs typeface="Tahoma"/>
              </a:rPr>
              <a:t>le</a:t>
            </a:r>
            <a:r>
              <a:rPr sz="2200" spc="90" dirty="0">
                <a:solidFill>
                  <a:srgbClr val="494949"/>
                </a:solidFill>
                <a:latin typeface="Tahoma"/>
                <a:cs typeface="Tahoma"/>
              </a:rPr>
              <a:t>t</a:t>
            </a:r>
            <a:r>
              <a:rPr sz="2200" spc="-160" dirty="0">
                <a:solidFill>
                  <a:srgbClr val="494949"/>
                </a:solidFill>
                <a:latin typeface="Tahoma"/>
                <a:cs typeface="Tahoma"/>
              </a:rPr>
              <a:t>’</a:t>
            </a:r>
            <a:r>
              <a:rPr sz="2200" spc="65" dirty="0">
                <a:solidFill>
                  <a:srgbClr val="494949"/>
                </a:solidFill>
                <a:latin typeface="Tahoma"/>
                <a:cs typeface="Tahoma"/>
              </a:rPr>
              <a:t>s</a:t>
            </a:r>
            <a:r>
              <a:rPr sz="2200" dirty="0">
                <a:solidFill>
                  <a:srgbClr val="494949"/>
                </a:solidFill>
                <a:latin typeface="Tahoma"/>
                <a:cs typeface="Tahoma"/>
              </a:rPr>
              <a:t>	</a:t>
            </a:r>
            <a:r>
              <a:rPr sz="2200" spc="45" dirty="0">
                <a:solidFill>
                  <a:srgbClr val="494949"/>
                </a:solidFill>
                <a:latin typeface="Tahoma"/>
                <a:cs typeface="Tahoma"/>
              </a:rPr>
              <a:t>sa</a:t>
            </a:r>
            <a:r>
              <a:rPr sz="2200" spc="50" dirty="0">
                <a:solidFill>
                  <a:srgbClr val="494949"/>
                </a:solidFill>
                <a:latin typeface="Tahoma"/>
                <a:cs typeface="Tahoma"/>
              </a:rPr>
              <a:t>y</a:t>
            </a:r>
            <a:r>
              <a:rPr sz="2200" dirty="0">
                <a:solidFill>
                  <a:srgbClr val="494949"/>
                </a:solidFill>
                <a:latin typeface="Tahoma"/>
                <a:cs typeface="Tahoma"/>
              </a:rPr>
              <a:t>	</a:t>
            </a:r>
            <a:r>
              <a:rPr sz="2200" spc="65" dirty="0">
                <a:solidFill>
                  <a:srgbClr val="494949"/>
                </a:solidFill>
                <a:latin typeface="Tahoma"/>
                <a:cs typeface="Tahoma"/>
              </a:rPr>
              <a:t>tha</a:t>
            </a:r>
            <a:r>
              <a:rPr sz="2200" spc="50" dirty="0">
                <a:solidFill>
                  <a:srgbClr val="494949"/>
                </a:solidFill>
                <a:latin typeface="Tahoma"/>
                <a:cs typeface="Tahoma"/>
              </a:rPr>
              <a:t>t</a:t>
            </a:r>
            <a:r>
              <a:rPr sz="2200" dirty="0">
                <a:solidFill>
                  <a:srgbClr val="494949"/>
                </a:solidFill>
                <a:latin typeface="Tahoma"/>
                <a:cs typeface="Tahoma"/>
              </a:rPr>
              <a:t>	</a:t>
            </a:r>
            <a:r>
              <a:rPr sz="2200" spc="80" dirty="0">
                <a:solidFill>
                  <a:srgbClr val="494949"/>
                </a:solidFill>
                <a:latin typeface="Tahoma"/>
                <a:cs typeface="Tahoma"/>
              </a:rPr>
              <a:t>Bloc</a:t>
            </a:r>
            <a:r>
              <a:rPr sz="2200" spc="30" dirty="0">
                <a:solidFill>
                  <a:srgbClr val="494949"/>
                </a:solidFill>
                <a:latin typeface="Tahoma"/>
                <a:cs typeface="Tahoma"/>
              </a:rPr>
              <a:t>k</a:t>
            </a:r>
            <a:r>
              <a:rPr sz="2200" spc="95" dirty="0">
                <a:solidFill>
                  <a:srgbClr val="494949"/>
                </a:solidFill>
                <a:latin typeface="Tahoma"/>
                <a:cs typeface="Tahoma"/>
              </a:rPr>
              <a:t>e</a:t>
            </a:r>
            <a:r>
              <a:rPr sz="2200" spc="105" dirty="0">
                <a:solidFill>
                  <a:srgbClr val="494949"/>
                </a:solidFill>
                <a:latin typeface="Tahoma"/>
                <a:cs typeface="Tahoma"/>
              </a:rPr>
              <a:t>d</a:t>
            </a:r>
            <a:r>
              <a:rPr sz="2200" dirty="0">
                <a:solidFill>
                  <a:srgbClr val="494949"/>
                </a:solidFill>
                <a:latin typeface="Tahoma"/>
                <a:cs typeface="Tahoma"/>
              </a:rPr>
              <a:t>	</a:t>
            </a:r>
            <a:r>
              <a:rPr sz="2200" spc="75" dirty="0">
                <a:solidFill>
                  <a:srgbClr val="494949"/>
                </a:solidFill>
                <a:latin typeface="Tahoma"/>
                <a:cs typeface="Tahoma"/>
              </a:rPr>
              <a:t>Arteries</a:t>
            </a:r>
            <a:r>
              <a:rPr sz="2200" dirty="0">
                <a:solidFill>
                  <a:srgbClr val="494949"/>
                </a:solidFill>
                <a:latin typeface="Tahoma"/>
                <a:cs typeface="Tahoma"/>
              </a:rPr>
              <a:t>	</a:t>
            </a:r>
            <a:r>
              <a:rPr sz="2200" spc="60" dirty="0">
                <a:solidFill>
                  <a:srgbClr val="494949"/>
                </a:solidFill>
                <a:latin typeface="Tahoma"/>
                <a:cs typeface="Tahoma"/>
              </a:rPr>
              <a:t>is</a:t>
            </a:r>
            <a:r>
              <a:rPr sz="2200" dirty="0">
                <a:solidFill>
                  <a:srgbClr val="494949"/>
                </a:solidFill>
                <a:latin typeface="Tahoma"/>
                <a:cs typeface="Tahoma"/>
              </a:rPr>
              <a:t>	</a:t>
            </a:r>
            <a:r>
              <a:rPr sz="2200" spc="65" dirty="0">
                <a:solidFill>
                  <a:srgbClr val="494949"/>
                </a:solidFill>
                <a:latin typeface="Tahoma"/>
                <a:cs typeface="Tahoma"/>
              </a:rPr>
              <a:t>a</a:t>
            </a:r>
            <a:r>
              <a:rPr sz="2200" dirty="0">
                <a:solidFill>
                  <a:srgbClr val="494949"/>
                </a:solidFill>
                <a:latin typeface="Tahoma"/>
                <a:cs typeface="Tahoma"/>
              </a:rPr>
              <a:t>	</a:t>
            </a:r>
            <a:r>
              <a:rPr sz="2200" spc="170" dirty="0">
                <a:solidFill>
                  <a:srgbClr val="494949"/>
                </a:solidFill>
                <a:latin typeface="Tahoma"/>
                <a:cs typeface="Tahoma"/>
              </a:rPr>
              <a:t>mo</a:t>
            </a:r>
            <a:r>
              <a:rPr sz="2200" spc="50" dirty="0">
                <a:solidFill>
                  <a:srgbClr val="494949"/>
                </a:solidFill>
                <a:latin typeface="Tahoma"/>
                <a:cs typeface="Tahoma"/>
              </a:rPr>
              <a:t>r</a:t>
            </a:r>
            <a:r>
              <a:rPr sz="2200" spc="75" dirty="0">
                <a:solidFill>
                  <a:srgbClr val="494949"/>
                </a:solidFill>
                <a:latin typeface="Tahoma"/>
                <a:cs typeface="Tahoma"/>
              </a:rPr>
              <a:t>e</a:t>
            </a:r>
            <a:endParaRPr sz="2200">
              <a:latin typeface="Tahoma"/>
              <a:cs typeface="Tahoma"/>
            </a:endParaRPr>
          </a:p>
        </p:txBody>
      </p:sp>
      <p:sp>
        <p:nvSpPr>
          <p:cNvPr id="13" name="object 13"/>
          <p:cNvSpPr txBox="1"/>
          <p:nvPr/>
        </p:nvSpPr>
        <p:spPr>
          <a:xfrm>
            <a:off x="1145539" y="4718050"/>
            <a:ext cx="7268845" cy="361315"/>
          </a:xfrm>
          <a:prstGeom prst="rect">
            <a:avLst/>
          </a:prstGeom>
        </p:spPr>
        <p:txBody>
          <a:bodyPr vert="horz" wrap="square" lIns="0" tIns="12700" rIns="0" bIns="0" rtlCol="0">
            <a:spAutoFit/>
          </a:bodyPr>
          <a:lstStyle/>
          <a:p>
            <a:pPr marL="12700">
              <a:lnSpc>
                <a:spcPct val="100000"/>
              </a:lnSpc>
              <a:spcBef>
                <a:spcPts val="100"/>
              </a:spcBef>
            </a:pPr>
            <a:r>
              <a:rPr sz="2200" spc="55" dirty="0">
                <a:solidFill>
                  <a:srgbClr val="494949"/>
                </a:solidFill>
                <a:latin typeface="Tahoma"/>
                <a:cs typeface="Tahoma"/>
              </a:rPr>
              <a:t>significant</a:t>
            </a:r>
            <a:r>
              <a:rPr sz="2200" spc="-105" dirty="0">
                <a:solidFill>
                  <a:srgbClr val="494949"/>
                </a:solidFill>
                <a:latin typeface="Tahoma"/>
                <a:cs typeface="Tahoma"/>
              </a:rPr>
              <a:t> </a:t>
            </a:r>
            <a:r>
              <a:rPr sz="2200" spc="80" dirty="0">
                <a:solidFill>
                  <a:srgbClr val="494949"/>
                </a:solidFill>
                <a:latin typeface="Tahoma"/>
                <a:cs typeface="Tahoma"/>
              </a:rPr>
              <a:t>predictor</a:t>
            </a:r>
            <a:r>
              <a:rPr sz="2200" spc="-114" dirty="0">
                <a:solidFill>
                  <a:srgbClr val="494949"/>
                </a:solidFill>
                <a:latin typeface="Tahoma"/>
                <a:cs typeface="Tahoma"/>
              </a:rPr>
              <a:t> </a:t>
            </a:r>
            <a:r>
              <a:rPr sz="2200" spc="105" dirty="0">
                <a:solidFill>
                  <a:srgbClr val="494949"/>
                </a:solidFill>
                <a:latin typeface="Tahoma"/>
                <a:cs typeface="Tahoma"/>
              </a:rPr>
              <a:t>and</a:t>
            </a:r>
            <a:r>
              <a:rPr sz="2200" spc="-114" dirty="0">
                <a:solidFill>
                  <a:srgbClr val="494949"/>
                </a:solidFill>
                <a:latin typeface="Tahoma"/>
                <a:cs typeface="Tahoma"/>
              </a:rPr>
              <a:t> </a:t>
            </a:r>
            <a:r>
              <a:rPr sz="2200" spc="85" dirty="0">
                <a:solidFill>
                  <a:srgbClr val="494949"/>
                </a:solidFill>
                <a:latin typeface="Tahoma"/>
                <a:cs typeface="Tahoma"/>
              </a:rPr>
              <a:t>thus</a:t>
            </a:r>
            <a:r>
              <a:rPr sz="2200" spc="-114" dirty="0">
                <a:solidFill>
                  <a:srgbClr val="494949"/>
                </a:solidFill>
                <a:latin typeface="Tahoma"/>
                <a:cs typeface="Tahoma"/>
              </a:rPr>
              <a:t> </a:t>
            </a:r>
            <a:r>
              <a:rPr sz="2200" spc="55" dirty="0">
                <a:solidFill>
                  <a:srgbClr val="494949"/>
                </a:solidFill>
                <a:latin typeface="Tahoma"/>
                <a:cs typeface="Tahoma"/>
              </a:rPr>
              <a:t>assign</a:t>
            </a:r>
            <a:r>
              <a:rPr sz="2200" spc="-114" dirty="0">
                <a:solidFill>
                  <a:srgbClr val="494949"/>
                </a:solidFill>
                <a:latin typeface="Tahoma"/>
                <a:cs typeface="Tahoma"/>
              </a:rPr>
              <a:t> </a:t>
            </a:r>
            <a:r>
              <a:rPr sz="2200" spc="45" dirty="0">
                <a:solidFill>
                  <a:srgbClr val="494949"/>
                </a:solidFill>
                <a:latin typeface="Tahoma"/>
                <a:cs typeface="Tahoma"/>
              </a:rPr>
              <a:t>it</a:t>
            </a:r>
            <a:r>
              <a:rPr sz="2200" spc="-110" dirty="0">
                <a:solidFill>
                  <a:srgbClr val="494949"/>
                </a:solidFill>
                <a:latin typeface="Tahoma"/>
                <a:cs typeface="Tahoma"/>
              </a:rPr>
              <a:t> </a:t>
            </a:r>
            <a:r>
              <a:rPr sz="2200" spc="65" dirty="0">
                <a:solidFill>
                  <a:srgbClr val="494949"/>
                </a:solidFill>
                <a:latin typeface="Tahoma"/>
                <a:cs typeface="Tahoma"/>
              </a:rPr>
              <a:t>as</a:t>
            </a:r>
            <a:r>
              <a:rPr sz="2200" spc="-114" dirty="0">
                <a:solidFill>
                  <a:srgbClr val="494949"/>
                </a:solidFill>
                <a:latin typeface="Tahoma"/>
                <a:cs typeface="Tahoma"/>
              </a:rPr>
              <a:t> </a:t>
            </a:r>
            <a:r>
              <a:rPr sz="2200" spc="75" dirty="0">
                <a:solidFill>
                  <a:srgbClr val="494949"/>
                </a:solidFill>
                <a:latin typeface="Tahoma"/>
                <a:cs typeface="Tahoma"/>
              </a:rPr>
              <a:t>the</a:t>
            </a:r>
            <a:r>
              <a:rPr sz="2200" spc="-105" dirty="0">
                <a:solidFill>
                  <a:srgbClr val="494949"/>
                </a:solidFill>
                <a:latin typeface="Tahoma"/>
                <a:cs typeface="Tahoma"/>
              </a:rPr>
              <a:t> </a:t>
            </a:r>
            <a:r>
              <a:rPr sz="2200" spc="90" dirty="0">
                <a:solidFill>
                  <a:srgbClr val="494949"/>
                </a:solidFill>
                <a:latin typeface="Tahoma"/>
                <a:cs typeface="Tahoma"/>
              </a:rPr>
              <a:t>root</a:t>
            </a:r>
            <a:r>
              <a:rPr sz="2200" spc="-120" dirty="0">
                <a:solidFill>
                  <a:srgbClr val="494949"/>
                </a:solidFill>
                <a:latin typeface="Tahoma"/>
                <a:cs typeface="Tahoma"/>
              </a:rPr>
              <a:t> </a:t>
            </a:r>
            <a:r>
              <a:rPr sz="2200" spc="75" dirty="0">
                <a:solidFill>
                  <a:srgbClr val="494949"/>
                </a:solidFill>
                <a:latin typeface="Tahoma"/>
                <a:cs typeface="Tahoma"/>
              </a:rPr>
              <a:t>node.</a:t>
            </a:r>
            <a:endParaRPr sz="2200">
              <a:latin typeface="Tahoma"/>
              <a:cs typeface="Tahoma"/>
            </a:endParaRPr>
          </a:p>
        </p:txBody>
      </p:sp>
      <p:sp>
        <p:nvSpPr>
          <p:cNvPr id="14" name="object 14"/>
          <p:cNvSpPr txBox="1"/>
          <p:nvPr/>
        </p:nvSpPr>
        <p:spPr>
          <a:xfrm>
            <a:off x="916939" y="5079746"/>
            <a:ext cx="10358755" cy="361315"/>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2200" spc="130" dirty="0">
                <a:solidFill>
                  <a:srgbClr val="494949"/>
                </a:solidFill>
                <a:latin typeface="Tahoma"/>
                <a:cs typeface="Tahoma"/>
              </a:rPr>
              <a:t>Our</a:t>
            </a:r>
            <a:r>
              <a:rPr sz="2200" spc="-70" dirty="0">
                <a:solidFill>
                  <a:srgbClr val="494949"/>
                </a:solidFill>
                <a:latin typeface="Tahoma"/>
                <a:cs typeface="Tahoma"/>
              </a:rPr>
              <a:t> </a:t>
            </a:r>
            <a:r>
              <a:rPr sz="2200" spc="65" dirty="0">
                <a:solidFill>
                  <a:srgbClr val="494949"/>
                </a:solidFill>
                <a:latin typeface="Tahoma"/>
                <a:cs typeface="Tahoma"/>
              </a:rPr>
              <a:t>next</a:t>
            </a:r>
            <a:r>
              <a:rPr sz="2200" spc="-65" dirty="0">
                <a:solidFill>
                  <a:srgbClr val="494949"/>
                </a:solidFill>
                <a:latin typeface="Tahoma"/>
                <a:cs typeface="Tahoma"/>
              </a:rPr>
              <a:t> </a:t>
            </a:r>
            <a:r>
              <a:rPr sz="2200" spc="75" dirty="0">
                <a:solidFill>
                  <a:srgbClr val="494949"/>
                </a:solidFill>
                <a:latin typeface="Tahoma"/>
                <a:cs typeface="Tahoma"/>
              </a:rPr>
              <a:t>step</a:t>
            </a:r>
            <a:r>
              <a:rPr sz="2200" spc="-70" dirty="0">
                <a:solidFill>
                  <a:srgbClr val="494949"/>
                </a:solidFill>
                <a:latin typeface="Tahoma"/>
                <a:cs typeface="Tahoma"/>
              </a:rPr>
              <a:t> </a:t>
            </a:r>
            <a:r>
              <a:rPr sz="2200" spc="60" dirty="0">
                <a:solidFill>
                  <a:srgbClr val="494949"/>
                </a:solidFill>
                <a:latin typeface="Tahoma"/>
                <a:cs typeface="Tahoma"/>
              </a:rPr>
              <a:t>is</a:t>
            </a:r>
            <a:r>
              <a:rPr sz="2200" spc="-50" dirty="0">
                <a:solidFill>
                  <a:srgbClr val="494949"/>
                </a:solidFill>
                <a:latin typeface="Tahoma"/>
                <a:cs typeface="Tahoma"/>
              </a:rPr>
              <a:t> </a:t>
            </a:r>
            <a:r>
              <a:rPr sz="2200" spc="85" dirty="0">
                <a:solidFill>
                  <a:srgbClr val="494949"/>
                </a:solidFill>
                <a:latin typeface="Tahoma"/>
                <a:cs typeface="Tahoma"/>
              </a:rPr>
              <a:t>to</a:t>
            </a:r>
            <a:r>
              <a:rPr sz="2200" spc="-65" dirty="0">
                <a:solidFill>
                  <a:srgbClr val="494949"/>
                </a:solidFill>
                <a:latin typeface="Tahoma"/>
                <a:cs typeface="Tahoma"/>
              </a:rPr>
              <a:t> </a:t>
            </a:r>
            <a:r>
              <a:rPr sz="2200" spc="70" dirty="0">
                <a:solidFill>
                  <a:srgbClr val="494949"/>
                </a:solidFill>
                <a:latin typeface="Tahoma"/>
                <a:cs typeface="Tahoma"/>
              </a:rPr>
              <a:t>repeat</a:t>
            </a:r>
            <a:r>
              <a:rPr sz="2200" spc="-65" dirty="0">
                <a:solidFill>
                  <a:srgbClr val="494949"/>
                </a:solidFill>
                <a:latin typeface="Tahoma"/>
                <a:cs typeface="Tahoma"/>
              </a:rPr>
              <a:t> </a:t>
            </a:r>
            <a:r>
              <a:rPr sz="2200" spc="75" dirty="0">
                <a:solidFill>
                  <a:srgbClr val="494949"/>
                </a:solidFill>
                <a:latin typeface="Tahoma"/>
                <a:cs typeface="Tahoma"/>
              </a:rPr>
              <a:t>the</a:t>
            </a:r>
            <a:r>
              <a:rPr sz="2200" spc="-60" dirty="0">
                <a:solidFill>
                  <a:srgbClr val="494949"/>
                </a:solidFill>
                <a:latin typeface="Tahoma"/>
                <a:cs typeface="Tahoma"/>
              </a:rPr>
              <a:t> </a:t>
            </a:r>
            <a:r>
              <a:rPr sz="2200" spc="100" dirty="0">
                <a:solidFill>
                  <a:srgbClr val="494949"/>
                </a:solidFill>
                <a:latin typeface="Tahoma"/>
                <a:cs typeface="Tahoma"/>
              </a:rPr>
              <a:t>same</a:t>
            </a:r>
            <a:r>
              <a:rPr sz="2200" spc="-65" dirty="0">
                <a:solidFill>
                  <a:srgbClr val="494949"/>
                </a:solidFill>
                <a:latin typeface="Tahoma"/>
                <a:cs typeface="Tahoma"/>
              </a:rPr>
              <a:t> </a:t>
            </a:r>
            <a:r>
              <a:rPr sz="2200" spc="85" dirty="0">
                <a:solidFill>
                  <a:srgbClr val="494949"/>
                </a:solidFill>
                <a:latin typeface="Tahoma"/>
                <a:cs typeface="Tahoma"/>
              </a:rPr>
              <a:t>process</a:t>
            </a:r>
            <a:r>
              <a:rPr sz="2200" spc="-70" dirty="0">
                <a:solidFill>
                  <a:srgbClr val="494949"/>
                </a:solidFill>
                <a:latin typeface="Tahoma"/>
                <a:cs typeface="Tahoma"/>
              </a:rPr>
              <a:t> </a:t>
            </a:r>
            <a:r>
              <a:rPr sz="2200" spc="95" dirty="0">
                <a:solidFill>
                  <a:srgbClr val="494949"/>
                </a:solidFill>
                <a:latin typeface="Tahoma"/>
                <a:cs typeface="Tahoma"/>
              </a:rPr>
              <a:t>for</a:t>
            </a:r>
            <a:r>
              <a:rPr sz="2200" spc="-65" dirty="0">
                <a:solidFill>
                  <a:srgbClr val="494949"/>
                </a:solidFill>
                <a:latin typeface="Tahoma"/>
                <a:cs typeface="Tahoma"/>
              </a:rPr>
              <a:t> </a:t>
            </a:r>
            <a:r>
              <a:rPr sz="2200" spc="70" dirty="0">
                <a:solidFill>
                  <a:srgbClr val="494949"/>
                </a:solidFill>
                <a:latin typeface="Tahoma"/>
                <a:cs typeface="Tahoma"/>
              </a:rPr>
              <a:t>each</a:t>
            </a:r>
            <a:r>
              <a:rPr sz="2200" spc="-70" dirty="0">
                <a:solidFill>
                  <a:srgbClr val="494949"/>
                </a:solidFill>
                <a:latin typeface="Tahoma"/>
                <a:cs typeface="Tahoma"/>
              </a:rPr>
              <a:t> </a:t>
            </a:r>
            <a:r>
              <a:rPr sz="2200" spc="90" dirty="0">
                <a:solidFill>
                  <a:srgbClr val="494949"/>
                </a:solidFill>
                <a:latin typeface="Tahoma"/>
                <a:cs typeface="Tahoma"/>
              </a:rPr>
              <a:t>of</a:t>
            </a:r>
            <a:r>
              <a:rPr sz="2200" spc="-65" dirty="0">
                <a:solidFill>
                  <a:srgbClr val="494949"/>
                </a:solidFill>
                <a:latin typeface="Tahoma"/>
                <a:cs typeface="Tahoma"/>
              </a:rPr>
              <a:t> </a:t>
            </a:r>
            <a:r>
              <a:rPr sz="2200" spc="75" dirty="0">
                <a:solidFill>
                  <a:srgbClr val="494949"/>
                </a:solidFill>
                <a:latin typeface="Tahoma"/>
                <a:cs typeface="Tahoma"/>
              </a:rPr>
              <a:t>the</a:t>
            </a:r>
            <a:r>
              <a:rPr sz="2200" spc="-60" dirty="0">
                <a:solidFill>
                  <a:srgbClr val="494949"/>
                </a:solidFill>
                <a:latin typeface="Tahoma"/>
                <a:cs typeface="Tahoma"/>
              </a:rPr>
              <a:t> </a:t>
            </a:r>
            <a:r>
              <a:rPr sz="2200" spc="100" dirty="0">
                <a:solidFill>
                  <a:srgbClr val="494949"/>
                </a:solidFill>
                <a:latin typeface="Tahoma"/>
                <a:cs typeface="Tahoma"/>
              </a:rPr>
              <a:t>upcoming</a:t>
            </a:r>
            <a:r>
              <a:rPr sz="2200" spc="-75" dirty="0">
                <a:solidFill>
                  <a:srgbClr val="494949"/>
                </a:solidFill>
                <a:latin typeface="Tahoma"/>
                <a:cs typeface="Tahoma"/>
              </a:rPr>
              <a:t> </a:t>
            </a:r>
            <a:r>
              <a:rPr sz="2200" spc="85" dirty="0">
                <a:solidFill>
                  <a:srgbClr val="494949"/>
                </a:solidFill>
                <a:latin typeface="Tahoma"/>
                <a:cs typeface="Tahoma"/>
              </a:rPr>
              <a:t>branch</a:t>
            </a:r>
            <a:endParaRPr sz="2200">
              <a:latin typeface="Tahoma"/>
              <a:cs typeface="Tahoma"/>
            </a:endParaRPr>
          </a:p>
        </p:txBody>
      </p:sp>
      <p:sp>
        <p:nvSpPr>
          <p:cNvPr id="15" name="object 15"/>
          <p:cNvSpPr txBox="1"/>
          <p:nvPr/>
        </p:nvSpPr>
        <p:spPr>
          <a:xfrm>
            <a:off x="1145539" y="5314950"/>
            <a:ext cx="10130155" cy="361315"/>
          </a:xfrm>
          <a:prstGeom prst="rect">
            <a:avLst/>
          </a:prstGeom>
        </p:spPr>
        <p:txBody>
          <a:bodyPr vert="horz" wrap="square" lIns="0" tIns="12700" rIns="0" bIns="0" rtlCol="0">
            <a:spAutoFit/>
          </a:bodyPr>
          <a:lstStyle/>
          <a:p>
            <a:pPr marL="12700">
              <a:lnSpc>
                <a:spcPct val="100000"/>
              </a:lnSpc>
              <a:spcBef>
                <a:spcPts val="100"/>
              </a:spcBef>
            </a:pPr>
            <a:r>
              <a:rPr sz="2200" spc="75" dirty="0">
                <a:solidFill>
                  <a:srgbClr val="494949"/>
                </a:solidFill>
                <a:latin typeface="Tahoma"/>
                <a:cs typeface="Tahoma"/>
              </a:rPr>
              <a:t>nodes.</a:t>
            </a:r>
            <a:r>
              <a:rPr sz="2200" spc="120" dirty="0">
                <a:solidFill>
                  <a:srgbClr val="494949"/>
                </a:solidFill>
                <a:latin typeface="Tahoma"/>
                <a:cs typeface="Tahoma"/>
              </a:rPr>
              <a:t> </a:t>
            </a:r>
            <a:r>
              <a:rPr sz="2200" spc="40" dirty="0">
                <a:solidFill>
                  <a:srgbClr val="494949"/>
                </a:solidFill>
                <a:latin typeface="Tahoma"/>
                <a:cs typeface="Tahoma"/>
              </a:rPr>
              <a:t>Here,</a:t>
            </a:r>
            <a:r>
              <a:rPr sz="2200" spc="130" dirty="0">
                <a:solidFill>
                  <a:srgbClr val="494949"/>
                </a:solidFill>
                <a:latin typeface="Tahoma"/>
                <a:cs typeface="Tahoma"/>
              </a:rPr>
              <a:t> </a:t>
            </a:r>
            <a:r>
              <a:rPr sz="2200" spc="75" dirty="0">
                <a:solidFill>
                  <a:srgbClr val="494949"/>
                </a:solidFill>
                <a:latin typeface="Tahoma"/>
                <a:cs typeface="Tahoma"/>
              </a:rPr>
              <a:t>we</a:t>
            </a:r>
            <a:r>
              <a:rPr sz="2200" spc="125" dirty="0">
                <a:solidFill>
                  <a:srgbClr val="494949"/>
                </a:solidFill>
                <a:latin typeface="Tahoma"/>
                <a:cs typeface="Tahoma"/>
              </a:rPr>
              <a:t> </a:t>
            </a:r>
            <a:r>
              <a:rPr sz="2200" spc="55" dirty="0">
                <a:solidFill>
                  <a:srgbClr val="494949"/>
                </a:solidFill>
                <a:latin typeface="Tahoma"/>
                <a:cs typeface="Tahoma"/>
              </a:rPr>
              <a:t>again</a:t>
            </a:r>
            <a:r>
              <a:rPr sz="2200" spc="125" dirty="0">
                <a:solidFill>
                  <a:srgbClr val="494949"/>
                </a:solidFill>
                <a:latin typeface="Tahoma"/>
                <a:cs typeface="Tahoma"/>
              </a:rPr>
              <a:t> </a:t>
            </a:r>
            <a:r>
              <a:rPr sz="2200" spc="55" dirty="0">
                <a:solidFill>
                  <a:srgbClr val="494949"/>
                </a:solidFill>
                <a:latin typeface="Tahoma"/>
                <a:cs typeface="Tahoma"/>
              </a:rPr>
              <a:t>select</a:t>
            </a:r>
            <a:r>
              <a:rPr sz="2200" spc="135" dirty="0">
                <a:solidFill>
                  <a:srgbClr val="494949"/>
                </a:solidFill>
                <a:latin typeface="Tahoma"/>
                <a:cs typeface="Tahoma"/>
              </a:rPr>
              <a:t> </a:t>
            </a:r>
            <a:r>
              <a:rPr sz="2200" spc="80" dirty="0">
                <a:solidFill>
                  <a:srgbClr val="494949"/>
                </a:solidFill>
                <a:latin typeface="Tahoma"/>
                <a:cs typeface="Tahoma"/>
              </a:rPr>
              <a:t>two</a:t>
            </a:r>
            <a:r>
              <a:rPr sz="2200" spc="130" dirty="0">
                <a:solidFill>
                  <a:srgbClr val="494949"/>
                </a:solidFill>
                <a:latin typeface="Tahoma"/>
                <a:cs typeface="Tahoma"/>
              </a:rPr>
              <a:t> </a:t>
            </a:r>
            <a:r>
              <a:rPr sz="2200" spc="70" dirty="0">
                <a:solidFill>
                  <a:srgbClr val="494949"/>
                </a:solidFill>
                <a:latin typeface="Tahoma"/>
                <a:cs typeface="Tahoma"/>
              </a:rPr>
              <a:t>variables</a:t>
            </a:r>
            <a:r>
              <a:rPr sz="2200" spc="130" dirty="0">
                <a:solidFill>
                  <a:srgbClr val="494949"/>
                </a:solidFill>
                <a:latin typeface="Tahoma"/>
                <a:cs typeface="Tahoma"/>
              </a:rPr>
              <a:t> </a:t>
            </a:r>
            <a:r>
              <a:rPr sz="2200" spc="50" dirty="0">
                <a:solidFill>
                  <a:srgbClr val="494949"/>
                </a:solidFill>
                <a:latin typeface="Tahoma"/>
                <a:cs typeface="Tahoma"/>
              </a:rPr>
              <a:t>at</a:t>
            </a:r>
            <a:r>
              <a:rPr sz="2200" spc="135" dirty="0">
                <a:solidFill>
                  <a:srgbClr val="494949"/>
                </a:solidFill>
                <a:latin typeface="Tahoma"/>
                <a:cs typeface="Tahoma"/>
              </a:rPr>
              <a:t> </a:t>
            </a:r>
            <a:r>
              <a:rPr sz="2200" spc="114" dirty="0">
                <a:solidFill>
                  <a:srgbClr val="494949"/>
                </a:solidFill>
                <a:latin typeface="Tahoma"/>
                <a:cs typeface="Tahoma"/>
              </a:rPr>
              <a:t>random</a:t>
            </a:r>
            <a:r>
              <a:rPr sz="2200" spc="120" dirty="0">
                <a:solidFill>
                  <a:srgbClr val="494949"/>
                </a:solidFill>
                <a:latin typeface="Tahoma"/>
                <a:cs typeface="Tahoma"/>
              </a:rPr>
              <a:t> </a:t>
            </a:r>
            <a:r>
              <a:rPr sz="2200" spc="65" dirty="0">
                <a:solidFill>
                  <a:srgbClr val="494949"/>
                </a:solidFill>
                <a:latin typeface="Tahoma"/>
                <a:cs typeface="Tahoma"/>
              </a:rPr>
              <a:t>as</a:t>
            </a:r>
            <a:r>
              <a:rPr sz="2200" spc="135" dirty="0">
                <a:solidFill>
                  <a:srgbClr val="494949"/>
                </a:solidFill>
                <a:latin typeface="Tahoma"/>
                <a:cs typeface="Tahoma"/>
              </a:rPr>
              <a:t> </a:t>
            </a:r>
            <a:r>
              <a:rPr sz="2200" spc="75" dirty="0">
                <a:solidFill>
                  <a:srgbClr val="494949"/>
                </a:solidFill>
                <a:latin typeface="Tahoma"/>
                <a:cs typeface="Tahoma"/>
              </a:rPr>
              <a:t>candidates</a:t>
            </a:r>
            <a:r>
              <a:rPr sz="2200" spc="125" dirty="0">
                <a:solidFill>
                  <a:srgbClr val="494949"/>
                </a:solidFill>
                <a:latin typeface="Tahoma"/>
                <a:cs typeface="Tahoma"/>
              </a:rPr>
              <a:t> </a:t>
            </a:r>
            <a:r>
              <a:rPr sz="2200" spc="95" dirty="0">
                <a:solidFill>
                  <a:srgbClr val="494949"/>
                </a:solidFill>
                <a:latin typeface="Tahoma"/>
                <a:cs typeface="Tahoma"/>
              </a:rPr>
              <a:t>for</a:t>
            </a:r>
            <a:r>
              <a:rPr sz="2200" spc="125" dirty="0">
                <a:solidFill>
                  <a:srgbClr val="494949"/>
                </a:solidFill>
                <a:latin typeface="Tahoma"/>
                <a:cs typeface="Tahoma"/>
              </a:rPr>
              <a:t> </a:t>
            </a:r>
            <a:r>
              <a:rPr sz="2200" spc="75" dirty="0">
                <a:solidFill>
                  <a:srgbClr val="494949"/>
                </a:solidFill>
                <a:latin typeface="Tahoma"/>
                <a:cs typeface="Tahoma"/>
              </a:rPr>
              <a:t>the</a:t>
            </a:r>
            <a:endParaRPr sz="2200">
              <a:latin typeface="Tahoma"/>
              <a:cs typeface="Tahoma"/>
            </a:endParaRPr>
          </a:p>
        </p:txBody>
      </p:sp>
      <p:sp>
        <p:nvSpPr>
          <p:cNvPr id="16" name="object 16"/>
          <p:cNvSpPr txBox="1"/>
          <p:nvPr/>
        </p:nvSpPr>
        <p:spPr>
          <a:xfrm>
            <a:off x="1145539" y="5549646"/>
            <a:ext cx="9568815" cy="361315"/>
          </a:xfrm>
          <a:prstGeom prst="rect">
            <a:avLst/>
          </a:prstGeom>
        </p:spPr>
        <p:txBody>
          <a:bodyPr vert="horz" wrap="square" lIns="0" tIns="12700" rIns="0" bIns="0" rtlCol="0">
            <a:spAutoFit/>
          </a:bodyPr>
          <a:lstStyle/>
          <a:p>
            <a:pPr marL="12700">
              <a:lnSpc>
                <a:spcPct val="100000"/>
              </a:lnSpc>
              <a:spcBef>
                <a:spcPts val="100"/>
              </a:spcBef>
            </a:pPr>
            <a:r>
              <a:rPr sz="2200" spc="85" dirty="0">
                <a:solidFill>
                  <a:srgbClr val="494949"/>
                </a:solidFill>
                <a:latin typeface="Tahoma"/>
                <a:cs typeface="Tahoma"/>
              </a:rPr>
              <a:t>branch</a:t>
            </a:r>
            <a:r>
              <a:rPr sz="2200" spc="-114" dirty="0">
                <a:solidFill>
                  <a:srgbClr val="494949"/>
                </a:solidFill>
                <a:latin typeface="Tahoma"/>
                <a:cs typeface="Tahoma"/>
              </a:rPr>
              <a:t> </a:t>
            </a:r>
            <a:r>
              <a:rPr sz="2200" spc="114" dirty="0">
                <a:solidFill>
                  <a:srgbClr val="494949"/>
                </a:solidFill>
                <a:latin typeface="Tahoma"/>
                <a:cs typeface="Tahoma"/>
              </a:rPr>
              <a:t>node</a:t>
            </a:r>
            <a:r>
              <a:rPr sz="2200" spc="-114" dirty="0">
                <a:solidFill>
                  <a:srgbClr val="494949"/>
                </a:solidFill>
                <a:latin typeface="Tahoma"/>
                <a:cs typeface="Tahoma"/>
              </a:rPr>
              <a:t> </a:t>
            </a:r>
            <a:r>
              <a:rPr sz="2200" spc="105" dirty="0">
                <a:solidFill>
                  <a:srgbClr val="494949"/>
                </a:solidFill>
                <a:latin typeface="Tahoma"/>
                <a:cs typeface="Tahoma"/>
              </a:rPr>
              <a:t>and</a:t>
            </a:r>
            <a:r>
              <a:rPr sz="2200" spc="-110" dirty="0">
                <a:solidFill>
                  <a:srgbClr val="494949"/>
                </a:solidFill>
                <a:latin typeface="Tahoma"/>
                <a:cs typeface="Tahoma"/>
              </a:rPr>
              <a:t> </a:t>
            </a:r>
            <a:r>
              <a:rPr sz="2200" spc="85" dirty="0">
                <a:solidFill>
                  <a:srgbClr val="494949"/>
                </a:solidFill>
                <a:latin typeface="Tahoma"/>
                <a:cs typeface="Tahoma"/>
              </a:rPr>
              <a:t>then</a:t>
            </a:r>
            <a:r>
              <a:rPr sz="2200" spc="-120" dirty="0">
                <a:solidFill>
                  <a:srgbClr val="494949"/>
                </a:solidFill>
                <a:latin typeface="Tahoma"/>
                <a:cs typeface="Tahoma"/>
              </a:rPr>
              <a:t> </a:t>
            </a:r>
            <a:r>
              <a:rPr sz="2200" spc="90" dirty="0">
                <a:solidFill>
                  <a:srgbClr val="494949"/>
                </a:solidFill>
                <a:latin typeface="Tahoma"/>
                <a:cs typeface="Tahoma"/>
              </a:rPr>
              <a:t>choose</a:t>
            </a:r>
            <a:r>
              <a:rPr sz="2200" spc="-114" dirty="0">
                <a:solidFill>
                  <a:srgbClr val="494949"/>
                </a:solidFill>
                <a:latin typeface="Tahoma"/>
                <a:cs typeface="Tahoma"/>
              </a:rPr>
              <a:t> </a:t>
            </a:r>
            <a:r>
              <a:rPr sz="2200" spc="65" dirty="0">
                <a:solidFill>
                  <a:srgbClr val="494949"/>
                </a:solidFill>
                <a:latin typeface="Tahoma"/>
                <a:cs typeface="Tahoma"/>
              </a:rPr>
              <a:t>a</a:t>
            </a:r>
            <a:r>
              <a:rPr sz="2200" spc="-110" dirty="0">
                <a:solidFill>
                  <a:srgbClr val="494949"/>
                </a:solidFill>
                <a:latin typeface="Tahoma"/>
                <a:cs typeface="Tahoma"/>
              </a:rPr>
              <a:t> </a:t>
            </a:r>
            <a:r>
              <a:rPr sz="2200" spc="70" dirty="0">
                <a:solidFill>
                  <a:srgbClr val="494949"/>
                </a:solidFill>
                <a:latin typeface="Tahoma"/>
                <a:cs typeface="Tahoma"/>
              </a:rPr>
              <a:t>variable</a:t>
            </a:r>
            <a:r>
              <a:rPr sz="2200" spc="-105" dirty="0">
                <a:solidFill>
                  <a:srgbClr val="494949"/>
                </a:solidFill>
                <a:latin typeface="Tahoma"/>
                <a:cs typeface="Tahoma"/>
              </a:rPr>
              <a:t> </a:t>
            </a:r>
            <a:r>
              <a:rPr sz="2200" spc="65" dirty="0">
                <a:solidFill>
                  <a:srgbClr val="494949"/>
                </a:solidFill>
                <a:latin typeface="Tahoma"/>
                <a:cs typeface="Tahoma"/>
              </a:rPr>
              <a:t>that</a:t>
            </a:r>
            <a:r>
              <a:rPr sz="2200" spc="-120" dirty="0">
                <a:solidFill>
                  <a:srgbClr val="494949"/>
                </a:solidFill>
                <a:latin typeface="Tahoma"/>
                <a:cs typeface="Tahoma"/>
              </a:rPr>
              <a:t> </a:t>
            </a:r>
            <a:r>
              <a:rPr sz="2200" spc="80" dirty="0">
                <a:solidFill>
                  <a:srgbClr val="494949"/>
                </a:solidFill>
                <a:latin typeface="Tahoma"/>
                <a:cs typeface="Tahoma"/>
              </a:rPr>
              <a:t>best</a:t>
            </a:r>
            <a:r>
              <a:rPr sz="2200" spc="-114" dirty="0">
                <a:solidFill>
                  <a:srgbClr val="494949"/>
                </a:solidFill>
                <a:latin typeface="Tahoma"/>
                <a:cs typeface="Tahoma"/>
              </a:rPr>
              <a:t> </a:t>
            </a:r>
            <a:r>
              <a:rPr sz="2200" spc="70" dirty="0">
                <a:solidFill>
                  <a:srgbClr val="494949"/>
                </a:solidFill>
                <a:latin typeface="Tahoma"/>
                <a:cs typeface="Tahoma"/>
              </a:rPr>
              <a:t>separates</a:t>
            </a:r>
            <a:r>
              <a:rPr sz="2200" spc="-110" dirty="0">
                <a:solidFill>
                  <a:srgbClr val="494949"/>
                </a:solidFill>
                <a:latin typeface="Tahoma"/>
                <a:cs typeface="Tahoma"/>
              </a:rPr>
              <a:t> </a:t>
            </a:r>
            <a:r>
              <a:rPr sz="2200" spc="75" dirty="0">
                <a:solidFill>
                  <a:srgbClr val="494949"/>
                </a:solidFill>
                <a:latin typeface="Tahoma"/>
                <a:cs typeface="Tahoma"/>
              </a:rPr>
              <a:t>the</a:t>
            </a:r>
            <a:r>
              <a:rPr sz="2200" spc="-114" dirty="0">
                <a:solidFill>
                  <a:srgbClr val="494949"/>
                </a:solidFill>
                <a:latin typeface="Tahoma"/>
                <a:cs typeface="Tahoma"/>
              </a:rPr>
              <a:t> </a:t>
            </a:r>
            <a:r>
              <a:rPr sz="2200" spc="65" dirty="0">
                <a:solidFill>
                  <a:srgbClr val="494949"/>
                </a:solidFill>
                <a:latin typeface="Tahoma"/>
                <a:cs typeface="Tahoma"/>
              </a:rPr>
              <a:t>samples.</a:t>
            </a:r>
            <a:endParaRPr sz="2200">
              <a:latin typeface="Tahoma"/>
              <a:cs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902205"/>
            <a:ext cx="9885045" cy="1216358"/>
          </a:xfrm>
          <a:prstGeom prst="rect">
            <a:avLst/>
          </a:prstGeom>
        </p:spPr>
        <p:txBody>
          <a:bodyPr vert="horz" wrap="square" lIns="0" tIns="61594" rIns="0" bIns="0" rtlCol="0">
            <a:spAutoFit/>
          </a:bodyPr>
          <a:lstStyle/>
          <a:p>
            <a:pPr marL="241300" marR="5080" indent="-228600">
              <a:lnSpc>
                <a:spcPts val="3020"/>
              </a:lnSpc>
              <a:spcBef>
                <a:spcPts val="484"/>
              </a:spcBef>
              <a:buFont typeface="Arial MT"/>
              <a:buChar char="•"/>
              <a:tabLst>
                <a:tab pos="241300" algn="l"/>
              </a:tabLst>
            </a:pPr>
            <a:r>
              <a:rPr sz="2800" spc="-35" dirty="0">
                <a:solidFill>
                  <a:srgbClr val="494949"/>
                </a:solidFill>
                <a:latin typeface="Tahoma"/>
                <a:cs typeface="Tahoma"/>
              </a:rPr>
              <a:t>Just</a:t>
            </a:r>
            <a:r>
              <a:rPr sz="2800" spc="-155" dirty="0">
                <a:solidFill>
                  <a:srgbClr val="494949"/>
                </a:solidFill>
                <a:latin typeface="Tahoma"/>
                <a:cs typeface="Tahoma"/>
              </a:rPr>
              <a:t> </a:t>
            </a:r>
            <a:r>
              <a:rPr sz="2800" spc="60" dirty="0">
                <a:solidFill>
                  <a:srgbClr val="494949"/>
                </a:solidFill>
                <a:latin typeface="Tahoma"/>
                <a:cs typeface="Tahoma"/>
              </a:rPr>
              <a:t>like</a:t>
            </a:r>
            <a:r>
              <a:rPr sz="2800" spc="-140" dirty="0">
                <a:solidFill>
                  <a:srgbClr val="494949"/>
                </a:solidFill>
                <a:latin typeface="Tahoma"/>
                <a:cs typeface="Tahoma"/>
              </a:rPr>
              <a:t> </a:t>
            </a:r>
            <a:r>
              <a:rPr sz="2800" spc="35" dirty="0">
                <a:solidFill>
                  <a:srgbClr val="494949"/>
                </a:solidFill>
                <a:latin typeface="Tahoma"/>
                <a:cs typeface="Tahoma"/>
              </a:rPr>
              <a:t>this,</a:t>
            </a:r>
            <a:r>
              <a:rPr sz="2800" spc="-140" dirty="0">
                <a:solidFill>
                  <a:srgbClr val="494949"/>
                </a:solidFill>
                <a:latin typeface="Tahoma"/>
                <a:cs typeface="Tahoma"/>
              </a:rPr>
              <a:t> </a:t>
            </a:r>
            <a:r>
              <a:rPr sz="2800" spc="90" dirty="0">
                <a:solidFill>
                  <a:srgbClr val="494949"/>
                </a:solidFill>
                <a:latin typeface="Tahoma"/>
                <a:cs typeface="Tahoma"/>
              </a:rPr>
              <a:t>we</a:t>
            </a:r>
            <a:r>
              <a:rPr sz="2800" spc="-145" dirty="0">
                <a:solidFill>
                  <a:srgbClr val="494949"/>
                </a:solidFill>
                <a:latin typeface="Tahoma"/>
                <a:cs typeface="Tahoma"/>
              </a:rPr>
              <a:t> </a:t>
            </a:r>
            <a:r>
              <a:rPr sz="2800" spc="125" dirty="0">
                <a:solidFill>
                  <a:srgbClr val="494949"/>
                </a:solidFill>
                <a:latin typeface="Tahoma"/>
                <a:cs typeface="Tahoma"/>
              </a:rPr>
              <a:t>build</a:t>
            </a:r>
            <a:r>
              <a:rPr sz="2800" spc="-155" dirty="0">
                <a:solidFill>
                  <a:srgbClr val="494949"/>
                </a:solidFill>
                <a:latin typeface="Tahoma"/>
                <a:cs typeface="Tahoma"/>
              </a:rPr>
              <a:t> </a:t>
            </a:r>
            <a:r>
              <a:rPr sz="2800" spc="95" dirty="0">
                <a:solidFill>
                  <a:srgbClr val="494949"/>
                </a:solidFill>
                <a:latin typeface="Tahoma"/>
                <a:cs typeface="Tahoma"/>
              </a:rPr>
              <a:t>the</a:t>
            </a:r>
            <a:r>
              <a:rPr sz="2800" spc="-150" dirty="0">
                <a:solidFill>
                  <a:srgbClr val="494949"/>
                </a:solidFill>
                <a:latin typeface="Tahoma"/>
                <a:cs typeface="Tahoma"/>
              </a:rPr>
              <a:t> </a:t>
            </a:r>
            <a:r>
              <a:rPr sz="2800" spc="75" dirty="0">
                <a:solidFill>
                  <a:srgbClr val="494949"/>
                </a:solidFill>
                <a:latin typeface="Tahoma"/>
                <a:cs typeface="Tahoma"/>
              </a:rPr>
              <a:t>tree</a:t>
            </a:r>
            <a:r>
              <a:rPr sz="2800" spc="-145" dirty="0">
                <a:solidFill>
                  <a:srgbClr val="494949"/>
                </a:solidFill>
                <a:latin typeface="Tahoma"/>
                <a:cs typeface="Tahoma"/>
              </a:rPr>
              <a:t> </a:t>
            </a:r>
            <a:r>
              <a:rPr sz="2800" spc="60" dirty="0">
                <a:solidFill>
                  <a:srgbClr val="494949"/>
                </a:solidFill>
                <a:latin typeface="Tahoma"/>
                <a:cs typeface="Tahoma"/>
              </a:rPr>
              <a:t>by</a:t>
            </a:r>
            <a:r>
              <a:rPr sz="2800" spc="-155" dirty="0">
                <a:solidFill>
                  <a:srgbClr val="494949"/>
                </a:solidFill>
                <a:latin typeface="Tahoma"/>
                <a:cs typeface="Tahoma"/>
              </a:rPr>
              <a:t> </a:t>
            </a:r>
            <a:r>
              <a:rPr sz="2800" spc="100" dirty="0">
                <a:solidFill>
                  <a:srgbClr val="494949"/>
                </a:solidFill>
                <a:latin typeface="Tahoma"/>
                <a:cs typeface="Tahoma"/>
              </a:rPr>
              <a:t>only</a:t>
            </a:r>
            <a:r>
              <a:rPr sz="2800" spc="-150" dirty="0">
                <a:solidFill>
                  <a:srgbClr val="494949"/>
                </a:solidFill>
                <a:latin typeface="Tahoma"/>
                <a:cs typeface="Tahoma"/>
              </a:rPr>
              <a:t> </a:t>
            </a:r>
            <a:r>
              <a:rPr sz="2800" spc="95" dirty="0">
                <a:solidFill>
                  <a:srgbClr val="494949"/>
                </a:solidFill>
                <a:latin typeface="Tahoma"/>
                <a:cs typeface="Tahoma"/>
              </a:rPr>
              <a:t>considering</a:t>
            </a:r>
            <a:r>
              <a:rPr sz="2800" spc="-160" dirty="0">
                <a:solidFill>
                  <a:srgbClr val="494949"/>
                </a:solidFill>
                <a:latin typeface="Tahoma"/>
                <a:cs typeface="Tahoma"/>
              </a:rPr>
              <a:t> </a:t>
            </a:r>
            <a:r>
              <a:rPr sz="2800" spc="145" dirty="0">
                <a:solidFill>
                  <a:srgbClr val="494949"/>
                </a:solidFill>
                <a:latin typeface="Tahoma"/>
                <a:cs typeface="Tahoma"/>
              </a:rPr>
              <a:t>random </a:t>
            </a:r>
            <a:r>
              <a:rPr sz="2800" spc="-860" dirty="0">
                <a:solidFill>
                  <a:srgbClr val="494949"/>
                </a:solidFill>
                <a:latin typeface="Tahoma"/>
                <a:cs typeface="Tahoma"/>
              </a:rPr>
              <a:t> </a:t>
            </a:r>
            <a:r>
              <a:rPr sz="2800" spc="100" dirty="0">
                <a:solidFill>
                  <a:srgbClr val="494949"/>
                </a:solidFill>
                <a:latin typeface="Tahoma"/>
                <a:cs typeface="Tahoma"/>
              </a:rPr>
              <a:t>subsets </a:t>
            </a:r>
            <a:r>
              <a:rPr sz="2800" spc="114" dirty="0">
                <a:solidFill>
                  <a:srgbClr val="494949"/>
                </a:solidFill>
                <a:latin typeface="Tahoma"/>
                <a:cs typeface="Tahoma"/>
              </a:rPr>
              <a:t>of </a:t>
            </a:r>
            <a:r>
              <a:rPr sz="2800" spc="90" dirty="0">
                <a:solidFill>
                  <a:srgbClr val="494949"/>
                </a:solidFill>
                <a:latin typeface="Tahoma"/>
                <a:cs typeface="Tahoma"/>
              </a:rPr>
              <a:t>variables </a:t>
            </a:r>
            <a:r>
              <a:rPr sz="2800" spc="65" dirty="0">
                <a:solidFill>
                  <a:srgbClr val="494949"/>
                </a:solidFill>
                <a:latin typeface="Tahoma"/>
                <a:cs typeface="Tahoma"/>
              </a:rPr>
              <a:t>at </a:t>
            </a:r>
            <a:r>
              <a:rPr sz="2800" spc="90" dirty="0">
                <a:solidFill>
                  <a:srgbClr val="494949"/>
                </a:solidFill>
                <a:latin typeface="Tahoma"/>
                <a:cs typeface="Tahoma"/>
              </a:rPr>
              <a:t>each </a:t>
            </a:r>
            <a:r>
              <a:rPr sz="2800" spc="55" dirty="0">
                <a:solidFill>
                  <a:srgbClr val="494949"/>
                </a:solidFill>
                <a:latin typeface="Tahoma"/>
                <a:cs typeface="Tahoma"/>
              </a:rPr>
              <a:t>step. </a:t>
            </a:r>
            <a:r>
              <a:rPr sz="2800" spc="90" dirty="0">
                <a:solidFill>
                  <a:srgbClr val="494949"/>
                </a:solidFill>
                <a:latin typeface="Tahoma"/>
                <a:cs typeface="Tahoma"/>
              </a:rPr>
              <a:t>By </a:t>
            </a:r>
            <a:r>
              <a:rPr sz="2800" spc="85" dirty="0">
                <a:solidFill>
                  <a:srgbClr val="494949"/>
                </a:solidFill>
                <a:latin typeface="Tahoma"/>
                <a:cs typeface="Tahoma"/>
              </a:rPr>
              <a:t>following </a:t>
            </a:r>
            <a:r>
              <a:rPr sz="2800" spc="95" dirty="0">
                <a:solidFill>
                  <a:srgbClr val="494949"/>
                </a:solidFill>
                <a:latin typeface="Tahoma"/>
                <a:cs typeface="Tahoma"/>
              </a:rPr>
              <a:t>the </a:t>
            </a:r>
            <a:r>
              <a:rPr sz="2800" spc="90" dirty="0">
                <a:solidFill>
                  <a:srgbClr val="494949"/>
                </a:solidFill>
                <a:latin typeface="Tahoma"/>
                <a:cs typeface="Tahoma"/>
              </a:rPr>
              <a:t>above </a:t>
            </a:r>
            <a:r>
              <a:rPr sz="2800" spc="-860" dirty="0">
                <a:solidFill>
                  <a:srgbClr val="494949"/>
                </a:solidFill>
                <a:latin typeface="Tahoma"/>
                <a:cs typeface="Tahoma"/>
              </a:rPr>
              <a:t> </a:t>
            </a:r>
            <a:r>
              <a:rPr sz="2800" spc="70" dirty="0">
                <a:solidFill>
                  <a:srgbClr val="494949"/>
                </a:solidFill>
                <a:latin typeface="Tahoma"/>
                <a:cs typeface="Tahoma"/>
              </a:rPr>
              <a:t>process,</a:t>
            </a:r>
            <a:r>
              <a:rPr sz="2800" spc="-165" dirty="0">
                <a:solidFill>
                  <a:srgbClr val="494949"/>
                </a:solidFill>
                <a:latin typeface="Tahoma"/>
                <a:cs typeface="Tahoma"/>
              </a:rPr>
              <a:t> </a:t>
            </a:r>
            <a:r>
              <a:rPr sz="2800" spc="155" dirty="0">
                <a:solidFill>
                  <a:srgbClr val="494949"/>
                </a:solidFill>
                <a:latin typeface="Tahoma"/>
                <a:cs typeface="Tahoma"/>
              </a:rPr>
              <a:t>our</a:t>
            </a:r>
            <a:r>
              <a:rPr sz="2800" spc="-170" dirty="0">
                <a:solidFill>
                  <a:srgbClr val="494949"/>
                </a:solidFill>
                <a:latin typeface="Tahoma"/>
                <a:cs typeface="Tahoma"/>
              </a:rPr>
              <a:t> </a:t>
            </a:r>
            <a:r>
              <a:rPr sz="2800" spc="75" dirty="0">
                <a:solidFill>
                  <a:srgbClr val="494949"/>
                </a:solidFill>
                <a:latin typeface="Tahoma"/>
                <a:cs typeface="Tahoma"/>
              </a:rPr>
              <a:t>tree</a:t>
            </a:r>
            <a:r>
              <a:rPr sz="2800" spc="-165" dirty="0">
                <a:solidFill>
                  <a:srgbClr val="494949"/>
                </a:solidFill>
                <a:latin typeface="Tahoma"/>
                <a:cs typeface="Tahoma"/>
              </a:rPr>
              <a:t> </a:t>
            </a:r>
            <a:r>
              <a:rPr sz="2800" spc="100" dirty="0">
                <a:solidFill>
                  <a:srgbClr val="494949"/>
                </a:solidFill>
                <a:latin typeface="Tahoma"/>
                <a:cs typeface="Tahoma"/>
              </a:rPr>
              <a:t>w</a:t>
            </a:r>
            <a:r>
              <a:rPr sz="2800" spc="140" dirty="0">
                <a:solidFill>
                  <a:srgbClr val="494949"/>
                </a:solidFill>
                <a:latin typeface="Tahoma"/>
                <a:cs typeface="Tahoma"/>
              </a:rPr>
              <a:t>ould</a:t>
            </a:r>
            <a:r>
              <a:rPr sz="2800" spc="-170" dirty="0">
                <a:solidFill>
                  <a:srgbClr val="494949"/>
                </a:solidFill>
                <a:latin typeface="Tahoma"/>
                <a:cs typeface="Tahoma"/>
              </a:rPr>
              <a:t> </a:t>
            </a:r>
            <a:r>
              <a:rPr sz="2800" spc="120" dirty="0">
                <a:solidFill>
                  <a:srgbClr val="494949"/>
                </a:solidFill>
                <a:latin typeface="Tahoma"/>
                <a:cs typeface="Tahoma"/>
              </a:rPr>
              <a:t>look</a:t>
            </a:r>
            <a:r>
              <a:rPr sz="2800" spc="-160" dirty="0">
                <a:solidFill>
                  <a:srgbClr val="494949"/>
                </a:solidFill>
                <a:latin typeface="Tahoma"/>
                <a:cs typeface="Tahoma"/>
              </a:rPr>
              <a:t> </a:t>
            </a:r>
            <a:r>
              <a:rPr sz="2800" spc="110" dirty="0">
                <a:solidFill>
                  <a:srgbClr val="494949"/>
                </a:solidFill>
                <a:latin typeface="Tahoma"/>
                <a:cs typeface="Tahoma"/>
              </a:rPr>
              <a:t>something</a:t>
            </a:r>
            <a:r>
              <a:rPr sz="2800" spc="-175" dirty="0">
                <a:solidFill>
                  <a:srgbClr val="494949"/>
                </a:solidFill>
                <a:latin typeface="Tahoma"/>
                <a:cs typeface="Tahoma"/>
              </a:rPr>
              <a:t> </a:t>
            </a:r>
            <a:r>
              <a:rPr sz="2800" spc="60" dirty="0">
                <a:solidFill>
                  <a:srgbClr val="494949"/>
                </a:solidFill>
                <a:latin typeface="Tahoma"/>
                <a:cs typeface="Tahoma"/>
              </a:rPr>
              <a:t>like</a:t>
            </a:r>
            <a:r>
              <a:rPr sz="2800" spc="-155" dirty="0">
                <a:solidFill>
                  <a:srgbClr val="494949"/>
                </a:solidFill>
                <a:latin typeface="Tahoma"/>
                <a:cs typeface="Tahoma"/>
              </a:rPr>
              <a:t> </a:t>
            </a:r>
            <a:r>
              <a:rPr sz="2800" spc="15" dirty="0">
                <a:solidFill>
                  <a:srgbClr val="494949"/>
                </a:solidFill>
                <a:latin typeface="Tahoma"/>
                <a:cs typeface="Tahoma"/>
              </a:rPr>
              <a:t>this:</a:t>
            </a:r>
            <a:endParaRPr sz="2800" dirty="0">
              <a:latin typeface="Tahoma"/>
              <a:cs typeface="Tahoma"/>
            </a:endParaRPr>
          </a:p>
        </p:txBody>
      </p:sp>
      <p:grpSp>
        <p:nvGrpSpPr>
          <p:cNvPr id="3" name="object 3"/>
          <p:cNvGrpSpPr/>
          <p:nvPr/>
        </p:nvGrpSpPr>
        <p:grpSpPr>
          <a:xfrm>
            <a:off x="3576828" y="3775709"/>
            <a:ext cx="4772025" cy="2857500"/>
            <a:chOff x="3576828" y="3775709"/>
            <a:chExt cx="4772025" cy="2857500"/>
          </a:xfrm>
        </p:grpSpPr>
        <p:pic>
          <p:nvPicPr>
            <p:cNvPr id="4" name="object 4"/>
            <p:cNvPicPr/>
            <p:nvPr/>
          </p:nvPicPr>
          <p:blipFill>
            <a:blip r:embed="rId2" cstate="print"/>
            <a:stretch>
              <a:fillRect/>
            </a:stretch>
          </p:blipFill>
          <p:spPr>
            <a:xfrm>
              <a:off x="3576828" y="3775709"/>
              <a:ext cx="4771644" cy="2857500"/>
            </a:xfrm>
            <a:prstGeom prst="rect">
              <a:avLst/>
            </a:prstGeom>
          </p:spPr>
        </p:pic>
        <p:sp>
          <p:nvSpPr>
            <p:cNvPr id="5" name="object 5"/>
            <p:cNvSpPr/>
            <p:nvPr/>
          </p:nvSpPr>
          <p:spPr>
            <a:xfrm>
              <a:off x="4102608" y="3997451"/>
              <a:ext cx="834390" cy="220979"/>
            </a:xfrm>
            <a:custGeom>
              <a:avLst/>
              <a:gdLst/>
              <a:ahLst/>
              <a:cxnLst/>
              <a:rect l="l" t="t" r="r" b="b"/>
              <a:pathLst>
                <a:path w="834389" h="220979">
                  <a:moveTo>
                    <a:pt x="834389" y="0"/>
                  </a:moveTo>
                  <a:lnTo>
                    <a:pt x="0" y="0"/>
                  </a:lnTo>
                  <a:lnTo>
                    <a:pt x="0" y="220980"/>
                  </a:lnTo>
                  <a:lnTo>
                    <a:pt x="834389" y="220980"/>
                  </a:lnTo>
                  <a:lnTo>
                    <a:pt x="834389" y="0"/>
                  </a:lnTo>
                  <a:close/>
                </a:path>
              </a:pathLst>
            </a:custGeom>
            <a:solidFill>
              <a:srgbClr val="FFFFFF"/>
            </a:solidFill>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36851"/>
            <a:ext cx="10358755" cy="3171825"/>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600" b="1" i="1" dirty="0">
                <a:solidFill>
                  <a:srgbClr val="494949"/>
                </a:solidFill>
                <a:latin typeface="Trebuchet MS"/>
                <a:cs typeface="Trebuchet MS"/>
              </a:rPr>
              <a:t>Step</a:t>
            </a:r>
            <a:r>
              <a:rPr sz="2600" b="1" i="1" spc="-105" dirty="0">
                <a:solidFill>
                  <a:srgbClr val="494949"/>
                </a:solidFill>
                <a:latin typeface="Trebuchet MS"/>
                <a:cs typeface="Trebuchet MS"/>
              </a:rPr>
              <a:t> </a:t>
            </a:r>
            <a:r>
              <a:rPr sz="2600" b="1" i="1" spc="-100" dirty="0">
                <a:solidFill>
                  <a:srgbClr val="494949"/>
                </a:solidFill>
                <a:latin typeface="Trebuchet MS"/>
                <a:cs typeface="Trebuchet MS"/>
              </a:rPr>
              <a:t>3</a:t>
            </a:r>
            <a:r>
              <a:rPr sz="2600" b="1" i="1" spc="-215" dirty="0">
                <a:solidFill>
                  <a:srgbClr val="494949"/>
                </a:solidFill>
                <a:latin typeface="Trebuchet MS"/>
                <a:cs typeface="Trebuchet MS"/>
              </a:rPr>
              <a:t>:</a:t>
            </a:r>
            <a:r>
              <a:rPr sz="2600" b="1" i="1" spc="-105" dirty="0">
                <a:solidFill>
                  <a:srgbClr val="494949"/>
                </a:solidFill>
                <a:latin typeface="Trebuchet MS"/>
                <a:cs typeface="Trebuchet MS"/>
              </a:rPr>
              <a:t> </a:t>
            </a:r>
            <a:r>
              <a:rPr sz="2600" b="1" i="1" spc="35" dirty="0">
                <a:solidFill>
                  <a:srgbClr val="494949"/>
                </a:solidFill>
                <a:latin typeface="Trebuchet MS"/>
                <a:cs typeface="Trebuchet MS"/>
              </a:rPr>
              <a:t>Go</a:t>
            </a:r>
            <a:r>
              <a:rPr sz="2600" b="1" i="1" spc="-105" dirty="0">
                <a:solidFill>
                  <a:srgbClr val="494949"/>
                </a:solidFill>
                <a:latin typeface="Trebuchet MS"/>
                <a:cs typeface="Trebuchet MS"/>
              </a:rPr>
              <a:t> </a:t>
            </a:r>
            <a:r>
              <a:rPr sz="2600" b="1" i="1" spc="5" dirty="0">
                <a:solidFill>
                  <a:srgbClr val="494949"/>
                </a:solidFill>
                <a:latin typeface="Trebuchet MS"/>
                <a:cs typeface="Trebuchet MS"/>
              </a:rPr>
              <a:t>bac</a:t>
            </a:r>
            <a:r>
              <a:rPr sz="2600" b="1" i="1" spc="10" dirty="0">
                <a:solidFill>
                  <a:srgbClr val="494949"/>
                </a:solidFill>
                <a:latin typeface="Trebuchet MS"/>
                <a:cs typeface="Trebuchet MS"/>
              </a:rPr>
              <a:t>k</a:t>
            </a:r>
            <a:r>
              <a:rPr sz="2600" b="1" i="1" spc="-100" dirty="0">
                <a:solidFill>
                  <a:srgbClr val="494949"/>
                </a:solidFill>
                <a:latin typeface="Trebuchet MS"/>
                <a:cs typeface="Trebuchet MS"/>
              </a:rPr>
              <a:t> </a:t>
            </a:r>
            <a:r>
              <a:rPr sz="2600" b="1" i="1" spc="-20" dirty="0">
                <a:solidFill>
                  <a:srgbClr val="494949"/>
                </a:solidFill>
                <a:latin typeface="Trebuchet MS"/>
                <a:cs typeface="Trebuchet MS"/>
              </a:rPr>
              <a:t>to</a:t>
            </a:r>
            <a:r>
              <a:rPr sz="2600" b="1" i="1" spc="-110" dirty="0">
                <a:solidFill>
                  <a:srgbClr val="494949"/>
                </a:solidFill>
                <a:latin typeface="Trebuchet MS"/>
                <a:cs typeface="Trebuchet MS"/>
              </a:rPr>
              <a:t> </a:t>
            </a:r>
            <a:r>
              <a:rPr sz="2600" b="1" i="1" dirty="0">
                <a:solidFill>
                  <a:srgbClr val="494949"/>
                </a:solidFill>
                <a:latin typeface="Trebuchet MS"/>
                <a:cs typeface="Trebuchet MS"/>
              </a:rPr>
              <a:t>Step</a:t>
            </a:r>
            <a:r>
              <a:rPr sz="2600" b="1" i="1" spc="-114" dirty="0">
                <a:solidFill>
                  <a:srgbClr val="494949"/>
                </a:solidFill>
                <a:latin typeface="Trebuchet MS"/>
                <a:cs typeface="Trebuchet MS"/>
              </a:rPr>
              <a:t> </a:t>
            </a:r>
            <a:r>
              <a:rPr sz="2600" b="1" i="1" spc="-95" dirty="0">
                <a:solidFill>
                  <a:srgbClr val="494949"/>
                </a:solidFill>
                <a:latin typeface="Trebuchet MS"/>
                <a:cs typeface="Trebuchet MS"/>
              </a:rPr>
              <a:t>1</a:t>
            </a:r>
            <a:r>
              <a:rPr sz="2600" b="1" i="1" spc="-105" dirty="0">
                <a:solidFill>
                  <a:srgbClr val="494949"/>
                </a:solidFill>
                <a:latin typeface="Trebuchet MS"/>
                <a:cs typeface="Trebuchet MS"/>
              </a:rPr>
              <a:t> </a:t>
            </a:r>
            <a:r>
              <a:rPr sz="2600" b="1" i="1" spc="30" dirty="0">
                <a:solidFill>
                  <a:srgbClr val="494949"/>
                </a:solidFill>
                <a:latin typeface="Trebuchet MS"/>
                <a:cs typeface="Trebuchet MS"/>
              </a:rPr>
              <a:t>an</a:t>
            </a:r>
            <a:r>
              <a:rPr sz="2600" b="1" i="1" spc="35" dirty="0">
                <a:solidFill>
                  <a:srgbClr val="494949"/>
                </a:solidFill>
                <a:latin typeface="Trebuchet MS"/>
                <a:cs typeface="Trebuchet MS"/>
              </a:rPr>
              <a:t>d</a:t>
            </a:r>
            <a:r>
              <a:rPr sz="2600" b="1" i="1" spc="-85" dirty="0">
                <a:solidFill>
                  <a:srgbClr val="494949"/>
                </a:solidFill>
                <a:latin typeface="Trebuchet MS"/>
                <a:cs typeface="Trebuchet MS"/>
              </a:rPr>
              <a:t> </a:t>
            </a:r>
            <a:r>
              <a:rPr sz="2600" b="1" i="1" spc="-20" dirty="0">
                <a:solidFill>
                  <a:srgbClr val="494949"/>
                </a:solidFill>
                <a:latin typeface="Trebuchet MS"/>
                <a:cs typeface="Trebuchet MS"/>
              </a:rPr>
              <a:t>Repeat</a:t>
            </a:r>
            <a:endParaRPr sz="2600">
              <a:latin typeface="Trebuchet MS"/>
              <a:cs typeface="Trebuchet MS"/>
            </a:endParaRPr>
          </a:p>
          <a:p>
            <a:pPr marL="241300" indent="-228600">
              <a:lnSpc>
                <a:spcPts val="2655"/>
              </a:lnSpc>
              <a:spcBef>
                <a:spcPts val="70"/>
              </a:spcBef>
              <a:buFont typeface="Arial MT"/>
              <a:buChar char="•"/>
              <a:tabLst>
                <a:tab pos="241300" algn="l"/>
              </a:tabLst>
            </a:pPr>
            <a:r>
              <a:rPr sz="2600" spc="50" dirty="0">
                <a:solidFill>
                  <a:srgbClr val="494949"/>
                </a:solidFill>
                <a:latin typeface="Tahoma"/>
                <a:cs typeface="Tahoma"/>
              </a:rPr>
              <a:t>Like</a:t>
            </a:r>
            <a:r>
              <a:rPr sz="2600" spc="-130" dirty="0">
                <a:solidFill>
                  <a:srgbClr val="494949"/>
                </a:solidFill>
                <a:latin typeface="Tahoma"/>
                <a:cs typeface="Tahoma"/>
              </a:rPr>
              <a:t> </a:t>
            </a:r>
            <a:r>
              <a:rPr sz="2600" spc="-245" dirty="0">
                <a:solidFill>
                  <a:srgbClr val="494949"/>
                </a:solidFill>
                <a:latin typeface="Tahoma"/>
                <a:cs typeface="Tahoma"/>
              </a:rPr>
              <a:t>I</a:t>
            </a:r>
            <a:r>
              <a:rPr sz="2600" spc="-130" dirty="0">
                <a:solidFill>
                  <a:srgbClr val="494949"/>
                </a:solidFill>
                <a:latin typeface="Tahoma"/>
                <a:cs typeface="Tahoma"/>
              </a:rPr>
              <a:t> </a:t>
            </a:r>
            <a:r>
              <a:rPr sz="2600" spc="120" dirty="0">
                <a:solidFill>
                  <a:srgbClr val="494949"/>
                </a:solidFill>
                <a:latin typeface="Tahoma"/>
                <a:cs typeface="Tahoma"/>
              </a:rPr>
              <a:t>mentioned</a:t>
            </a:r>
            <a:r>
              <a:rPr sz="2600" spc="-130" dirty="0">
                <a:solidFill>
                  <a:srgbClr val="494949"/>
                </a:solidFill>
                <a:latin typeface="Tahoma"/>
                <a:cs typeface="Tahoma"/>
              </a:rPr>
              <a:t> </a:t>
            </a:r>
            <a:r>
              <a:rPr sz="2600" spc="55" dirty="0">
                <a:solidFill>
                  <a:srgbClr val="494949"/>
                </a:solidFill>
                <a:latin typeface="Tahoma"/>
                <a:cs typeface="Tahoma"/>
              </a:rPr>
              <a:t>earlier,</a:t>
            </a:r>
            <a:r>
              <a:rPr sz="2600" spc="-125" dirty="0">
                <a:solidFill>
                  <a:srgbClr val="494949"/>
                </a:solidFill>
                <a:latin typeface="Tahoma"/>
                <a:cs typeface="Tahoma"/>
              </a:rPr>
              <a:t> </a:t>
            </a:r>
            <a:r>
              <a:rPr sz="2600" spc="125" dirty="0">
                <a:solidFill>
                  <a:srgbClr val="494949"/>
                </a:solidFill>
                <a:latin typeface="Tahoma"/>
                <a:cs typeface="Tahoma"/>
              </a:rPr>
              <a:t>Random</a:t>
            </a:r>
            <a:r>
              <a:rPr sz="2600" spc="-130" dirty="0">
                <a:solidFill>
                  <a:srgbClr val="494949"/>
                </a:solidFill>
                <a:latin typeface="Tahoma"/>
                <a:cs typeface="Tahoma"/>
              </a:rPr>
              <a:t> </a:t>
            </a:r>
            <a:r>
              <a:rPr sz="2600" spc="65" dirty="0">
                <a:solidFill>
                  <a:srgbClr val="494949"/>
                </a:solidFill>
                <a:latin typeface="Tahoma"/>
                <a:cs typeface="Tahoma"/>
              </a:rPr>
              <a:t>Forest</a:t>
            </a:r>
            <a:r>
              <a:rPr sz="2600" spc="-130" dirty="0">
                <a:solidFill>
                  <a:srgbClr val="494949"/>
                </a:solidFill>
                <a:latin typeface="Tahoma"/>
                <a:cs typeface="Tahoma"/>
              </a:rPr>
              <a:t> </a:t>
            </a:r>
            <a:r>
              <a:rPr sz="2600" spc="70" dirty="0">
                <a:solidFill>
                  <a:srgbClr val="494949"/>
                </a:solidFill>
                <a:latin typeface="Tahoma"/>
                <a:cs typeface="Tahoma"/>
              </a:rPr>
              <a:t>is</a:t>
            </a:r>
            <a:r>
              <a:rPr sz="2600" spc="-130" dirty="0">
                <a:solidFill>
                  <a:srgbClr val="494949"/>
                </a:solidFill>
                <a:latin typeface="Tahoma"/>
                <a:cs typeface="Tahoma"/>
              </a:rPr>
              <a:t> </a:t>
            </a:r>
            <a:r>
              <a:rPr sz="2600" spc="80" dirty="0">
                <a:solidFill>
                  <a:srgbClr val="494949"/>
                </a:solidFill>
                <a:latin typeface="Tahoma"/>
                <a:cs typeface="Tahoma"/>
              </a:rPr>
              <a:t>a</a:t>
            </a:r>
            <a:r>
              <a:rPr sz="2600" spc="-135" dirty="0">
                <a:solidFill>
                  <a:srgbClr val="494949"/>
                </a:solidFill>
                <a:latin typeface="Tahoma"/>
                <a:cs typeface="Tahoma"/>
              </a:rPr>
              <a:t> </a:t>
            </a:r>
            <a:r>
              <a:rPr sz="2600" spc="85" dirty="0">
                <a:solidFill>
                  <a:srgbClr val="494949"/>
                </a:solidFill>
                <a:latin typeface="Tahoma"/>
                <a:cs typeface="Tahoma"/>
              </a:rPr>
              <a:t>collection</a:t>
            </a:r>
            <a:r>
              <a:rPr sz="2600" spc="-114" dirty="0">
                <a:solidFill>
                  <a:srgbClr val="494949"/>
                </a:solidFill>
                <a:latin typeface="Tahoma"/>
                <a:cs typeface="Tahoma"/>
              </a:rPr>
              <a:t> </a:t>
            </a:r>
            <a:r>
              <a:rPr sz="2600" spc="105" dirty="0">
                <a:solidFill>
                  <a:srgbClr val="494949"/>
                </a:solidFill>
                <a:latin typeface="Tahoma"/>
                <a:cs typeface="Tahoma"/>
              </a:rPr>
              <a:t>of</a:t>
            </a:r>
            <a:r>
              <a:rPr sz="2600" spc="-135" dirty="0">
                <a:solidFill>
                  <a:srgbClr val="494949"/>
                </a:solidFill>
                <a:latin typeface="Tahoma"/>
                <a:cs typeface="Tahoma"/>
              </a:rPr>
              <a:t> </a:t>
            </a:r>
            <a:r>
              <a:rPr sz="2600" spc="95" dirty="0">
                <a:solidFill>
                  <a:srgbClr val="494949"/>
                </a:solidFill>
                <a:latin typeface="Tahoma"/>
                <a:cs typeface="Tahoma"/>
              </a:rPr>
              <a:t>Decision</a:t>
            </a:r>
            <a:endParaRPr sz="2600">
              <a:latin typeface="Tahoma"/>
              <a:cs typeface="Tahoma"/>
            </a:endParaRPr>
          </a:p>
          <a:p>
            <a:pPr marL="241300">
              <a:lnSpc>
                <a:spcPts val="2185"/>
              </a:lnSpc>
            </a:pPr>
            <a:r>
              <a:rPr sz="2600" dirty="0">
                <a:solidFill>
                  <a:srgbClr val="494949"/>
                </a:solidFill>
                <a:latin typeface="Tahoma"/>
                <a:cs typeface="Tahoma"/>
              </a:rPr>
              <a:t>Trees.</a:t>
            </a:r>
            <a:r>
              <a:rPr sz="2600" spc="70" dirty="0">
                <a:solidFill>
                  <a:srgbClr val="494949"/>
                </a:solidFill>
                <a:latin typeface="Tahoma"/>
                <a:cs typeface="Tahoma"/>
              </a:rPr>
              <a:t> </a:t>
            </a:r>
            <a:r>
              <a:rPr sz="2600" spc="55" dirty="0">
                <a:solidFill>
                  <a:srgbClr val="494949"/>
                </a:solidFill>
                <a:latin typeface="Tahoma"/>
                <a:cs typeface="Tahoma"/>
              </a:rPr>
              <a:t>Each</a:t>
            </a:r>
            <a:r>
              <a:rPr sz="2600" spc="90" dirty="0">
                <a:solidFill>
                  <a:srgbClr val="494949"/>
                </a:solidFill>
                <a:latin typeface="Tahoma"/>
                <a:cs typeface="Tahoma"/>
              </a:rPr>
              <a:t> Decision</a:t>
            </a:r>
            <a:r>
              <a:rPr sz="2600" spc="95" dirty="0">
                <a:solidFill>
                  <a:srgbClr val="494949"/>
                </a:solidFill>
                <a:latin typeface="Tahoma"/>
                <a:cs typeface="Tahoma"/>
              </a:rPr>
              <a:t> </a:t>
            </a:r>
            <a:r>
              <a:rPr sz="2600" spc="5" dirty="0">
                <a:solidFill>
                  <a:srgbClr val="494949"/>
                </a:solidFill>
                <a:latin typeface="Tahoma"/>
                <a:cs typeface="Tahoma"/>
              </a:rPr>
              <a:t>Tree</a:t>
            </a:r>
            <a:r>
              <a:rPr sz="2600" spc="90" dirty="0">
                <a:solidFill>
                  <a:srgbClr val="494949"/>
                </a:solidFill>
                <a:latin typeface="Tahoma"/>
                <a:cs typeface="Tahoma"/>
              </a:rPr>
              <a:t> </a:t>
            </a:r>
            <a:r>
              <a:rPr sz="2600" spc="85" dirty="0">
                <a:solidFill>
                  <a:srgbClr val="494949"/>
                </a:solidFill>
                <a:latin typeface="Tahoma"/>
                <a:cs typeface="Tahoma"/>
              </a:rPr>
              <a:t>predicts</a:t>
            </a:r>
            <a:r>
              <a:rPr sz="2600" spc="65" dirty="0">
                <a:solidFill>
                  <a:srgbClr val="494949"/>
                </a:solidFill>
                <a:latin typeface="Tahoma"/>
                <a:cs typeface="Tahoma"/>
              </a:rPr>
              <a:t> </a:t>
            </a:r>
            <a:r>
              <a:rPr sz="2600" spc="90" dirty="0">
                <a:solidFill>
                  <a:srgbClr val="494949"/>
                </a:solidFill>
                <a:latin typeface="Tahoma"/>
                <a:cs typeface="Tahoma"/>
              </a:rPr>
              <a:t>the</a:t>
            </a:r>
            <a:r>
              <a:rPr sz="2600" spc="80" dirty="0">
                <a:solidFill>
                  <a:srgbClr val="494949"/>
                </a:solidFill>
                <a:latin typeface="Tahoma"/>
                <a:cs typeface="Tahoma"/>
              </a:rPr>
              <a:t> </a:t>
            </a:r>
            <a:r>
              <a:rPr sz="2600" spc="114" dirty="0">
                <a:solidFill>
                  <a:srgbClr val="494949"/>
                </a:solidFill>
                <a:latin typeface="Tahoma"/>
                <a:cs typeface="Tahoma"/>
              </a:rPr>
              <a:t>output</a:t>
            </a:r>
            <a:r>
              <a:rPr sz="2600" spc="80" dirty="0">
                <a:solidFill>
                  <a:srgbClr val="494949"/>
                </a:solidFill>
                <a:latin typeface="Tahoma"/>
                <a:cs typeface="Tahoma"/>
              </a:rPr>
              <a:t> </a:t>
            </a:r>
            <a:r>
              <a:rPr sz="2600" spc="65" dirty="0">
                <a:solidFill>
                  <a:srgbClr val="494949"/>
                </a:solidFill>
                <a:latin typeface="Tahoma"/>
                <a:cs typeface="Tahoma"/>
              </a:rPr>
              <a:t>class</a:t>
            </a:r>
            <a:r>
              <a:rPr sz="2600" spc="85" dirty="0">
                <a:solidFill>
                  <a:srgbClr val="494949"/>
                </a:solidFill>
                <a:latin typeface="Tahoma"/>
                <a:cs typeface="Tahoma"/>
              </a:rPr>
              <a:t> </a:t>
            </a:r>
            <a:r>
              <a:rPr sz="2600" spc="105" dirty="0">
                <a:solidFill>
                  <a:srgbClr val="494949"/>
                </a:solidFill>
                <a:latin typeface="Tahoma"/>
                <a:cs typeface="Tahoma"/>
              </a:rPr>
              <a:t>based</a:t>
            </a:r>
            <a:r>
              <a:rPr sz="2600" spc="80" dirty="0">
                <a:solidFill>
                  <a:srgbClr val="494949"/>
                </a:solidFill>
                <a:latin typeface="Tahoma"/>
                <a:cs typeface="Tahoma"/>
              </a:rPr>
              <a:t> </a:t>
            </a:r>
            <a:r>
              <a:rPr sz="2600" spc="150" dirty="0">
                <a:solidFill>
                  <a:srgbClr val="494949"/>
                </a:solidFill>
                <a:latin typeface="Tahoma"/>
                <a:cs typeface="Tahoma"/>
              </a:rPr>
              <a:t>on</a:t>
            </a:r>
            <a:r>
              <a:rPr sz="2600" spc="75" dirty="0">
                <a:solidFill>
                  <a:srgbClr val="494949"/>
                </a:solidFill>
                <a:latin typeface="Tahoma"/>
                <a:cs typeface="Tahoma"/>
              </a:rPr>
              <a:t> </a:t>
            </a:r>
            <a:r>
              <a:rPr sz="2600" spc="90" dirty="0">
                <a:solidFill>
                  <a:srgbClr val="494949"/>
                </a:solidFill>
                <a:latin typeface="Tahoma"/>
                <a:cs typeface="Tahoma"/>
              </a:rPr>
              <a:t>the</a:t>
            </a:r>
            <a:endParaRPr sz="2600">
              <a:latin typeface="Tahoma"/>
              <a:cs typeface="Tahoma"/>
            </a:endParaRPr>
          </a:p>
          <a:p>
            <a:pPr marL="241300">
              <a:lnSpc>
                <a:spcPts val="2185"/>
              </a:lnSpc>
              <a:tabLst>
                <a:tab pos="2037080" algn="l"/>
                <a:tab pos="3676015" algn="l"/>
                <a:tab pos="5288280" algn="l"/>
                <a:tab pos="6265545" algn="l"/>
                <a:tab pos="6782434" algn="l"/>
                <a:tab pos="7632065" algn="l"/>
                <a:tab pos="8564245" algn="l"/>
                <a:tab pos="9838055" algn="l"/>
              </a:tabLst>
            </a:pPr>
            <a:r>
              <a:rPr sz="2600" spc="65" dirty="0">
                <a:solidFill>
                  <a:srgbClr val="494949"/>
                </a:solidFill>
                <a:latin typeface="Tahoma"/>
                <a:cs typeface="Tahoma"/>
              </a:rPr>
              <a:t>respective	</a:t>
            </a:r>
            <a:r>
              <a:rPr sz="2600" spc="95" dirty="0">
                <a:solidFill>
                  <a:srgbClr val="494949"/>
                </a:solidFill>
                <a:latin typeface="Tahoma"/>
                <a:cs typeface="Tahoma"/>
              </a:rPr>
              <a:t>predictor	</a:t>
            </a:r>
            <a:r>
              <a:rPr sz="2600" spc="80" dirty="0">
                <a:solidFill>
                  <a:srgbClr val="494949"/>
                </a:solidFill>
                <a:latin typeface="Tahoma"/>
                <a:cs typeface="Tahoma"/>
              </a:rPr>
              <a:t>variables	</a:t>
            </a:r>
            <a:r>
              <a:rPr sz="2600" spc="114" dirty="0">
                <a:solidFill>
                  <a:srgbClr val="494949"/>
                </a:solidFill>
                <a:latin typeface="Tahoma"/>
                <a:cs typeface="Tahoma"/>
              </a:rPr>
              <a:t>used	</a:t>
            </a:r>
            <a:r>
              <a:rPr sz="2600" spc="100" dirty="0">
                <a:solidFill>
                  <a:srgbClr val="494949"/>
                </a:solidFill>
                <a:latin typeface="Tahoma"/>
                <a:cs typeface="Tahoma"/>
              </a:rPr>
              <a:t>in	</a:t>
            </a:r>
            <a:r>
              <a:rPr sz="2600" spc="75" dirty="0">
                <a:solidFill>
                  <a:srgbClr val="494949"/>
                </a:solidFill>
                <a:latin typeface="Tahoma"/>
                <a:cs typeface="Tahoma"/>
              </a:rPr>
              <a:t>that	</a:t>
            </a:r>
            <a:r>
              <a:rPr sz="2600" spc="35" dirty="0">
                <a:solidFill>
                  <a:srgbClr val="494949"/>
                </a:solidFill>
                <a:latin typeface="Tahoma"/>
                <a:cs typeface="Tahoma"/>
              </a:rPr>
              <a:t>tree.	</a:t>
            </a:r>
            <a:r>
              <a:rPr sz="2600" spc="20" dirty="0">
                <a:solidFill>
                  <a:srgbClr val="494949"/>
                </a:solidFill>
                <a:latin typeface="Tahoma"/>
                <a:cs typeface="Tahoma"/>
              </a:rPr>
              <a:t>Finally,	</a:t>
            </a:r>
            <a:r>
              <a:rPr sz="2600" spc="85" dirty="0">
                <a:solidFill>
                  <a:srgbClr val="494949"/>
                </a:solidFill>
                <a:latin typeface="Tahoma"/>
                <a:cs typeface="Tahoma"/>
              </a:rPr>
              <a:t>the</a:t>
            </a:r>
            <a:endParaRPr sz="2600">
              <a:latin typeface="Tahoma"/>
              <a:cs typeface="Tahoma"/>
            </a:endParaRPr>
          </a:p>
          <a:p>
            <a:pPr marL="241300">
              <a:lnSpc>
                <a:spcPts val="2185"/>
              </a:lnSpc>
            </a:pPr>
            <a:r>
              <a:rPr sz="2600" spc="120" dirty="0">
                <a:solidFill>
                  <a:srgbClr val="494949"/>
                </a:solidFill>
                <a:latin typeface="Tahoma"/>
                <a:cs typeface="Tahoma"/>
              </a:rPr>
              <a:t>outcome</a:t>
            </a:r>
            <a:r>
              <a:rPr sz="2600" spc="-45" dirty="0">
                <a:solidFill>
                  <a:srgbClr val="494949"/>
                </a:solidFill>
                <a:latin typeface="Tahoma"/>
                <a:cs typeface="Tahoma"/>
              </a:rPr>
              <a:t> </a:t>
            </a:r>
            <a:r>
              <a:rPr sz="2600" spc="105" dirty="0">
                <a:solidFill>
                  <a:srgbClr val="494949"/>
                </a:solidFill>
                <a:latin typeface="Tahoma"/>
                <a:cs typeface="Tahoma"/>
              </a:rPr>
              <a:t>of</a:t>
            </a:r>
            <a:r>
              <a:rPr sz="2600" spc="-40" dirty="0">
                <a:solidFill>
                  <a:srgbClr val="494949"/>
                </a:solidFill>
                <a:latin typeface="Tahoma"/>
                <a:cs typeface="Tahoma"/>
              </a:rPr>
              <a:t> </a:t>
            </a:r>
            <a:r>
              <a:rPr sz="2600" spc="65" dirty="0">
                <a:solidFill>
                  <a:srgbClr val="494949"/>
                </a:solidFill>
                <a:latin typeface="Tahoma"/>
                <a:cs typeface="Tahoma"/>
              </a:rPr>
              <a:t>all</a:t>
            </a:r>
            <a:r>
              <a:rPr sz="2600" spc="-45" dirty="0">
                <a:solidFill>
                  <a:srgbClr val="494949"/>
                </a:solidFill>
                <a:latin typeface="Tahoma"/>
                <a:cs typeface="Tahoma"/>
              </a:rPr>
              <a:t> </a:t>
            </a:r>
            <a:r>
              <a:rPr sz="2600" spc="90" dirty="0">
                <a:solidFill>
                  <a:srgbClr val="494949"/>
                </a:solidFill>
                <a:latin typeface="Tahoma"/>
                <a:cs typeface="Tahoma"/>
              </a:rPr>
              <a:t>the</a:t>
            </a:r>
            <a:r>
              <a:rPr sz="2600" spc="-25" dirty="0">
                <a:solidFill>
                  <a:srgbClr val="494949"/>
                </a:solidFill>
                <a:latin typeface="Tahoma"/>
                <a:cs typeface="Tahoma"/>
              </a:rPr>
              <a:t> </a:t>
            </a:r>
            <a:r>
              <a:rPr sz="2600" spc="95" dirty="0">
                <a:solidFill>
                  <a:srgbClr val="494949"/>
                </a:solidFill>
                <a:latin typeface="Tahoma"/>
                <a:cs typeface="Tahoma"/>
              </a:rPr>
              <a:t>Decision</a:t>
            </a:r>
            <a:r>
              <a:rPr sz="2600" spc="-25" dirty="0">
                <a:solidFill>
                  <a:srgbClr val="494949"/>
                </a:solidFill>
                <a:latin typeface="Tahoma"/>
                <a:cs typeface="Tahoma"/>
              </a:rPr>
              <a:t> </a:t>
            </a:r>
            <a:r>
              <a:rPr sz="2600" spc="20" dirty="0">
                <a:solidFill>
                  <a:srgbClr val="494949"/>
                </a:solidFill>
                <a:latin typeface="Tahoma"/>
                <a:cs typeface="Tahoma"/>
              </a:rPr>
              <a:t>Trees</a:t>
            </a:r>
            <a:r>
              <a:rPr sz="2600" spc="-40" dirty="0">
                <a:solidFill>
                  <a:srgbClr val="494949"/>
                </a:solidFill>
                <a:latin typeface="Tahoma"/>
                <a:cs typeface="Tahoma"/>
              </a:rPr>
              <a:t> </a:t>
            </a:r>
            <a:r>
              <a:rPr sz="2600" spc="100" dirty="0">
                <a:solidFill>
                  <a:srgbClr val="494949"/>
                </a:solidFill>
                <a:latin typeface="Tahoma"/>
                <a:cs typeface="Tahoma"/>
              </a:rPr>
              <a:t>in</a:t>
            </a:r>
            <a:r>
              <a:rPr sz="2600" spc="-35" dirty="0">
                <a:solidFill>
                  <a:srgbClr val="494949"/>
                </a:solidFill>
                <a:latin typeface="Tahoma"/>
                <a:cs typeface="Tahoma"/>
              </a:rPr>
              <a:t> </a:t>
            </a:r>
            <a:r>
              <a:rPr sz="2600" spc="80" dirty="0">
                <a:solidFill>
                  <a:srgbClr val="494949"/>
                </a:solidFill>
                <a:latin typeface="Tahoma"/>
                <a:cs typeface="Tahoma"/>
              </a:rPr>
              <a:t>a</a:t>
            </a:r>
            <a:r>
              <a:rPr sz="2600" spc="-45" dirty="0">
                <a:solidFill>
                  <a:srgbClr val="494949"/>
                </a:solidFill>
                <a:latin typeface="Tahoma"/>
                <a:cs typeface="Tahoma"/>
              </a:rPr>
              <a:t> </a:t>
            </a:r>
            <a:r>
              <a:rPr sz="2600" spc="125" dirty="0">
                <a:solidFill>
                  <a:srgbClr val="494949"/>
                </a:solidFill>
                <a:latin typeface="Tahoma"/>
                <a:cs typeface="Tahoma"/>
              </a:rPr>
              <a:t>Random</a:t>
            </a:r>
            <a:r>
              <a:rPr sz="2600" spc="-35" dirty="0">
                <a:solidFill>
                  <a:srgbClr val="494949"/>
                </a:solidFill>
                <a:latin typeface="Tahoma"/>
                <a:cs typeface="Tahoma"/>
              </a:rPr>
              <a:t> </a:t>
            </a:r>
            <a:r>
              <a:rPr sz="2600" spc="65" dirty="0">
                <a:solidFill>
                  <a:srgbClr val="494949"/>
                </a:solidFill>
                <a:latin typeface="Tahoma"/>
                <a:cs typeface="Tahoma"/>
              </a:rPr>
              <a:t>Forest</a:t>
            </a:r>
            <a:r>
              <a:rPr sz="2600" spc="-45" dirty="0">
                <a:solidFill>
                  <a:srgbClr val="494949"/>
                </a:solidFill>
                <a:latin typeface="Tahoma"/>
                <a:cs typeface="Tahoma"/>
              </a:rPr>
              <a:t> </a:t>
            </a:r>
            <a:r>
              <a:rPr sz="2600" spc="70" dirty="0">
                <a:solidFill>
                  <a:srgbClr val="494949"/>
                </a:solidFill>
                <a:latin typeface="Tahoma"/>
                <a:cs typeface="Tahoma"/>
              </a:rPr>
              <a:t>is</a:t>
            </a:r>
            <a:r>
              <a:rPr sz="2600" spc="-45" dirty="0">
                <a:solidFill>
                  <a:srgbClr val="494949"/>
                </a:solidFill>
                <a:latin typeface="Tahoma"/>
                <a:cs typeface="Tahoma"/>
              </a:rPr>
              <a:t> </a:t>
            </a:r>
            <a:r>
              <a:rPr sz="2600" spc="100" dirty="0">
                <a:solidFill>
                  <a:srgbClr val="494949"/>
                </a:solidFill>
                <a:latin typeface="Tahoma"/>
                <a:cs typeface="Tahoma"/>
              </a:rPr>
              <a:t>recorded</a:t>
            </a:r>
            <a:endParaRPr sz="2600">
              <a:latin typeface="Tahoma"/>
              <a:cs typeface="Tahoma"/>
            </a:endParaRPr>
          </a:p>
          <a:p>
            <a:pPr marL="241300" marR="5715">
              <a:lnSpc>
                <a:spcPct val="70000"/>
              </a:lnSpc>
              <a:spcBef>
                <a:spcPts val="465"/>
              </a:spcBef>
            </a:pPr>
            <a:r>
              <a:rPr sz="2600" spc="125" dirty="0">
                <a:solidFill>
                  <a:srgbClr val="494949"/>
                </a:solidFill>
                <a:latin typeface="Tahoma"/>
                <a:cs typeface="Tahoma"/>
              </a:rPr>
              <a:t>and </a:t>
            </a:r>
            <a:r>
              <a:rPr sz="2600" spc="90" dirty="0">
                <a:solidFill>
                  <a:srgbClr val="494949"/>
                </a:solidFill>
                <a:latin typeface="Tahoma"/>
                <a:cs typeface="Tahoma"/>
              </a:rPr>
              <a:t>the</a:t>
            </a:r>
            <a:r>
              <a:rPr sz="2600" spc="125" dirty="0">
                <a:solidFill>
                  <a:srgbClr val="494949"/>
                </a:solidFill>
                <a:latin typeface="Tahoma"/>
                <a:cs typeface="Tahoma"/>
              </a:rPr>
              <a:t> </a:t>
            </a:r>
            <a:r>
              <a:rPr sz="2600" spc="60" dirty="0">
                <a:solidFill>
                  <a:srgbClr val="494949"/>
                </a:solidFill>
                <a:latin typeface="Tahoma"/>
                <a:cs typeface="Tahoma"/>
              </a:rPr>
              <a:t>class</a:t>
            </a:r>
            <a:r>
              <a:rPr sz="2600" spc="125" dirty="0">
                <a:solidFill>
                  <a:srgbClr val="494949"/>
                </a:solidFill>
                <a:latin typeface="Tahoma"/>
                <a:cs typeface="Tahoma"/>
              </a:rPr>
              <a:t> </a:t>
            </a:r>
            <a:r>
              <a:rPr sz="2600" spc="85" dirty="0">
                <a:solidFill>
                  <a:srgbClr val="494949"/>
                </a:solidFill>
                <a:latin typeface="Tahoma"/>
                <a:cs typeface="Tahoma"/>
              </a:rPr>
              <a:t>with</a:t>
            </a:r>
            <a:r>
              <a:rPr sz="2600" spc="125" dirty="0">
                <a:solidFill>
                  <a:srgbClr val="494949"/>
                </a:solidFill>
                <a:latin typeface="Tahoma"/>
                <a:cs typeface="Tahoma"/>
              </a:rPr>
              <a:t> </a:t>
            </a:r>
            <a:r>
              <a:rPr sz="2600" spc="90" dirty="0">
                <a:solidFill>
                  <a:srgbClr val="494949"/>
                </a:solidFill>
                <a:latin typeface="Tahoma"/>
                <a:cs typeface="Tahoma"/>
              </a:rPr>
              <a:t>the</a:t>
            </a:r>
            <a:r>
              <a:rPr sz="2600" spc="135" dirty="0">
                <a:solidFill>
                  <a:srgbClr val="494949"/>
                </a:solidFill>
                <a:latin typeface="Tahoma"/>
                <a:cs typeface="Tahoma"/>
              </a:rPr>
              <a:t> </a:t>
            </a:r>
            <a:r>
              <a:rPr sz="2600" spc="75" dirty="0">
                <a:solidFill>
                  <a:srgbClr val="494949"/>
                </a:solidFill>
                <a:latin typeface="Tahoma"/>
                <a:cs typeface="Tahoma"/>
              </a:rPr>
              <a:t>majority</a:t>
            </a:r>
            <a:r>
              <a:rPr sz="2600" spc="130" dirty="0">
                <a:solidFill>
                  <a:srgbClr val="494949"/>
                </a:solidFill>
                <a:latin typeface="Tahoma"/>
                <a:cs typeface="Tahoma"/>
              </a:rPr>
              <a:t> </a:t>
            </a:r>
            <a:r>
              <a:rPr sz="2600" spc="75" dirty="0">
                <a:solidFill>
                  <a:srgbClr val="494949"/>
                </a:solidFill>
                <a:latin typeface="Tahoma"/>
                <a:cs typeface="Tahoma"/>
              </a:rPr>
              <a:t>votes</a:t>
            </a:r>
            <a:r>
              <a:rPr sz="2600" spc="125" dirty="0">
                <a:solidFill>
                  <a:srgbClr val="494949"/>
                </a:solidFill>
                <a:latin typeface="Tahoma"/>
                <a:cs typeface="Tahoma"/>
              </a:rPr>
              <a:t> </a:t>
            </a:r>
            <a:r>
              <a:rPr sz="2600" spc="70" dirty="0">
                <a:solidFill>
                  <a:srgbClr val="494949"/>
                </a:solidFill>
                <a:latin typeface="Tahoma"/>
                <a:cs typeface="Tahoma"/>
              </a:rPr>
              <a:t>is</a:t>
            </a:r>
            <a:r>
              <a:rPr sz="2600" spc="120" dirty="0">
                <a:solidFill>
                  <a:srgbClr val="494949"/>
                </a:solidFill>
                <a:latin typeface="Tahoma"/>
                <a:cs typeface="Tahoma"/>
              </a:rPr>
              <a:t> computed</a:t>
            </a:r>
            <a:r>
              <a:rPr sz="2600" spc="125" dirty="0">
                <a:solidFill>
                  <a:srgbClr val="494949"/>
                </a:solidFill>
                <a:latin typeface="Tahoma"/>
                <a:cs typeface="Tahoma"/>
              </a:rPr>
              <a:t> </a:t>
            </a:r>
            <a:r>
              <a:rPr sz="2600" spc="75" dirty="0">
                <a:solidFill>
                  <a:srgbClr val="494949"/>
                </a:solidFill>
                <a:latin typeface="Tahoma"/>
                <a:cs typeface="Tahoma"/>
              </a:rPr>
              <a:t>as</a:t>
            </a:r>
            <a:r>
              <a:rPr sz="2600" spc="125" dirty="0">
                <a:solidFill>
                  <a:srgbClr val="494949"/>
                </a:solidFill>
                <a:latin typeface="Tahoma"/>
                <a:cs typeface="Tahoma"/>
              </a:rPr>
              <a:t> </a:t>
            </a:r>
            <a:r>
              <a:rPr sz="2600" spc="90" dirty="0">
                <a:solidFill>
                  <a:srgbClr val="494949"/>
                </a:solidFill>
                <a:latin typeface="Tahoma"/>
                <a:cs typeface="Tahoma"/>
              </a:rPr>
              <a:t>the</a:t>
            </a:r>
            <a:r>
              <a:rPr sz="2600" spc="130" dirty="0">
                <a:solidFill>
                  <a:srgbClr val="494949"/>
                </a:solidFill>
                <a:latin typeface="Tahoma"/>
                <a:cs typeface="Tahoma"/>
              </a:rPr>
              <a:t> </a:t>
            </a:r>
            <a:r>
              <a:rPr sz="2600" spc="114" dirty="0">
                <a:solidFill>
                  <a:srgbClr val="494949"/>
                </a:solidFill>
                <a:latin typeface="Tahoma"/>
                <a:cs typeface="Tahoma"/>
              </a:rPr>
              <a:t>output </a:t>
            </a:r>
            <a:r>
              <a:rPr sz="2600" spc="-795" dirty="0">
                <a:solidFill>
                  <a:srgbClr val="494949"/>
                </a:solidFill>
                <a:latin typeface="Tahoma"/>
                <a:cs typeface="Tahoma"/>
              </a:rPr>
              <a:t> </a:t>
            </a:r>
            <a:r>
              <a:rPr sz="2600" spc="35" dirty="0">
                <a:solidFill>
                  <a:srgbClr val="494949"/>
                </a:solidFill>
                <a:latin typeface="Tahoma"/>
                <a:cs typeface="Tahoma"/>
              </a:rPr>
              <a:t>class.</a:t>
            </a:r>
            <a:endParaRPr sz="2600">
              <a:latin typeface="Tahoma"/>
              <a:cs typeface="Tahoma"/>
            </a:endParaRPr>
          </a:p>
          <a:p>
            <a:pPr marL="241300" indent="-228600">
              <a:lnSpc>
                <a:spcPts val="2650"/>
              </a:lnSpc>
              <a:spcBef>
                <a:spcPts val="60"/>
              </a:spcBef>
              <a:buFont typeface="Arial MT"/>
              <a:buChar char="•"/>
              <a:tabLst>
                <a:tab pos="241300" algn="l"/>
              </a:tabLst>
            </a:pPr>
            <a:r>
              <a:rPr sz="2600" spc="20" dirty="0">
                <a:solidFill>
                  <a:srgbClr val="494949"/>
                </a:solidFill>
                <a:latin typeface="Tahoma"/>
                <a:cs typeface="Tahoma"/>
              </a:rPr>
              <a:t>Thus,</a:t>
            </a:r>
            <a:r>
              <a:rPr sz="2600" spc="170" dirty="0">
                <a:solidFill>
                  <a:srgbClr val="494949"/>
                </a:solidFill>
                <a:latin typeface="Tahoma"/>
                <a:cs typeface="Tahoma"/>
              </a:rPr>
              <a:t> </a:t>
            </a:r>
            <a:r>
              <a:rPr sz="2600" spc="90" dirty="0">
                <a:solidFill>
                  <a:srgbClr val="494949"/>
                </a:solidFill>
                <a:latin typeface="Tahoma"/>
                <a:cs typeface="Tahoma"/>
              </a:rPr>
              <a:t>we</a:t>
            </a:r>
            <a:r>
              <a:rPr sz="2600" spc="165" dirty="0">
                <a:solidFill>
                  <a:srgbClr val="494949"/>
                </a:solidFill>
                <a:latin typeface="Tahoma"/>
                <a:cs typeface="Tahoma"/>
              </a:rPr>
              <a:t> </a:t>
            </a:r>
            <a:r>
              <a:rPr sz="2600" spc="120" dirty="0">
                <a:solidFill>
                  <a:srgbClr val="494949"/>
                </a:solidFill>
                <a:latin typeface="Tahoma"/>
                <a:cs typeface="Tahoma"/>
              </a:rPr>
              <a:t>must</a:t>
            </a:r>
            <a:r>
              <a:rPr sz="2600" spc="160" dirty="0">
                <a:solidFill>
                  <a:srgbClr val="494949"/>
                </a:solidFill>
                <a:latin typeface="Tahoma"/>
                <a:cs typeface="Tahoma"/>
              </a:rPr>
              <a:t> </a:t>
            </a:r>
            <a:r>
              <a:rPr sz="2600" spc="114" dirty="0">
                <a:solidFill>
                  <a:srgbClr val="494949"/>
                </a:solidFill>
                <a:latin typeface="Tahoma"/>
                <a:cs typeface="Tahoma"/>
              </a:rPr>
              <a:t>now</a:t>
            </a:r>
            <a:r>
              <a:rPr sz="2600" spc="160" dirty="0">
                <a:solidFill>
                  <a:srgbClr val="494949"/>
                </a:solidFill>
                <a:latin typeface="Tahoma"/>
                <a:cs typeface="Tahoma"/>
              </a:rPr>
              <a:t> </a:t>
            </a:r>
            <a:r>
              <a:rPr sz="2600" spc="65" dirty="0">
                <a:solidFill>
                  <a:srgbClr val="494949"/>
                </a:solidFill>
                <a:latin typeface="Tahoma"/>
                <a:cs typeface="Tahoma"/>
              </a:rPr>
              <a:t>create</a:t>
            </a:r>
            <a:r>
              <a:rPr sz="2600" spc="170" dirty="0">
                <a:solidFill>
                  <a:srgbClr val="494949"/>
                </a:solidFill>
                <a:latin typeface="Tahoma"/>
                <a:cs typeface="Tahoma"/>
              </a:rPr>
              <a:t> </a:t>
            </a:r>
            <a:r>
              <a:rPr sz="2600" spc="135" dirty="0">
                <a:solidFill>
                  <a:srgbClr val="494949"/>
                </a:solidFill>
                <a:latin typeface="Tahoma"/>
                <a:cs typeface="Tahoma"/>
              </a:rPr>
              <a:t>more</a:t>
            </a:r>
            <a:r>
              <a:rPr sz="2600" spc="155" dirty="0">
                <a:solidFill>
                  <a:srgbClr val="494949"/>
                </a:solidFill>
                <a:latin typeface="Tahoma"/>
                <a:cs typeface="Tahoma"/>
              </a:rPr>
              <a:t> </a:t>
            </a:r>
            <a:r>
              <a:rPr sz="2600" spc="95" dirty="0">
                <a:solidFill>
                  <a:srgbClr val="494949"/>
                </a:solidFill>
                <a:latin typeface="Tahoma"/>
                <a:cs typeface="Tahoma"/>
              </a:rPr>
              <a:t>decision</a:t>
            </a:r>
            <a:r>
              <a:rPr sz="2600" spc="165" dirty="0">
                <a:solidFill>
                  <a:srgbClr val="494949"/>
                </a:solidFill>
                <a:latin typeface="Tahoma"/>
                <a:cs typeface="Tahoma"/>
              </a:rPr>
              <a:t> </a:t>
            </a:r>
            <a:r>
              <a:rPr sz="2600" spc="70" dirty="0">
                <a:solidFill>
                  <a:srgbClr val="494949"/>
                </a:solidFill>
                <a:latin typeface="Tahoma"/>
                <a:cs typeface="Tahoma"/>
              </a:rPr>
              <a:t>trees</a:t>
            </a:r>
            <a:r>
              <a:rPr sz="2600" spc="170" dirty="0">
                <a:solidFill>
                  <a:srgbClr val="494949"/>
                </a:solidFill>
                <a:latin typeface="Tahoma"/>
                <a:cs typeface="Tahoma"/>
              </a:rPr>
              <a:t> </a:t>
            </a:r>
            <a:r>
              <a:rPr sz="2600" spc="50" dirty="0">
                <a:solidFill>
                  <a:srgbClr val="494949"/>
                </a:solidFill>
                <a:latin typeface="Tahoma"/>
                <a:cs typeface="Tahoma"/>
              </a:rPr>
              <a:t>by</a:t>
            </a:r>
            <a:r>
              <a:rPr sz="2600" spc="160" dirty="0">
                <a:solidFill>
                  <a:srgbClr val="494949"/>
                </a:solidFill>
                <a:latin typeface="Tahoma"/>
                <a:cs typeface="Tahoma"/>
              </a:rPr>
              <a:t> </a:t>
            </a:r>
            <a:r>
              <a:rPr sz="2600" spc="95" dirty="0">
                <a:solidFill>
                  <a:srgbClr val="494949"/>
                </a:solidFill>
                <a:latin typeface="Tahoma"/>
                <a:cs typeface="Tahoma"/>
              </a:rPr>
              <a:t>considering</a:t>
            </a:r>
            <a:r>
              <a:rPr sz="2600" spc="165" dirty="0">
                <a:solidFill>
                  <a:srgbClr val="494949"/>
                </a:solidFill>
                <a:latin typeface="Tahoma"/>
                <a:cs typeface="Tahoma"/>
              </a:rPr>
              <a:t> </a:t>
            </a:r>
            <a:r>
              <a:rPr sz="2600" spc="80" dirty="0">
                <a:solidFill>
                  <a:srgbClr val="494949"/>
                </a:solidFill>
                <a:latin typeface="Tahoma"/>
                <a:cs typeface="Tahoma"/>
              </a:rPr>
              <a:t>a</a:t>
            </a:r>
            <a:endParaRPr sz="2600">
              <a:latin typeface="Tahoma"/>
              <a:cs typeface="Tahoma"/>
            </a:endParaRPr>
          </a:p>
          <a:p>
            <a:pPr marL="241300" marR="5715">
              <a:lnSpc>
                <a:spcPct val="70000"/>
              </a:lnSpc>
              <a:spcBef>
                <a:spcPts val="470"/>
              </a:spcBef>
            </a:pPr>
            <a:r>
              <a:rPr sz="2600" spc="90" dirty="0">
                <a:solidFill>
                  <a:srgbClr val="494949"/>
                </a:solidFill>
                <a:latin typeface="Tahoma"/>
                <a:cs typeface="Tahoma"/>
              </a:rPr>
              <a:t>subset</a:t>
            </a:r>
            <a:r>
              <a:rPr sz="2600" spc="40" dirty="0">
                <a:solidFill>
                  <a:srgbClr val="494949"/>
                </a:solidFill>
                <a:latin typeface="Tahoma"/>
                <a:cs typeface="Tahoma"/>
              </a:rPr>
              <a:t> </a:t>
            </a:r>
            <a:r>
              <a:rPr sz="2600" spc="105" dirty="0">
                <a:solidFill>
                  <a:srgbClr val="494949"/>
                </a:solidFill>
                <a:latin typeface="Tahoma"/>
                <a:cs typeface="Tahoma"/>
              </a:rPr>
              <a:t>of</a:t>
            </a:r>
            <a:r>
              <a:rPr sz="2600" spc="45" dirty="0">
                <a:solidFill>
                  <a:srgbClr val="494949"/>
                </a:solidFill>
                <a:latin typeface="Tahoma"/>
                <a:cs typeface="Tahoma"/>
              </a:rPr>
              <a:t> </a:t>
            </a:r>
            <a:r>
              <a:rPr sz="2600" spc="135" dirty="0">
                <a:solidFill>
                  <a:srgbClr val="494949"/>
                </a:solidFill>
                <a:latin typeface="Tahoma"/>
                <a:cs typeface="Tahoma"/>
              </a:rPr>
              <a:t>random</a:t>
            </a:r>
            <a:r>
              <a:rPr sz="2600" spc="40" dirty="0">
                <a:solidFill>
                  <a:srgbClr val="494949"/>
                </a:solidFill>
                <a:latin typeface="Tahoma"/>
                <a:cs typeface="Tahoma"/>
              </a:rPr>
              <a:t> </a:t>
            </a:r>
            <a:r>
              <a:rPr sz="2600" spc="95" dirty="0">
                <a:solidFill>
                  <a:srgbClr val="494949"/>
                </a:solidFill>
                <a:latin typeface="Tahoma"/>
                <a:cs typeface="Tahoma"/>
              </a:rPr>
              <a:t>predictor</a:t>
            </a:r>
            <a:r>
              <a:rPr sz="2600" spc="45" dirty="0">
                <a:solidFill>
                  <a:srgbClr val="494949"/>
                </a:solidFill>
                <a:latin typeface="Tahoma"/>
                <a:cs typeface="Tahoma"/>
              </a:rPr>
              <a:t> </a:t>
            </a:r>
            <a:r>
              <a:rPr sz="2600" spc="80" dirty="0">
                <a:solidFill>
                  <a:srgbClr val="494949"/>
                </a:solidFill>
                <a:latin typeface="Tahoma"/>
                <a:cs typeface="Tahoma"/>
              </a:rPr>
              <a:t>variables</a:t>
            </a:r>
            <a:r>
              <a:rPr sz="2600" spc="55" dirty="0">
                <a:solidFill>
                  <a:srgbClr val="494949"/>
                </a:solidFill>
                <a:latin typeface="Tahoma"/>
                <a:cs typeface="Tahoma"/>
              </a:rPr>
              <a:t> </a:t>
            </a:r>
            <a:r>
              <a:rPr sz="2600" spc="60" dirty="0">
                <a:solidFill>
                  <a:srgbClr val="494949"/>
                </a:solidFill>
                <a:latin typeface="Tahoma"/>
                <a:cs typeface="Tahoma"/>
              </a:rPr>
              <a:t>at</a:t>
            </a:r>
            <a:r>
              <a:rPr sz="2600" spc="45" dirty="0">
                <a:solidFill>
                  <a:srgbClr val="494949"/>
                </a:solidFill>
                <a:latin typeface="Tahoma"/>
                <a:cs typeface="Tahoma"/>
              </a:rPr>
              <a:t> </a:t>
            </a:r>
            <a:r>
              <a:rPr sz="2600" spc="85" dirty="0">
                <a:solidFill>
                  <a:srgbClr val="494949"/>
                </a:solidFill>
                <a:latin typeface="Tahoma"/>
                <a:cs typeface="Tahoma"/>
              </a:rPr>
              <a:t>each</a:t>
            </a:r>
            <a:r>
              <a:rPr sz="2600" spc="50" dirty="0">
                <a:solidFill>
                  <a:srgbClr val="494949"/>
                </a:solidFill>
                <a:latin typeface="Tahoma"/>
                <a:cs typeface="Tahoma"/>
              </a:rPr>
              <a:t> step.</a:t>
            </a:r>
            <a:r>
              <a:rPr sz="2600" spc="45" dirty="0">
                <a:solidFill>
                  <a:srgbClr val="494949"/>
                </a:solidFill>
                <a:latin typeface="Tahoma"/>
                <a:cs typeface="Tahoma"/>
              </a:rPr>
              <a:t> </a:t>
            </a:r>
            <a:r>
              <a:rPr sz="2600" spc="-55" dirty="0">
                <a:solidFill>
                  <a:srgbClr val="494949"/>
                </a:solidFill>
                <a:latin typeface="Tahoma"/>
                <a:cs typeface="Tahoma"/>
              </a:rPr>
              <a:t>To</a:t>
            </a:r>
            <a:r>
              <a:rPr sz="2600" spc="50" dirty="0">
                <a:solidFill>
                  <a:srgbClr val="494949"/>
                </a:solidFill>
                <a:latin typeface="Tahoma"/>
                <a:cs typeface="Tahoma"/>
              </a:rPr>
              <a:t> </a:t>
            </a:r>
            <a:r>
              <a:rPr sz="2600" spc="150" dirty="0">
                <a:solidFill>
                  <a:srgbClr val="494949"/>
                </a:solidFill>
                <a:latin typeface="Tahoma"/>
                <a:cs typeface="Tahoma"/>
              </a:rPr>
              <a:t>do</a:t>
            </a:r>
            <a:r>
              <a:rPr sz="2600" spc="45" dirty="0">
                <a:solidFill>
                  <a:srgbClr val="494949"/>
                </a:solidFill>
                <a:latin typeface="Tahoma"/>
                <a:cs typeface="Tahoma"/>
              </a:rPr>
              <a:t> </a:t>
            </a:r>
            <a:r>
              <a:rPr sz="2600" spc="30" dirty="0">
                <a:solidFill>
                  <a:srgbClr val="494949"/>
                </a:solidFill>
                <a:latin typeface="Tahoma"/>
                <a:cs typeface="Tahoma"/>
              </a:rPr>
              <a:t>this,</a:t>
            </a:r>
            <a:r>
              <a:rPr sz="2600" spc="55" dirty="0">
                <a:solidFill>
                  <a:srgbClr val="494949"/>
                </a:solidFill>
                <a:latin typeface="Tahoma"/>
                <a:cs typeface="Tahoma"/>
              </a:rPr>
              <a:t> </a:t>
            </a:r>
            <a:r>
              <a:rPr sz="2600" spc="65" dirty="0">
                <a:solidFill>
                  <a:srgbClr val="494949"/>
                </a:solidFill>
                <a:latin typeface="Tahoma"/>
                <a:cs typeface="Tahoma"/>
              </a:rPr>
              <a:t>go </a:t>
            </a:r>
            <a:r>
              <a:rPr sz="2600" spc="-795" dirty="0">
                <a:solidFill>
                  <a:srgbClr val="494949"/>
                </a:solidFill>
                <a:latin typeface="Tahoma"/>
                <a:cs typeface="Tahoma"/>
              </a:rPr>
              <a:t> </a:t>
            </a:r>
            <a:r>
              <a:rPr sz="2600" spc="85" dirty="0">
                <a:solidFill>
                  <a:srgbClr val="494949"/>
                </a:solidFill>
                <a:latin typeface="Tahoma"/>
                <a:cs typeface="Tahoma"/>
              </a:rPr>
              <a:t>back</a:t>
            </a:r>
            <a:r>
              <a:rPr sz="2600" spc="-130" dirty="0">
                <a:solidFill>
                  <a:srgbClr val="494949"/>
                </a:solidFill>
                <a:latin typeface="Tahoma"/>
                <a:cs typeface="Tahoma"/>
              </a:rPr>
              <a:t> </a:t>
            </a:r>
            <a:r>
              <a:rPr sz="2600" spc="100" dirty="0">
                <a:solidFill>
                  <a:srgbClr val="494949"/>
                </a:solidFill>
                <a:latin typeface="Tahoma"/>
                <a:cs typeface="Tahoma"/>
              </a:rPr>
              <a:t>to</a:t>
            </a:r>
            <a:r>
              <a:rPr sz="2600" spc="-130" dirty="0">
                <a:solidFill>
                  <a:srgbClr val="494949"/>
                </a:solidFill>
                <a:latin typeface="Tahoma"/>
                <a:cs typeface="Tahoma"/>
              </a:rPr>
              <a:t> </a:t>
            </a:r>
            <a:r>
              <a:rPr sz="2600" spc="85" dirty="0">
                <a:solidFill>
                  <a:srgbClr val="494949"/>
                </a:solidFill>
                <a:latin typeface="Tahoma"/>
                <a:cs typeface="Tahoma"/>
              </a:rPr>
              <a:t>step</a:t>
            </a:r>
            <a:r>
              <a:rPr sz="2600" spc="-130" dirty="0">
                <a:solidFill>
                  <a:srgbClr val="494949"/>
                </a:solidFill>
                <a:latin typeface="Tahoma"/>
                <a:cs typeface="Tahoma"/>
              </a:rPr>
              <a:t> </a:t>
            </a:r>
            <a:r>
              <a:rPr sz="2600" spc="-45" dirty="0">
                <a:solidFill>
                  <a:srgbClr val="494949"/>
                </a:solidFill>
                <a:latin typeface="Tahoma"/>
                <a:cs typeface="Tahoma"/>
              </a:rPr>
              <a:t>1,</a:t>
            </a:r>
            <a:r>
              <a:rPr sz="2600" spc="-125" dirty="0">
                <a:solidFill>
                  <a:srgbClr val="494949"/>
                </a:solidFill>
                <a:latin typeface="Tahoma"/>
                <a:cs typeface="Tahoma"/>
              </a:rPr>
              <a:t> </a:t>
            </a:r>
            <a:r>
              <a:rPr sz="2600" spc="65" dirty="0">
                <a:solidFill>
                  <a:srgbClr val="494949"/>
                </a:solidFill>
                <a:latin typeface="Tahoma"/>
                <a:cs typeface="Tahoma"/>
              </a:rPr>
              <a:t>create</a:t>
            </a:r>
            <a:r>
              <a:rPr sz="2600" spc="-125" dirty="0">
                <a:solidFill>
                  <a:srgbClr val="494949"/>
                </a:solidFill>
                <a:latin typeface="Tahoma"/>
                <a:cs typeface="Tahoma"/>
              </a:rPr>
              <a:t> </a:t>
            </a:r>
            <a:r>
              <a:rPr sz="2600" spc="80" dirty="0">
                <a:solidFill>
                  <a:srgbClr val="494949"/>
                </a:solidFill>
                <a:latin typeface="Tahoma"/>
                <a:cs typeface="Tahoma"/>
              </a:rPr>
              <a:t>a</a:t>
            </a:r>
            <a:r>
              <a:rPr sz="2600" spc="-114" dirty="0">
                <a:solidFill>
                  <a:srgbClr val="494949"/>
                </a:solidFill>
                <a:latin typeface="Tahoma"/>
                <a:cs typeface="Tahoma"/>
              </a:rPr>
              <a:t> </a:t>
            </a:r>
            <a:r>
              <a:rPr sz="2600" spc="90" dirty="0">
                <a:solidFill>
                  <a:srgbClr val="494949"/>
                </a:solidFill>
                <a:latin typeface="Tahoma"/>
                <a:cs typeface="Tahoma"/>
              </a:rPr>
              <a:t>new</a:t>
            </a:r>
            <a:r>
              <a:rPr sz="2600" spc="-114" dirty="0">
                <a:solidFill>
                  <a:srgbClr val="494949"/>
                </a:solidFill>
                <a:latin typeface="Tahoma"/>
                <a:cs typeface="Tahoma"/>
              </a:rPr>
              <a:t> </a:t>
            </a:r>
            <a:r>
              <a:rPr sz="2600" spc="110" dirty="0">
                <a:solidFill>
                  <a:srgbClr val="494949"/>
                </a:solidFill>
                <a:latin typeface="Tahoma"/>
                <a:cs typeface="Tahoma"/>
              </a:rPr>
              <a:t>bootstrapped</a:t>
            </a:r>
            <a:r>
              <a:rPr sz="2600" spc="-140" dirty="0">
                <a:solidFill>
                  <a:srgbClr val="494949"/>
                </a:solidFill>
                <a:latin typeface="Tahoma"/>
                <a:cs typeface="Tahoma"/>
              </a:rPr>
              <a:t> </a:t>
            </a:r>
            <a:r>
              <a:rPr sz="2600" spc="90" dirty="0">
                <a:solidFill>
                  <a:srgbClr val="494949"/>
                </a:solidFill>
                <a:latin typeface="Tahoma"/>
                <a:cs typeface="Tahoma"/>
              </a:rPr>
              <a:t>data</a:t>
            </a:r>
            <a:r>
              <a:rPr sz="2600" spc="-125" dirty="0">
                <a:solidFill>
                  <a:srgbClr val="494949"/>
                </a:solidFill>
                <a:latin typeface="Tahoma"/>
                <a:cs typeface="Tahoma"/>
              </a:rPr>
              <a:t> </a:t>
            </a:r>
            <a:r>
              <a:rPr sz="2600" spc="70" dirty="0">
                <a:solidFill>
                  <a:srgbClr val="494949"/>
                </a:solidFill>
                <a:latin typeface="Tahoma"/>
                <a:cs typeface="Tahoma"/>
              </a:rPr>
              <a:t>set</a:t>
            </a:r>
            <a:r>
              <a:rPr sz="2600" spc="-125" dirty="0">
                <a:solidFill>
                  <a:srgbClr val="494949"/>
                </a:solidFill>
                <a:latin typeface="Tahoma"/>
                <a:cs typeface="Tahoma"/>
              </a:rPr>
              <a:t> </a:t>
            </a:r>
            <a:r>
              <a:rPr sz="2600" spc="120" dirty="0">
                <a:solidFill>
                  <a:srgbClr val="494949"/>
                </a:solidFill>
                <a:latin typeface="Tahoma"/>
                <a:cs typeface="Tahoma"/>
              </a:rPr>
              <a:t>and</a:t>
            </a:r>
            <a:r>
              <a:rPr sz="2600" spc="-130" dirty="0">
                <a:solidFill>
                  <a:srgbClr val="494949"/>
                </a:solidFill>
                <a:latin typeface="Tahoma"/>
                <a:cs typeface="Tahoma"/>
              </a:rPr>
              <a:t> </a:t>
            </a:r>
            <a:r>
              <a:rPr sz="2600" spc="105" dirty="0">
                <a:solidFill>
                  <a:srgbClr val="494949"/>
                </a:solidFill>
                <a:latin typeface="Tahoma"/>
                <a:cs typeface="Tahoma"/>
              </a:rPr>
              <a:t>then</a:t>
            </a:r>
            <a:r>
              <a:rPr sz="2600" spc="-120" dirty="0">
                <a:solidFill>
                  <a:srgbClr val="494949"/>
                </a:solidFill>
                <a:latin typeface="Tahoma"/>
                <a:cs typeface="Tahoma"/>
              </a:rPr>
              <a:t> </a:t>
            </a:r>
            <a:r>
              <a:rPr sz="2600" spc="114" dirty="0">
                <a:solidFill>
                  <a:srgbClr val="494949"/>
                </a:solidFill>
                <a:latin typeface="Tahoma"/>
                <a:cs typeface="Tahoma"/>
              </a:rPr>
              <a:t>build</a:t>
            </a:r>
            <a:endParaRPr sz="2600">
              <a:latin typeface="Tahoma"/>
              <a:cs typeface="Tahoma"/>
            </a:endParaRPr>
          </a:p>
        </p:txBody>
      </p:sp>
      <p:sp>
        <p:nvSpPr>
          <p:cNvPr id="3" name="object 3"/>
          <p:cNvSpPr txBox="1"/>
          <p:nvPr/>
        </p:nvSpPr>
        <p:spPr>
          <a:xfrm>
            <a:off x="1145539" y="4764532"/>
            <a:ext cx="10129520" cy="421640"/>
          </a:xfrm>
          <a:prstGeom prst="rect">
            <a:avLst/>
          </a:prstGeom>
        </p:spPr>
        <p:txBody>
          <a:bodyPr vert="horz" wrap="square" lIns="0" tIns="12065" rIns="0" bIns="0" rtlCol="0">
            <a:spAutoFit/>
          </a:bodyPr>
          <a:lstStyle/>
          <a:p>
            <a:pPr marL="12700">
              <a:lnSpc>
                <a:spcPct val="100000"/>
              </a:lnSpc>
              <a:spcBef>
                <a:spcPts val="95"/>
              </a:spcBef>
            </a:pPr>
            <a:r>
              <a:rPr sz="2600" spc="80" dirty="0">
                <a:solidFill>
                  <a:srgbClr val="494949"/>
                </a:solidFill>
                <a:latin typeface="Tahoma"/>
                <a:cs typeface="Tahoma"/>
              </a:rPr>
              <a:t>a</a:t>
            </a:r>
            <a:r>
              <a:rPr sz="2600" spc="45" dirty="0">
                <a:solidFill>
                  <a:srgbClr val="494949"/>
                </a:solidFill>
                <a:latin typeface="Tahoma"/>
                <a:cs typeface="Tahoma"/>
              </a:rPr>
              <a:t> </a:t>
            </a:r>
            <a:r>
              <a:rPr sz="2600" spc="95" dirty="0">
                <a:solidFill>
                  <a:srgbClr val="494949"/>
                </a:solidFill>
                <a:latin typeface="Tahoma"/>
                <a:cs typeface="Tahoma"/>
              </a:rPr>
              <a:t>Decision</a:t>
            </a:r>
            <a:r>
              <a:rPr sz="2600" spc="55" dirty="0">
                <a:solidFill>
                  <a:srgbClr val="494949"/>
                </a:solidFill>
                <a:latin typeface="Tahoma"/>
                <a:cs typeface="Tahoma"/>
              </a:rPr>
              <a:t> </a:t>
            </a:r>
            <a:r>
              <a:rPr sz="2600" spc="10" dirty="0">
                <a:solidFill>
                  <a:srgbClr val="494949"/>
                </a:solidFill>
                <a:latin typeface="Tahoma"/>
                <a:cs typeface="Tahoma"/>
              </a:rPr>
              <a:t>Tree</a:t>
            </a:r>
            <a:r>
              <a:rPr sz="2600" spc="50" dirty="0">
                <a:solidFill>
                  <a:srgbClr val="494949"/>
                </a:solidFill>
                <a:latin typeface="Tahoma"/>
                <a:cs typeface="Tahoma"/>
              </a:rPr>
              <a:t> </a:t>
            </a:r>
            <a:r>
              <a:rPr sz="2600" spc="55" dirty="0">
                <a:solidFill>
                  <a:srgbClr val="494949"/>
                </a:solidFill>
                <a:latin typeface="Tahoma"/>
                <a:cs typeface="Tahoma"/>
              </a:rPr>
              <a:t>by</a:t>
            </a:r>
            <a:r>
              <a:rPr sz="2600" spc="45" dirty="0">
                <a:solidFill>
                  <a:srgbClr val="494949"/>
                </a:solidFill>
                <a:latin typeface="Tahoma"/>
                <a:cs typeface="Tahoma"/>
              </a:rPr>
              <a:t> </a:t>
            </a:r>
            <a:r>
              <a:rPr sz="2600" spc="95" dirty="0">
                <a:solidFill>
                  <a:srgbClr val="494949"/>
                </a:solidFill>
                <a:latin typeface="Tahoma"/>
                <a:cs typeface="Tahoma"/>
              </a:rPr>
              <a:t>considering</a:t>
            </a:r>
            <a:r>
              <a:rPr sz="2600" spc="60" dirty="0">
                <a:solidFill>
                  <a:srgbClr val="494949"/>
                </a:solidFill>
                <a:latin typeface="Tahoma"/>
                <a:cs typeface="Tahoma"/>
              </a:rPr>
              <a:t> </a:t>
            </a:r>
            <a:r>
              <a:rPr sz="2600" spc="95" dirty="0">
                <a:solidFill>
                  <a:srgbClr val="494949"/>
                </a:solidFill>
                <a:latin typeface="Tahoma"/>
                <a:cs typeface="Tahoma"/>
              </a:rPr>
              <a:t>only</a:t>
            </a:r>
            <a:r>
              <a:rPr sz="2600" spc="55" dirty="0">
                <a:solidFill>
                  <a:srgbClr val="494949"/>
                </a:solidFill>
                <a:latin typeface="Tahoma"/>
                <a:cs typeface="Tahoma"/>
              </a:rPr>
              <a:t> </a:t>
            </a:r>
            <a:r>
              <a:rPr sz="2600" spc="80" dirty="0">
                <a:solidFill>
                  <a:srgbClr val="494949"/>
                </a:solidFill>
                <a:latin typeface="Tahoma"/>
                <a:cs typeface="Tahoma"/>
              </a:rPr>
              <a:t>a</a:t>
            </a:r>
            <a:r>
              <a:rPr sz="2600" spc="50" dirty="0">
                <a:solidFill>
                  <a:srgbClr val="494949"/>
                </a:solidFill>
                <a:latin typeface="Tahoma"/>
                <a:cs typeface="Tahoma"/>
              </a:rPr>
              <a:t> </a:t>
            </a:r>
            <a:r>
              <a:rPr sz="2600" spc="90" dirty="0">
                <a:solidFill>
                  <a:srgbClr val="494949"/>
                </a:solidFill>
                <a:latin typeface="Tahoma"/>
                <a:cs typeface="Tahoma"/>
              </a:rPr>
              <a:t>subset</a:t>
            </a:r>
            <a:r>
              <a:rPr sz="2600" spc="45" dirty="0">
                <a:solidFill>
                  <a:srgbClr val="494949"/>
                </a:solidFill>
                <a:latin typeface="Tahoma"/>
                <a:cs typeface="Tahoma"/>
              </a:rPr>
              <a:t> </a:t>
            </a:r>
            <a:r>
              <a:rPr sz="2600" spc="105" dirty="0">
                <a:solidFill>
                  <a:srgbClr val="494949"/>
                </a:solidFill>
                <a:latin typeface="Tahoma"/>
                <a:cs typeface="Tahoma"/>
              </a:rPr>
              <a:t>of</a:t>
            </a:r>
            <a:r>
              <a:rPr sz="2600" spc="45" dirty="0">
                <a:solidFill>
                  <a:srgbClr val="494949"/>
                </a:solidFill>
                <a:latin typeface="Tahoma"/>
                <a:cs typeface="Tahoma"/>
              </a:rPr>
              <a:t> </a:t>
            </a:r>
            <a:r>
              <a:rPr sz="2600" spc="80" dirty="0">
                <a:solidFill>
                  <a:srgbClr val="494949"/>
                </a:solidFill>
                <a:latin typeface="Tahoma"/>
                <a:cs typeface="Tahoma"/>
              </a:rPr>
              <a:t>variables</a:t>
            </a:r>
            <a:r>
              <a:rPr sz="2600" spc="60" dirty="0">
                <a:solidFill>
                  <a:srgbClr val="494949"/>
                </a:solidFill>
                <a:latin typeface="Tahoma"/>
                <a:cs typeface="Tahoma"/>
              </a:rPr>
              <a:t> at</a:t>
            </a:r>
            <a:r>
              <a:rPr sz="2600" spc="40" dirty="0">
                <a:solidFill>
                  <a:srgbClr val="494949"/>
                </a:solidFill>
                <a:latin typeface="Tahoma"/>
                <a:cs typeface="Tahoma"/>
              </a:rPr>
              <a:t> </a:t>
            </a:r>
            <a:r>
              <a:rPr sz="2600" spc="85" dirty="0">
                <a:solidFill>
                  <a:srgbClr val="494949"/>
                </a:solidFill>
                <a:latin typeface="Tahoma"/>
                <a:cs typeface="Tahoma"/>
              </a:rPr>
              <a:t>each</a:t>
            </a:r>
            <a:endParaRPr sz="2600">
              <a:latin typeface="Tahoma"/>
              <a:cs typeface="Tahoma"/>
            </a:endParaRPr>
          </a:p>
        </p:txBody>
      </p:sp>
      <p:sp>
        <p:nvSpPr>
          <p:cNvPr id="4" name="object 4"/>
          <p:cNvSpPr txBox="1"/>
          <p:nvPr/>
        </p:nvSpPr>
        <p:spPr>
          <a:xfrm>
            <a:off x="1145539" y="5041646"/>
            <a:ext cx="10130155" cy="699770"/>
          </a:xfrm>
          <a:prstGeom prst="rect">
            <a:avLst/>
          </a:prstGeom>
        </p:spPr>
        <p:txBody>
          <a:bodyPr vert="horz" wrap="square" lIns="0" tIns="130810" rIns="0" bIns="0" rtlCol="0">
            <a:spAutoFit/>
          </a:bodyPr>
          <a:lstStyle/>
          <a:p>
            <a:pPr marL="12700" marR="5080">
              <a:lnSpc>
                <a:spcPct val="70100"/>
              </a:lnSpc>
              <a:spcBef>
                <a:spcPts val="1030"/>
              </a:spcBef>
            </a:pPr>
            <a:r>
              <a:rPr sz="2600" spc="50" dirty="0">
                <a:solidFill>
                  <a:srgbClr val="494949"/>
                </a:solidFill>
                <a:latin typeface="Tahoma"/>
                <a:cs typeface="Tahoma"/>
              </a:rPr>
              <a:t>step.</a:t>
            </a:r>
            <a:r>
              <a:rPr sz="2600" spc="5" dirty="0">
                <a:solidFill>
                  <a:srgbClr val="494949"/>
                </a:solidFill>
                <a:latin typeface="Tahoma"/>
                <a:cs typeface="Tahoma"/>
              </a:rPr>
              <a:t> </a:t>
            </a:r>
            <a:r>
              <a:rPr sz="2600" spc="-5" dirty="0">
                <a:solidFill>
                  <a:srgbClr val="494949"/>
                </a:solidFill>
                <a:latin typeface="Tahoma"/>
                <a:cs typeface="Tahoma"/>
              </a:rPr>
              <a:t>So,</a:t>
            </a:r>
            <a:r>
              <a:rPr sz="2600" spc="30" dirty="0">
                <a:solidFill>
                  <a:srgbClr val="494949"/>
                </a:solidFill>
                <a:latin typeface="Tahoma"/>
                <a:cs typeface="Tahoma"/>
              </a:rPr>
              <a:t> </a:t>
            </a:r>
            <a:r>
              <a:rPr sz="2600" spc="55" dirty="0">
                <a:solidFill>
                  <a:srgbClr val="494949"/>
                </a:solidFill>
                <a:latin typeface="Tahoma"/>
                <a:cs typeface="Tahoma"/>
              </a:rPr>
              <a:t>by</a:t>
            </a:r>
            <a:r>
              <a:rPr sz="2600" spc="20" dirty="0">
                <a:solidFill>
                  <a:srgbClr val="494949"/>
                </a:solidFill>
                <a:latin typeface="Tahoma"/>
                <a:cs typeface="Tahoma"/>
              </a:rPr>
              <a:t> </a:t>
            </a:r>
            <a:r>
              <a:rPr sz="2600" spc="80" dirty="0">
                <a:solidFill>
                  <a:srgbClr val="494949"/>
                </a:solidFill>
                <a:latin typeface="Tahoma"/>
                <a:cs typeface="Tahoma"/>
              </a:rPr>
              <a:t>following</a:t>
            </a:r>
            <a:r>
              <a:rPr sz="2600" spc="20" dirty="0">
                <a:solidFill>
                  <a:srgbClr val="494949"/>
                </a:solidFill>
                <a:latin typeface="Tahoma"/>
                <a:cs typeface="Tahoma"/>
              </a:rPr>
              <a:t> </a:t>
            </a:r>
            <a:r>
              <a:rPr sz="2600" spc="90" dirty="0">
                <a:solidFill>
                  <a:srgbClr val="494949"/>
                </a:solidFill>
                <a:latin typeface="Tahoma"/>
                <a:cs typeface="Tahoma"/>
              </a:rPr>
              <a:t>the</a:t>
            </a:r>
            <a:r>
              <a:rPr sz="2600" spc="30" dirty="0">
                <a:solidFill>
                  <a:srgbClr val="494949"/>
                </a:solidFill>
                <a:latin typeface="Tahoma"/>
                <a:cs typeface="Tahoma"/>
              </a:rPr>
              <a:t> </a:t>
            </a:r>
            <a:r>
              <a:rPr sz="2600" spc="85" dirty="0">
                <a:solidFill>
                  <a:srgbClr val="494949"/>
                </a:solidFill>
                <a:latin typeface="Tahoma"/>
                <a:cs typeface="Tahoma"/>
              </a:rPr>
              <a:t>above</a:t>
            </a:r>
            <a:r>
              <a:rPr sz="2600" spc="20" dirty="0">
                <a:solidFill>
                  <a:srgbClr val="494949"/>
                </a:solidFill>
                <a:latin typeface="Tahoma"/>
                <a:cs typeface="Tahoma"/>
              </a:rPr>
              <a:t> </a:t>
            </a:r>
            <a:r>
              <a:rPr sz="2600" spc="45" dirty="0">
                <a:solidFill>
                  <a:srgbClr val="494949"/>
                </a:solidFill>
                <a:latin typeface="Tahoma"/>
                <a:cs typeface="Tahoma"/>
              </a:rPr>
              <a:t>steps,</a:t>
            </a:r>
            <a:r>
              <a:rPr sz="2600" spc="15" dirty="0">
                <a:solidFill>
                  <a:srgbClr val="494949"/>
                </a:solidFill>
                <a:latin typeface="Tahoma"/>
                <a:cs typeface="Tahoma"/>
              </a:rPr>
              <a:t> </a:t>
            </a:r>
            <a:r>
              <a:rPr sz="2600" spc="145" dirty="0">
                <a:solidFill>
                  <a:srgbClr val="494949"/>
                </a:solidFill>
                <a:latin typeface="Tahoma"/>
                <a:cs typeface="Tahoma"/>
              </a:rPr>
              <a:t>our</a:t>
            </a:r>
            <a:r>
              <a:rPr sz="2600" spc="25" dirty="0">
                <a:solidFill>
                  <a:srgbClr val="494949"/>
                </a:solidFill>
                <a:latin typeface="Tahoma"/>
                <a:cs typeface="Tahoma"/>
              </a:rPr>
              <a:t> </a:t>
            </a:r>
            <a:r>
              <a:rPr sz="2600" spc="125" dirty="0">
                <a:solidFill>
                  <a:srgbClr val="494949"/>
                </a:solidFill>
                <a:latin typeface="Tahoma"/>
                <a:cs typeface="Tahoma"/>
              </a:rPr>
              <a:t>Random</a:t>
            </a:r>
            <a:r>
              <a:rPr sz="2600" spc="25" dirty="0">
                <a:solidFill>
                  <a:srgbClr val="494949"/>
                </a:solidFill>
                <a:latin typeface="Tahoma"/>
                <a:cs typeface="Tahoma"/>
              </a:rPr>
              <a:t> </a:t>
            </a:r>
            <a:r>
              <a:rPr sz="2600" spc="65" dirty="0">
                <a:solidFill>
                  <a:srgbClr val="494949"/>
                </a:solidFill>
                <a:latin typeface="Tahoma"/>
                <a:cs typeface="Tahoma"/>
              </a:rPr>
              <a:t>Forest</a:t>
            </a:r>
            <a:r>
              <a:rPr sz="2600" spc="20" dirty="0">
                <a:solidFill>
                  <a:srgbClr val="494949"/>
                </a:solidFill>
                <a:latin typeface="Tahoma"/>
                <a:cs typeface="Tahoma"/>
              </a:rPr>
              <a:t> </a:t>
            </a:r>
            <a:r>
              <a:rPr sz="2600" spc="120" dirty="0">
                <a:solidFill>
                  <a:srgbClr val="494949"/>
                </a:solidFill>
                <a:latin typeface="Tahoma"/>
                <a:cs typeface="Tahoma"/>
              </a:rPr>
              <a:t>would </a:t>
            </a:r>
            <a:r>
              <a:rPr sz="2600" spc="-800" dirty="0">
                <a:solidFill>
                  <a:srgbClr val="494949"/>
                </a:solidFill>
                <a:latin typeface="Tahoma"/>
                <a:cs typeface="Tahoma"/>
              </a:rPr>
              <a:t> </a:t>
            </a:r>
            <a:r>
              <a:rPr sz="2600" spc="110" dirty="0">
                <a:solidFill>
                  <a:srgbClr val="494949"/>
                </a:solidFill>
                <a:latin typeface="Tahoma"/>
                <a:cs typeface="Tahoma"/>
              </a:rPr>
              <a:t>look</a:t>
            </a:r>
            <a:r>
              <a:rPr sz="2600" spc="-135" dirty="0">
                <a:solidFill>
                  <a:srgbClr val="494949"/>
                </a:solidFill>
                <a:latin typeface="Tahoma"/>
                <a:cs typeface="Tahoma"/>
              </a:rPr>
              <a:t> </a:t>
            </a:r>
            <a:r>
              <a:rPr sz="2600" spc="100" dirty="0">
                <a:solidFill>
                  <a:srgbClr val="494949"/>
                </a:solidFill>
                <a:latin typeface="Tahoma"/>
                <a:cs typeface="Tahoma"/>
              </a:rPr>
              <a:t>something</a:t>
            </a:r>
            <a:r>
              <a:rPr sz="2600" spc="-130" dirty="0">
                <a:solidFill>
                  <a:srgbClr val="494949"/>
                </a:solidFill>
                <a:latin typeface="Tahoma"/>
                <a:cs typeface="Tahoma"/>
              </a:rPr>
              <a:t> </a:t>
            </a:r>
            <a:r>
              <a:rPr sz="2600" spc="55" dirty="0">
                <a:solidFill>
                  <a:srgbClr val="494949"/>
                </a:solidFill>
                <a:latin typeface="Tahoma"/>
                <a:cs typeface="Tahoma"/>
              </a:rPr>
              <a:t>like</a:t>
            </a:r>
            <a:r>
              <a:rPr sz="2600" spc="-125" dirty="0">
                <a:solidFill>
                  <a:srgbClr val="494949"/>
                </a:solidFill>
                <a:latin typeface="Tahoma"/>
                <a:cs typeface="Tahoma"/>
              </a:rPr>
              <a:t> </a:t>
            </a:r>
            <a:r>
              <a:rPr sz="2600" spc="15" dirty="0">
                <a:solidFill>
                  <a:srgbClr val="494949"/>
                </a:solidFill>
                <a:latin typeface="Tahoma"/>
                <a:cs typeface="Tahoma"/>
              </a:rPr>
              <a:t>this:</a:t>
            </a:r>
            <a:endParaRPr sz="2600">
              <a:latin typeface="Tahom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273045" y="2572511"/>
            <a:ext cx="6266180" cy="3664585"/>
            <a:chOff x="2273045" y="2572511"/>
            <a:chExt cx="6266180" cy="3664585"/>
          </a:xfrm>
        </p:grpSpPr>
        <p:pic>
          <p:nvPicPr>
            <p:cNvPr id="3" name="object 3"/>
            <p:cNvPicPr/>
            <p:nvPr/>
          </p:nvPicPr>
          <p:blipFill>
            <a:blip r:embed="rId2" cstate="print"/>
            <a:stretch>
              <a:fillRect/>
            </a:stretch>
          </p:blipFill>
          <p:spPr>
            <a:xfrm>
              <a:off x="2273045" y="2572511"/>
              <a:ext cx="6265926" cy="3664458"/>
            </a:xfrm>
            <a:prstGeom prst="rect">
              <a:avLst/>
            </a:prstGeom>
          </p:spPr>
        </p:pic>
        <p:sp>
          <p:nvSpPr>
            <p:cNvPr id="4" name="object 4"/>
            <p:cNvSpPr/>
            <p:nvPr/>
          </p:nvSpPr>
          <p:spPr>
            <a:xfrm>
              <a:off x="2485644" y="2680715"/>
              <a:ext cx="5833110" cy="2026920"/>
            </a:xfrm>
            <a:custGeom>
              <a:avLst/>
              <a:gdLst/>
              <a:ahLst/>
              <a:cxnLst/>
              <a:rect l="l" t="t" r="r" b="b"/>
              <a:pathLst>
                <a:path w="5833109" h="2026920">
                  <a:moveTo>
                    <a:pt x="834390" y="0"/>
                  </a:moveTo>
                  <a:lnTo>
                    <a:pt x="0" y="0"/>
                  </a:lnTo>
                  <a:lnTo>
                    <a:pt x="0" y="177546"/>
                  </a:lnTo>
                  <a:lnTo>
                    <a:pt x="834390" y="177546"/>
                  </a:lnTo>
                  <a:lnTo>
                    <a:pt x="834390" y="0"/>
                  </a:lnTo>
                  <a:close/>
                </a:path>
                <a:path w="5833109" h="2026920">
                  <a:moveTo>
                    <a:pt x="856488" y="1778508"/>
                  </a:moveTo>
                  <a:lnTo>
                    <a:pt x="22098" y="1778508"/>
                  </a:lnTo>
                  <a:lnTo>
                    <a:pt x="22098" y="1956054"/>
                  </a:lnTo>
                  <a:lnTo>
                    <a:pt x="856488" y="1956054"/>
                  </a:lnTo>
                  <a:lnTo>
                    <a:pt x="856488" y="1778508"/>
                  </a:lnTo>
                  <a:close/>
                </a:path>
                <a:path w="5833109" h="2026920">
                  <a:moveTo>
                    <a:pt x="3937254" y="211074"/>
                  </a:moveTo>
                  <a:lnTo>
                    <a:pt x="3102864" y="211074"/>
                  </a:lnTo>
                  <a:lnTo>
                    <a:pt x="3102864" y="388620"/>
                  </a:lnTo>
                  <a:lnTo>
                    <a:pt x="3937254" y="388620"/>
                  </a:lnTo>
                  <a:lnTo>
                    <a:pt x="3937254" y="211074"/>
                  </a:lnTo>
                  <a:close/>
                </a:path>
                <a:path w="5833109" h="2026920">
                  <a:moveTo>
                    <a:pt x="5833110" y="1849386"/>
                  </a:moveTo>
                  <a:lnTo>
                    <a:pt x="4998720" y="1849386"/>
                  </a:lnTo>
                  <a:lnTo>
                    <a:pt x="4998720" y="2026920"/>
                  </a:lnTo>
                  <a:lnTo>
                    <a:pt x="5833110" y="2026920"/>
                  </a:lnTo>
                  <a:lnTo>
                    <a:pt x="5833110" y="1849386"/>
                  </a:lnTo>
                  <a:close/>
                </a:path>
              </a:pathLst>
            </a:custGeom>
            <a:solidFill>
              <a:srgbClr val="FFFFFF"/>
            </a:solidFill>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95525"/>
            <a:ext cx="10359390" cy="2883535"/>
          </a:xfrm>
          <a:prstGeom prst="rect">
            <a:avLst/>
          </a:prstGeom>
        </p:spPr>
        <p:txBody>
          <a:bodyPr vert="horz" wrap="square" lIns="0" tIns="55244" rIns="0" bIns="0" rtlCol="0">
            <a:spAutoFit/>
          </a:bodyPr>
          <a:lstStyle/>
          <a:p>
            <a:pPr marL="241300" marR="5715" indent="-228600" algn="just">
              <a:lnSpc>
                <a:spcPct val="90000"/>
              </a:lnSpc>
              <a:spcBef>
                <a:spcPts val="434"/>
              </a:spcBef>
              <a:buFont typeface="Arial MT"/>
              <a:buChar char="•"/>
              <a:tabLst>
                <a:tab pos="241300" algn="l"/>
              </a:tabLst>
            </a:pPr>
            <a:r>
              <a:rPr sz="2800" spc="50" dirty="0">
                <a:solidFill>
                  <a:srgbClr val="494949"/>
                </a:solidFill>
                <a:latin typeface="Tahoma"/>
                <a:cs typeface="Tahoma"/>
              </a:rPr>
              <a:t>This</a:t>
            </a:r>
            <a:r>
              <a:rPr sz="2800" spc="40" dirty="0">
                <a:solidFill>
                  <a:srgbClr val="494949"/>
                </a:solidFill>
                <a:latin typeface="Tahoma"/>
                <a:cs typeface="Tahoma"/>
              </a:rPr>
              <a:t> </a:t>
            </a:r>
            <a:r>
              <a:rPr sz="2800" spc="90" dirty="0">
                <a:solidFill>
                  <a:srgbClr val="494949"/>
                </a:solidFill>
                <a:latin typeface="Tahoma"/>
                <a:cs typeface="Tahoma"/>
              </a:rPr>
              <a:t>iteration</a:t>
            </a:r>
            <a:r>
              <a:rPr sz="2800" spc="40" dirty="0">
                <a:solidFill>
                  <a:srgbClr val="494949"/>
                </a:solidFill>
                <a:latin typeface="Tahoma"/>
                <a:cs typeface="Tahoma"/>
              </a:rPr>
              <a:t> </a:t>
            </a:r>
            <a:r>
              <a:rPr sz="2800" spc="75" dirty="0">
                <a:solidFill>
                  <a:srgbClr val="494949"/>
                </a:solidFill>
                <a:latin typeface="Tahoma"/>
                <a:cs typeface="Tahoma"/>
              </a:rPr>
              <a:t>is</a:t>
            </a:r>
            <a:r>
              <a:rPr sz="2800" spc="35" dirty="0">
                <a:solidFill>
                  <a:srgbClr val="494949"/>
                </a:solidFill>
                <a:latin typeface="Tahoma"/>
                <a:cs typeface="Tahoma"/>
              </a:rPr>
              <a:t> </a:t>
            </a:r>
            <a:r>
              <a:rPr sz="2800" spc="135" dirty="0">
                <a:solidFill>
                  <a:srgbClr val="494949"/>
                </a:solidFill>
                <a:latin typeface="Tahoma"/>
                <a:cs typeface="Tahoma"/>
              </a:rPr>
              <a:t>performed</a:t>
            </a:r>
            <a:r>
              <a:rPr sz="2800" spc="45" dirty="0">
                <a:solidFill>
                  <a:srgbClr val="494949"/>
                </a:solidFill>
                <a:latin typeface="Tahoma"/>
                <a:cs typeface="Tahoma"/>
              </a:rPr>
              <a:t> </a:t>
            </a:r>
            <a:r>
              <a:rPr sz="2800" spc="15" dirty="0">
                <a:solidFill>
                  <a:srgbClr val="494949"/>
                </a:solidFill>
                <a:latin typeface="Tahoma"/>
                <a:cs typeface="Tahoma"/>
              </a:rPr>
              <a:t>100’s</a:t>
            </a:r>
            <a:r>
              <a:rPr sz="2800" spc="35" dirty="0">
                <a:solidFill>
                  <a:srgbClr val="494949"/>
                </a:solidFill>
                <a:latin typeface="Tahoma"/>
                <a:cs typeface="Tahoma"/>
              </a:rPr>
              <a:t> </a:t>
            </a:r>
            <a:r>
              <a:rPr sz="2800" spc="110" dirty="0">
                <a:solidFill>
                  <a:srgbClr val="494949"/>
                </a:solidFill>
                <a:latin typeface="Tahoma"/>
                <a:cs typeface="Tahoma"/>
              </a:rPr>
              <a:t>of</a:t>
            </a:r>
            <a:r>
              <a:rPr sz="2800" spc="40" dirty="0">
                <a:solidFill>
                  <a:srgbClr val="494949"/>
                </a:solidFill>
                <a:latin typeface="Tahoma"/>
                <a:cs typeface="Tahoma"/>
              </a:rPr>
              <a:t> </a:t>
            </a:r>
            <a:r>
              <a:rPr sz="2800" spc="60" dirty="0">
                <a:solidFill>
                  <a:srgbClr val="494949"/>
                </a:solidFill>
                <a:latin typeface="Tahoma"/>
                <a:cs typeface="Tahoma"/>
              </a:rPr>
              <a:t>times,</a:t>
            </a:r>
            <a:r>
              <a:rPr sz="2800" spc="40" dirty="0">
                <a:solidFill>
                  <a:srgbClr val="494949"/>
                </a:solidFill>
                <a:latin typeface="Tahoma"/>
                <a:cs typeface="Tahoma"/>
              </a:rPr>
              <a:t> </a:t>
            </a:r>
            <a:r>
              <a:rPr sz="2800" spc="90" dirty="0">
                <a:solidFill>
                  <a:srgbClr val="494949"/>
                </a:solidFill>
                <a:latin typeface="Tahoma"/>
                <a:cs typeface="Tahoma"/>
              </a:rPr>
              <a:t>therefore</a:t>
            </a:r>
            <a:r>
              <a:rPr sz="2800" spc="45" dirty="0">
                <a:solidFill>
                  <a:srgbClr val="494949"/>
                </a:solidFill>
                <a:latin typeface="Tahoma"/>
                <a:cs typeface="Tahoma"/>
              </a:rPr>
              <a:t> </a:t>
            </a:r>
            <a:r>
              <a:rPr sz="2800" spc="65" dirty="0">
                <a:solidFill>
                  <a:srgbClr val="494949"/>
                </a:solidFill>
                <a:latin typeface="Tahoma"/>
                <a:cs typeface="Tahoma"/>
              </a:rPr>
              <a:t>creating </a:t>
            </a:r>
            <a:r>
              <a:rPr sz="2800" spc="-860" dirty="0">
                <a:solidFill>
                  <a:srgbClr val="494949"/>
                </a:solidFill>
                <a:latin typeface="Tahoma"/>
                <a:cs typeface="Tahoma"/>
              </a:rPr>
              <a:t> </a:t>
            </a:r>
            <a:r>
              <a:rPr sz="2800" spc="114" dirty="0">
                <a:solidFill>
                  <a:srgbClr val="494949"/>
                </a:solidFill>
                <a:latin typeface="Tahoma"/>
                <a:cs typeface="Tahoma"/>
              </a:rPr>
              <a:t>multiple</a:t>
            </a:r>
            <a:r>
              <a:rPr sz="2800" spc="-30" dirty="0">
                <a:solidFill>
                  <a:srgbClr val="494949"/>
                </a:solidFill>
                <a:latin typeface="Tahoma"/>
                <a:cs typeface="Tahoma"/>
              </a:rPr>
              <a:t> </a:t>
            </a:r>
            <a:r>
              <a:rPr sz="2800" spc="105" dirty="0">
                <a:solidFill>
                  <a:srgbClr val="494949"/>
                </a:solidFill>
                <a:latin typeface="Tahoma"/>
                <a:cs typeface="Tahoma"/>
              </a:rPr>
              <a:t>decision</a:t>
            </a:r>
            <a:r>
              <a:rPr sz="2800" spc="-50" dirty="0">
                <a:solidFill>
                  <a:srgbClr val="494949"/>
                </a:solidFill>
                <a:latin typeface="Tahoma"/>
                <a:cs typeface="Tahoma"/>
              </a:rPr>
              <a:t> </a:t>
            </a:r>
            <a:r>
              <a:rPr sz="2800" spc="80" dirty="0">
                <a:solidFill>
                  <a:srgbClr val="494949"/>
                </a:solidFill>
                <a:latin typeface="Tahoma"/>
                <a:cs typeface="Tahoma"/>
              </a:rPr>
              <a:t>trees</a:t>
            </a:r>
            <a:r>
              <a:rPr sz="2800" spc="-35" dirty="0">
                <a:solidFill>
                  <a:srgbClr val="494949"/>
                </a:solidFill>
                <a:latin typeface="Tahoma"/>
                <a:cs typeface="Tahoma"/>
              </a:rPr>
              <a:t> </a:t>
            </a:r>
            <a:r>
              <a:rPr sz="2800" spc="95" dirty="0">
                <a:solidFill>
                  <a:srgbClr val="494949"/>
                </a:solidFill>
                <a:latin typeface="Tahoma"/>
                <a:cs typeface="Tahoma"/>
              </a:rPr>
              <a:t>with</a:t>
            </a:r>
            <a:r>
              <a:rPr sz="2800" spc="-40" dirty="0">
                <a:solidFill>
                  <a:srgbClr val="494949"/>
                </a:solidFill>
                <a:latin typeface="Tahoma"/>
                <a:cs typeface="Tahoma"/>
              </a:rPr>
              <a:t> </a:t>
            </a:r>
            <a:r>
              <a:rPr sz="2800" spc="90" dirty="0">
                <a:solidFill>
                  <a:srgbClr val="494949"/>
                </a:solidFill>
                <a:latin typeface="Tahoma"/>
                <a:cs typeface="Tahoma"/>
              </a:rPr>
              <a:t>each</a:t>
            </a:r>
            <a:r>
              <a:rPr sz="2800" spc="-30" dirty="0">
                <a:solidFill>
                  <a:srgbClr val="494949"/>
                </a:solidFill>
                <a:latin typeface="Tahoma"/>
                <a:cs typeface="Tahoma"/>
              </a:rPr>
              <a:t> </a:t>
            </a:r>
            <a:r>
              <a:rPr sz="2800" spc="75" dirty="0">
                <a:solidFill>
                  <a:srgbClr val="494949"/>
                </a:solidFill>
                <a:latin typeface="Tahoma"/>
                <a:cs typeface="Tahoma"/>
              </a:rPr>
              <a:t>tree</a:t>
            </a:r>
            <a:r>
              <a:rPr sz="2800" spc="-35" dirty="0">
                <a:solidFill>
                  <a:srgbClr val="494949"/>
                </a:solidFill>
                <a:latin typeface="Tahoma"/>
                <a:cs typeface="Tahoma"/>
              </a:rPr>
              <a:t> </a:t>
            </a:r>
            <a:r>
              <a:rPr sz="2800" spc="110" dirty="0">
                <a:solidFill>
                  <a:srgbClr val="494949"/>
                </a:solidFill>
                <a:latin typeface="Tahoma"/>
                <a:cs typeface="Tahoma"/>
              </a:rPr>
              <a:t>computing</a:t>
            </a:r>
            <a:r>
              <a:rPr sz="2800" spc="-40" dirty="0">
                <a:solidFill>
                  <a:srgbClr val="494949"/>
                </a:solidFill>
                <a:latin typeface="Tahoma"/>
                <a:cs typeface="Tahoma"/>
              </a:rPr>
              <a:t> </a:t>
            </a:r>
            <a:r>
              <a:rPr sz="2800" spc="95" dirty="0">
                <a:solidFill>
                  <a:srgbClr val="494949"/>
                </a:solidFill>
                <a:latin typeface="Tahoma"/>
                <a:cs typeface="Tahoma"/>
              </a:rPr>
              <a:t>the</a:t>
            </a:r>
            <a:r>
              <a:rPr sz="2800" spc="-35" dirty="0">
                <a:solidFill>
                  <a:srgbClr val="494949"/>
                </a:solidFill>
                <a:latin typeface="Tahoma"/>
                <a:cs typeface="Tahoma"/>
              </a:rPr>
              <a:t> </a:t>
            </a:r>
            <a:r>
              <a:rPr sz="2800" spc="80" dirty="0">
                <a:solidFill>
                  <a:srgbClr val="494949"/>
                </a:solidFill>
                <a:latin typeface="Tahoma"/>
                <a:cs typeface="Tahoma"/>
              </a:rPr>
              <a:t>output, </a:t>
            </a:r>
            <a:r>
              <a:rPr sz="2800" spc="-865" dirty="0">
                <a:solidFill>
                  <a:srgbClr val="494949"/>
                </a:solidFill>
                <a:latin typeface="Tahoma"/>
                <a:cs typeface="Tahoma"/>
              </a:rPr>
              <a:t> </a:t>
            </a:r>
            <a:r>
              <a:rPr sz="2800" spc="65" dirty="0">
                <a:solidFill>
                  <a:srgbClr val="494949"/>
                </a:solidFill>
                <a:latin typeface="Tahoma"/>
                <a:cs typeface="Tahoma"/>
              </a:rPr>
              <a:t>by </a:t>
            </a:r>
            <a:r>
              <a:rPr sz="2800" spc="90" dirty="0">
                <a:solidFill>
                  <a:srgbClr val="494949"/>
                </a:solidFill>
                <a:latin typeface="Tahoma"/>
                <a:cs typeface="Tahoma"/>
              </a:rPr>
              <a:t>using </a:t>
            </a:r>
            <a:r>
              <a:rPr sz="2800" spc="85" dirty="0">
                <a:solidFill>
                  <a:srgbClr val="494949"/>
                </a:solidFill>
                <a:latin typeface="Tahoma"/>
                <a:cs typeface="Tahoma"/>
              </a:rPr>
              <a:t>a </a:t>
            </a:r>
            <a:r>
              <a:rPr sz="2800" spc="100" dirty="0">
                <a:solidFill>
                  <a:srgbClr val="494949"/>
                </a:solidFill>
                <a:latin typeface="Tahoma"/>
                <a:cs typeface="Tahoma"/>
              </a:rPr>
              <a:t>subset </a:t>
            </a:r>
            <a:r>
              <a:rPr sz="2800" spc="110" dirty="0">
                <a:solidFill>
                  <a:srgbClr val="494949"/>
                </a:solidFill>
                <a:latin typeface="Tahoma"/>
                <a:cs typeface="Tahoma"/>
              </a:rPr>
              <a:t>of </a:t>
            </a:r>
            <a:r>
              <a:rPr sz="2800" spc="120" dirty="0">
                <a:solidFill>
                  <a:srgbClr val="494949"/>
                </a:solidFill>
                <a:latin typeface="Tahoma"/>
                <a:cs typeface="Tahoma"/>
              </a:rPr>
              <a:t>randomly </a:t>
            </a:r>
            <a:r>
              <a:rPr sz="2800" spc="85" dirty="0">
                <a:solidFill>
                  <a:srgbClr val="494949"/>
                </a:solidFill>
                <a:latin typeface="Tahoma"/>
                <a:cs typeface="Tahoma"/>
              </a:rPr>
              <a:t>selected </a:t>
            </a:r>
            <a:r>
              <a:rPr sz="2800" spc="90" dirty="0">
                <a:solidFill>
                  <a:srgbClr val="494949"/>
                </a:solidFill>
                <a:latin typeface="Tahoma"/>
                <a:cs typeface="Tahoma"/>
              </a:rPr>
              <a:t>variables </a:t>
            </a:r>
            <a:r>
              <a:rPr sz="2800" spc="70" dirty="0">
                <a:solidFill>
                  <a:srgbClr val="494949"/>
                </a:solidFill>
                <a:latin typeface="Tahoma"/>
                <a:cs typeface="Tahoma"/>
              </a:rPr>
              <a:t>at </a:t>
            </a:r>
            <a:r>
              <a:rPr sz="2800" spc="90" dirty="0">
                <a:solidFill>
                  <a:srgbClr val="494949"/>
                </a:solidFill>
                <a:latin typeface="Tahoma"/>
                <a:cs typeface="Tahoma"/>
              </a:rPr>
              <a:t>each </a:t>
            </a:r>
            <a:r>
              <a:rPr sz="2800" spc="95" dirty="0">
                <a:solidFill>
                  <a:srgbClr val="494949"/>
                </a:solidFill>
                <a:latin typeface="Tahoma"/>
                <a:cs typeface="Tahoma"/>
              </a:rPr>
              <a:t> </a:t>
            </a:r>
            <a:r>
              <a:rPr sz="2800" spc="55" dirty="0">
                <a:solidFill>
                  <a:srgbClr val="494949"/>
                </a:solidFill>
                <a:latin typeface="Tahoma"/>
                <a:cs typeface="Tahoma"/>
              </a:rPr>
              <a:t>step.</a:t>
            </a:r>
            <a:endParaRPr sz="2800">
              <a:latin typeface="Tahoma"/>
              <a:cs typeface="Tahoma"/>
            </a:endParaRPr>
          </a:p>
          <a:p>
            <a:pPr marL="241300" marR="5080" indent="-228600" algn="just">
              <a:lnSpc>
                <a:spcPts val="3020"/>
              </a:lnSpc>
              <a:spcBef>
                <a:spcPts val="1045"/>
              </a:spcBef>
              <a:buFont typeface="Arial MT"/>
              <a:buChar char="•"/>
              <a:tabLst>
                <a:tab pos="241300" algn="l"/>
              </a:tabLst>
            </a:pPr>
            <a:r>
              <a:rPr sz="2800" i="1" dirty="0">
                <a:solidFill>
                  <a:srgbClr val="494949"/>
                </a:solidFill>
                <a:latin typeface="Trebuchet MS"/>
                <a:cs typeface="Trebuchet MS"/>
              </a:rPr>
              <a:t>Having </a:t>
            </a:r>
            <a:r>
              <a:rPr sz="2800" i="1" spc="30" dirty="0">
                <a:solidFill>
                  <a:srgbClr val="494949"/>
                </a:solidFill>
                <a:latin typeface="Trebuchet MS"/>
                <a:cs typeface="Trebuchet MS"/>
              </a:rPr>
              <a:t>such </a:t>
            </a:r>
            <a:r>
              <a:rPr sz="2800" i="1" spc="110" dirty="0">
                <a:solidFill>
                  <a:srgbClr val="494949"/>
                </a:solidFill>
                <a:latin typeface="Trebuchet MS"/>
                <a:cs typeface="Trebuchet MS"/>
              </a:rPr>
              <a:t>a </a:t>
            </a:r>
            <a:r>
              <a:rPr sz="2800" i="1" spc="-95" dirty="0">
                <a:solidFill>
                  <a:srgbClr val="494949"/>
                </a:solidFill>
                <a:latin typeface="Trebuchet MS"/>
                <a:cs typeface="Trebuchet MS"/>
              </a:rPr>
              <a:t>variety </a:t>
            </a:r>
            <a:r>
              <a:rPr sz="2800" i="1" spc="-90" dirty="0">
                <a:solidFill>
                  <a:srgbClr val="494949"/>
                </a:solidFill>
                <a:latin typeface="Trebuchet MS"/>
                <a:cs typeface="Trebuchet MS"/>
              </a:rPr>
              <a:t>of </a:t>
            </a:r>
            <a:r>
              <a:rPr sz="2800" i="1" spc="-10" dirty="0">
                <a:solidFill>
                  <a:srgbClr val="494949"/>
                </a:solidFill>
                <a:latin typeface="Trebuchet MS"/>
                <a:cs typeface="Trebuchet MS"/>
              </a:rPr>
              <a:t>Decision </a:t>
            </a:r>
            <a:r>
              <a:rPr sz="2800" i="1" spc="-135" dirty="0">
                <a:solidFill>
                  <a:srgbClr val="494949"/>
                </a:solidFill>
                <a:latin typeface="Trebuchet MS"/>
                <a:cs typeface="Trebuchet MS"/>
              </a:rPr>
              <a:t>Trees </a:t>
            </a:r>
            <a:r>
              <a:rPr sz="2800" i="1" spc="-35" dirty="0">
                <a:solidFill>
                  <a:srgbClr val="494949"/>
                </a:solidFill>
                <a:latin typeface="Trebuchet MS"/>
                <a:cs typeface="Trebuchet MS"/>
              </a:rPr>
              <a:t>in </a:t>
            </a:r>
            <a:r>
              <a:rPr sz="2800" i="1" spc="110" dirty="0">
                <a:solidFill>
                  <a:srgbClr val="494949"/>
                </a:solidFill>
                <a:latin typeface="Trebuchet MS"/>
                <a:cs typeface="Trebuchet MS"/>
              </a:rPr>
              <a:t>a </a:t>
            </a:r>
            <a:r>
              <a:rPr sz="2800" i="1" spc="65" dirty="0">
                <a:solidFill>
                  <a:srgbClr val="494949"/>
                </a:solidFill>
                <a:latin typeface="Trebuchet MS"/>
                <a:cs typeface="Trebuchet MS"/>
              </a:rPr>
              <a:t>Random </a:t>
            </a:r>
            <a:r>
              <a:rPr sz="2800" i="1" spc="-90" dirty="0">
                <a:solidFill>
                  <a:srgbClr val="494949"/>
                </a:solidFill>
                <a:latin typeface="Trebuchet MS"/>
                <a:cs typeface="Trebuchet MS"/>
              </a:rPr>
              <a:t>Forest </a:t>
            </a:r>
            <a:r>
              <a:rPr sz="2800" i="1" spc="-50" dirty="0">
                <a:solidFill>
                  <a:srgbClr val="494949"/>
                </a:solidFill>
                <a:latin typeface="Trebuchet MS"/>
                <a:cs typeface="Trebuchet MS"/>
              </a:rPr>
              <a:t>is </a:t>
            </a:r>
            <a:r>
              <a:rPr sz="2800" i="1" spc="-45" dirty="0">
                <a:solidFill>
                  <a:srgbClr val="494949"/>
                </a:solidFill>
                <a:latin typeface="Trebuchet MS"/>
                <a:cs typeface="Trebuchet MS"/>
              </a:rPr>
              <a:t> what </a:t>
            </a:r>
            <a:r>
              <a:rPr sz="2800" i="1" spc="10" dirty="0">
                <a:solidFill>
                  <a:srgbClr val="494949"/>
                </a:solidFill>
                <a:latin typeface="Trebuchet MS"/>
                <a:cs typeface="Trebuchet MS"/>
              </a:rPr>
              <a:t>makes </a:t>
            </a:r>
            <a:r>
              <a:rPr sz="2800" i="1" spc="-210" dirty="0">
                <a:solidFill>
                  <a:srgbClr val="494949"/>
                </a:solidFill>
                <a:latin typeface="Trebuchet MS"/>
                <a:cs typeface="Trebuchet MS"/>
              </a:rPr>
              <a:t>it </a:t>
            </a:r>
            <a:r>
              <a:rPr sz="2800" i="1" spc="-15" dirty="0">
                <a:solidFill>
                  <a:srgbClr val="494949"/>
                </a:solidFill>
                <a:latin typeface="Trebuchet MS"/>
                <a:cs typeface="Trebuchet MS"/>
              </a:rPr>
              <a:t>more </a:t>
            </a:r>
            <a:r>
              <a:rPr sz="2800" i="1" spc="-155" dirty="0">
                <a:solidFill>
                  <a:srgbClr val="494949"/>
                </a:solidFill>
                <a:latin typeface="Trebuchet MS"/>
                <a:cs typeface="Trebuchet MS"/>
              </a:rPr>
              <a:t>effective </a:t>
            </a:r>
            <a:r>
              <a:rPr sz="2800" i="1" spc="-10" dirty="0">
                <a:solidFill>
                  <a:srgbClr val="494949"/>
                </a:solidFill>
                <a:latin typeface="Trebuchet MS"/>
                <a:cs typeface="Trebuchet MS"/>
              </a:rPr>
              <a:t>than </a:t>
            </a:r>
            <a:r>
              <a:rPr sz="2800" i="1" spc="95" dirty="0">
                <a:solidFill>
                  <a:srgbClr val="494949"/>
                </a:solidFill>
                <a:latin typeface="Trebuchet MS"/>
                <a:cs typeface="Trebuchet MS"/>
              </a:rPr>
              <a:t>an </a:t>
            </a:r>
            <a:r>
              <a:rPr sz="2800" i="1" spc="-40" dirty="0">
                <a:solidFill>
                  <a:srgbClr val="494949"/>
                </a:solidFill>
                <a:latin typeface="Trebuchet MS"/>
                <a:cs typeface="Trebuchet MS"/>
              </a:rPr>
              <a:t>individual </a:t>
            </a:r>
            <a:r>
              <a:rPr sz="2800" i="1" spc="-15" dirty="0">
                <a:solidFill>
                  <a:srgbClr val="494949"/>
                </a:solidFill>
                <a:latin typeface="Trebuchet MS"/>
                <a:cs typeface="Trebuchet MS"/>
              </a:rPr>
              <a:t>Decision </a:t>
            </a:r>
            <a:r>
              <a:rPr sz="2800" i="1" spc="-185" dirty="0">
                <a:solidFill>
                  <a:srgbClr val="494949"/>
                </a:solidFill>
                <a:latin typeface="Trebuchet MS"/>
                <a:cs typeface="Trebuchet MS"/>
              </a:rPr>
              <a:t>Tree </a:t>
            </a:r>
            <a:r>
              <a:rPr sz="2800" i="1" spc="-180" dirty="0">
                <a:solidFill>
                  <a:srgbClr val="494949"/>
                </a:solidFill>
                <a:latin typeface="Trebuchet MS"/>
                <a:cs typeface="Trebuchet MS"/>
              </a:rPr>
              <a:t> </a:t>
            </a:r>
            <a:r>
              <a:rPr sz="2800" i="1" spc="-50" dirty="0">
                <a:solidFill>
                  <a:srgbClr val="494949"/>
                </a:solidFill>
                <a:latin typeface="Trebuchet MS"/>
                <a:cs typeface="Trebuchet MS"/>
              </a:rPr>
              <a:t>c</a:t>
            </a:r>
            <a:r>
              <a:rPr sz="2800" i="1" spc="-95" dirty="0">
                <a:solidFill>
                  <a:srgbClr val="494949"/>
                </a:solidFill>
                <a:latin typeface="Trebuchet MS"/>
                <a:cs typeface="Trebuchet MS"/>
              </a:rPr>
              <a:t>r</a:t>
            </a:r>
            <a:r>
              <a:rPr sz="2800" i="1" spc="-75" dirty="0">
                <a:solidFill>
                  <a:srgbClr val="494949"/>
                </a:solidFill>
                <a:latin typeface="Trebuchet MS"/>
                <a:cs typeface="Trebuchet MS"/>
              </a:rPr>
              <a:t>eated</a:t>
            </a:r>
            <a:r>
              <a:rPr sz="2800" i="1" spc="-125" dirty="0">
                <a:solidFill>
                  <a:srgbClr val="494949"/>
                </a:solidFill>
                <a:latin typeface="Trebuchet MS"/>
                <a:cs typeface="Trebuchet MS"/>
              </a:rPr>
              <a:t> </a:t>
            </a:r>
            <a:r>
              <a:rPr sz="2800" i="1" spc="10" dirty="0">
                <a:solidFill>
                  <a:srgbClr val="494949"/>
                </a:solidFill>
                <a:latin typeface="Trebuchet MS"/>
                <a:cs typeface="Trebuchet MS"/>
              </a:rPr>
              <a:t>usi</a:t>
            </a:r>
            <a:r>
              <a:rPr sz="2800" i="1" spc="20" dirty="0">
                <a:solidFill>
                  <a:srgbClr val="494949"/>
                </a:solidFill>
                <a:latin typeface="Trebuchet MS"/>
                <a:cs typeface="Trebuchet MS"/>
              </a:rPr>
              <a:t>n</a:t>
            </a:r>
            <a:r>
              <a:rPr sz="2800" i="1" spc="-5" dirty="0">
                <a:solidFill>
                  <a:srgbClr val="494949"/>
                </a:solidFill>
                <a:latin typeface="Trebuchet MS"/>
                <a:cs typeface="Trebuchet MS"/>
              </a:rPr>
              <a:t>g</a:t>
            </a:r>
            <a:r>
              <a:rPr sz="2800" i="1" spc="-135" dirty="0">
                <a:solidFill>
                  <a:srgbClr val="494949"/>
                </a:solidFill>
                <a:latin typeface="Trebuchet MS"/>
                <a:cs typeface="Trebuchet MS"/>
              </a:rPr>
              <a:t> </a:t>
            </a:r>
            <a:r>
              <a:rPr sz="2800" i="1" spc="-90" dirty="0">
                <a:solidFill>
                  <a:srgbClr val="494949"/>
                </a:solidFill>
                <a:latin typeface="Trebuchet MS"/>
                <a:cs typeface="Trebuchet MS"/>
              </a:rPr>
              <a:t>all</a:t>
            </a:r>
            <a:r>
              <a:rPr sz="2800" i="1" spc="-120" dirty="0">
                <a:solidFill>
                  <a:srgbClr val="494949"/>
                </a:solidFill>
                <a:latin typeface="Trebuchet MS"/>
                <a:cs typeface="Trebuchet MS"/>
              </a:rPr>
              <a:t> </a:t>
            </a:r>
            <a:r>
              <a:rPr sz="2800" i="1" spc="-114" dirty="0">
                <a:solidFill>
                  <a:srgbClr val="494949"/>
                </a:solidFill>
                <a:latin typeface="Trebuchet MS"/>
                <a:cs typeface="Trebuchet MS"/>
              </a:rPr>
              <a:t>th</a:t>
            </a:r>
            <a:r>
              <a:rPr sz="2800" i="1" spc="-120" dirty="0">
                <a:solidFill>
                  <a:srgbClr val="494949"/>
                </a:solidFill>
                <a:latin typeface="Trebuchet MS"/>
                <a:cs typeface="Trebuchet MS"/>
              </a:rPr>
              <a:t>e</a:t>
            </a:r>
            <a:r>
              <a:rPr sz="2800" i="1" spc="-125" dirty="0">
                <a:solidFill>
                  <a:srgbClr val="494949"/>
                </a:solidFill>
                <a:latin typeface="Trebuchet MS"/>
                <a:cs typeface="Trebuchet MS"/>
              </a:rPr>
              <a:t> </a:t>
            </a:r>
            <a:r>
              <a:rPr sz="2800" i="1" spc="-90" dirty="0">
                <a:solidFill>
                  <a:srgbClr val="494949"/>
                </a:solidFill>
                <a:latin typeface="Trebuchet MS"/>
                <a:cs typeface="Trebuchet MS"/>
              </a:rPr>
              <a:t>featu</a:t>
            </a:r>
            <a:r>
              <a:rPr sz="2800" i="1" spc="-135" dirty="0">
                <a:solidFill>
                  <a:srgbClr val="494949"/>
                </a:solidFill>
                <a:latin typeface="Trebuchet MS"/>
                <a:cs typeface="Trebuchet MS"/>
              </a:rPr>
              <a:t>r</a:t>
            </a:r>
            <a:r>
              <a:rPr sz="2800" i="1" spc="-40" dirty="0">
                <a:solidFill>
                  <a:srgbClr val="494949"/>
                </a:solidFill>
                <a:latin typeface="Trebuchet MS"/>
                <a:cs typeface="Trebuchet MS"/>
              </a:rPr>
              <a:t>e</a:t>
            </a:r>
            <a:r>
              <a:rPr sz="2800" i="1" spc="-25" dirty="0">
                <a:solidFill>
                  <a:srgbClr val="494949"/>
                </a:solidFill>
                <a:latin typeface="Trebuchet MS"/>
                <a:cs typeface="Trebuchet MS"/>
              </a:rPr>
              <a:t>s</a:t>
            </a:r>
            <a:r>
              <a:rPr sz="2800" i="1" spc="-125" dirty="0">
                <a:solidFill>
                  <a:srgbClr val="494949"/>
                </a:solidFill>
                <a:latin typeface="Trebuchet MS"/>
                <a:cs typeface="Trebuchet MS"/>
              </a:rPr>
              <a:t> </a:t>
            </a:r>
            <a:r>
              <a:rPr sz="2800" i="1" spc="85" dirty="0">
                <a:solidFill>
                  <a:srgbClr val="494949"/>
                </a:solidFill>
                <a:latin typeface="Trebuchet MS"/>
                <a:cs typeface="Trebuchet MS"/>
              </a:rPr>
              <a:t>and</a:t>
            </a:r>
            <a:r>
              <a:rPr sz="2800" i="1" spc="-125" dirty="0">
                <a:solidFill>
                  <a:srgbClr val="494949"/>
                </a:solidFill>
                <a:latin typeface="Trebuchet MS"/>
                <a:cs typeface="Trebuchet MS"/>
              </a:rPr>
              <a:t> </a:t>
            </a:r>
            <a:r>
              <a:rPr sz="2800" i="1" spc="-114" dirty="0">
                <a:solidFill>
                  <a:srgbClr val="494949"/>
                </a:solidFill>
                <a:latin typeface="Trebuchet MS"/>
                <a:cs typeface="Trebuchet MS"/>
              </a:rPr>
              <a:t>th</a:t>
            </a:r>
            <a:r>
              <a:rPr sz="2800" i="1" spc="-120" dirty="0">
                <a:solidFill>
                  <a:srgbClr val="494949"/>
                </a:solidFill>
                <a:latin typeface="Trebuchet MS"/>
                <a:cs typeface="Trebuchet MS"/>
              </a:rPr>
              <a:t>e</a:t>
            </a:r>
            <a:r>
              <a:rPr sz="2800" i="1" spc="-125" dirty="0">
                <a:solidFill>
                  <a:srgbClr val="494949"/>
                </a:solidFill>
                <a:latin typeface="Trebuchet MS"/>
                <a:cs typeface="Trebuchet MS"/>
              </a:rPr>
              <a:t> </a:t>
            </a:r>
            <a:r>
              <a:rPr sz="2800" i="1" spc="-55" dirty="0">
                <a:solidFill>
                  <a:srgbClr val="494949"/>
                </a:solidFill>
                <a:latin typeface="Trebuchet MS"/>
                <a:cs typeface="Trebuchet MS"/>
              </a:rPr>
              <a:t>whole</a:t>
            </a:r>
            <a:r>
              <a:rPr sz="2800" i="1" spc="-130" dirty="0">
                <a:solidFill>
                  <a:srgbClr val="494949"/>
                </a:solidFill>
                <a:latin typeface="Trebuchet MS"/>
                <a:cs typeface="Trebuchet MS"/>
              </a:rPr>
              <a:t> </a:t>
            </a:r>
            <a:r>
              <a:rPr sz="2800" i="1" spc="-5" dirty="0">
                <a:solidFill>
                  <a:srgbClr val="494949"/>
                </a:solidFill>
                <a:latin typeface="Trebuchet MS"/>
                <a:cs typeface="Trebuchet MS"/>
              </a:rPr>
              <a:t>dat</a:t>
            </a:r>
            <a:r>
              <a:rPr sz="2800" i="1" dirty="0">
                <a:solidFill>
                  <a:srgbClr val="494949"/>
                </a:solidFill>
                <a:latin typeface="Trebuchet MS"/>
                <a:cs typeface="Trebuchet MS"/>
              </a:rPr>
              <a:t>a</a:t>
            </a:r>
            <a:r>
              <a:rPr sz="2800" i="1" spc="-110" dirty="0">
                <a:solidFill>
                  <a:srgbClr val="494949"/>
                </a:solidFill>
                <a:latin typeface="Trebuchet MS"/>
                <a:cs typeface="Trebuchet MS"/>
              </a:rPr>
              <a:t> </a:t>
            </a:r>
            <a:r>
              <a:rPr sz="2800" i="1" spc="-114" dirty="0">
                <a:solidFill>
                  <a:srgbClr val="494949"/>
                </a:solidFill>
                <a:latin typeface="Trebuchet MS"/>
                <a:cs typeface="Trebuchet MS"/>
              </a:rPr>
              <a:t>set</a:t>
            </a:r>
            <a:r>
              <a:rPr sz="2800" i="1" spc="-320" dirty="0">
                <a:solidFill>
                  <a:srgbClr val="494949"/>
                </a:solidFill>
                <a:latin typeface="Trebuchet MS"/>
                <a:cs typeface="Trebuchet MS"/>
              </a:rPr>
              <a:t>.</a:t>
            </a:r>
            <a:endParaRPr sz="2800">
              <a:latin typeface="Trebuchet MS"/>
              <a:cs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12323"/>
            <a:ext cx="10359390" cy="3862070"/>
          </a:xfrm>
          <a:prstGeom prst="rect">
            <a:avLst/>
          </a:prstGeom>
        </p:spPr>
        <p:txBody>
          <a:bodyPr vert="horz" wrap="square" lIns="0" tIns="95885" rIns="0" bIns="0" rtlCol="0">
            <a:spAutoFit/>
          </a:bodyPr>
          <a:lstStyle/>
          <a:p>
            <a:pPr marL="241300" indent="-228600">
              <a:lnSpc>
                <a:spcPct val="100000"/>
              </a:lnSpc>
              <a:spcBef>
                <a:spcPts val="755"/>
              </a:spcBef>
              <a:buFont typeface="Arial MT"/>
              <a:buChar char="•"/>
              <a:tabLst>
                <a:tab pos="241300" algn="l"/>
              </a:tabLst>
            </a:pPr>
            <a:r>
              <a:rPr sz="2800" b="1" i="1" dirty="0">
                <a:solidFill>
                  <a:srgbClr val="494949"/>
                </a:solidFill>
                <a:latin typeface="Trebuchet MS"/>
                <a:cs typeface="Trebuchet MS"/>
              </a:rPr>
              <a:t>Step</a:t>
            </a:r>
            <a:r>
              <a:rPr sz="2800" b="1" i="1" spc="-120" dirty="0">
                <a:solidFill>
                  <a:srgbClr val="494949"/>
                </a:solidFill>
                <a:latin typeface="Trebuchet MS"/>
                <a:cs typeface="Trebuchet MS"/>
              </a:rPr>
              <a:t> </a:t>
            </a:r>
            <a:r>
              <a:rPr sz="2800" b="1" i="1" spc="-170" dirty="0">
                <a:solidFill>
                  <a:srgbClr val="494949"/>
                </a:solidFill>
                <a:latin typeface="Trebuchet MS"/>
                <a:cs typeface="Trebuchet MS"/>
              </a:rPr>
              <a:t>4:</a:t>
            </a:r>
            <a:r>
              <a:rPr sz="2800" b="1" i="1" spc="-120" dirty="0">
                <a:solidFill>
                  <a:srgbClr val="494949"/>
                </a:solidFill>
                <a:latin typeface="Trebuchet MS"/>
                <a:cs typeface="Trebuchet MS"/>
              </a:rPr>
              <a:t> </a:t>
            </a:r>
            <a:r>
              <a:rPr sz="2800" b="1" i="1" spc="-30" dirty="0">
                <a:solidFill>
                  <a:srgbClr val="494949"/>
                </a:solidFill>
                <a:latin typeface="Trebuchet MS"/>
                <a:cs typeface="Trebuchet MS"/>
              </a:rPr>
              <a:t>Predicting</a:t>
            </a:r>
            <a:r>
              <a:rPr sz="2800" b="1" i="1" spc="-135" dirty="0">
                <a:solidFill>
                  <a:srgbClr val="494949"/>
                </a:solidFill>
                <a:latin typeface="Trebuchet MS"/>
                <a:cs typeface="Trebuchet MS"/>
              </a:rPr>
              <a:t> </a:t>
            </a:r>
            <a:r>
              <a:rPr sz="2800" b="1" i="1" spc="15" dirty="0">
                <a:solidFill>
                  <a:srgbClr val="494949"/>
                </a:solidFill>
                <a:latin typeface="Trebuchet MS"/>
                <a:cs typeface="Trebuchet MS"/>
              </a:rPr>
              <a:t>the</a:t>
            </a:r>
            <a:r>
              <a:rPr sz="2800" b="1" i="1" spc="-125" dirty="0">
                <a:solidFill>
                  <a:srgbClr val="494949"/>
                </a:solidFill>
                <a:latin typeface="Trebuchet MS"/>
                <a:cs typeface="Trebuchet MS"/>
              </a:rPr>
              <a:t> </a:t>
            </a:r>
            <a:r>
              <a:rPr sz="2800" b="1" i="1" spc="45" dirty="0">
                <a:solidFill>
                  <a:srgbClr val="494949"/>
                </a:solidFill>
                <a:latin typeface="Trebuchet MS"/>
                <a:cs typeface="Trebuchet MS"/>
              </a:rPr>
              <a:t>outcome</a:t>
            </a:r>
            <a:r>
              <a:rPr sz="2800" b="1" i="1" spc="-120" dirty="0">
                <a:solidFill>
                  <a:srgbClr val="494949"/>
                </a:solidFill>
                <a:latin typeface="Trebuchet MS"/>
                <a:cs typeface="Trebuchet MS"/>
              </a:rPr>
              <a:t> </a:t>
            </a:r>
            <a:r>
              <a:rPr sz="2800" b="1" i="1" spc="-35" dirty="0">
                <a:solidFill>
                  <a:srgbClr val="494949"/>
                </a:solidFill>
                <a:latin typeface="Trebuchet MS"/>
                <a:cs typeface="Trebuchet MS"/>
              </a:rPr>
              <a:t>of</a:t>
            </a:r>
            <a:r>
              <a:rPr sz="2800" b="1" i="1" spc="-110" dirty="0">
                <a:solidFill>
                  <a:srgbClr val="494949"/>
                </a:solidFill>
                <a:latin typeface="Trebuchet MS"/>
                <a:cs typeface="Trebuchet MS"/>
              </a:rPr>
              <a:t> </a:t>
            </a:r>
            <a:r>
              <a:rPr sz="2800" b="1" i="1" spc="5" dirty="0">
                <a:solidFill>
                  <a:srgbClr val="494949"/>
                </a:solidFill>
                <a:latin typeface="Trebuchet MS"/>
                <a:cs typeface="Trebuchet MS"/>
              </a:rPr>
              <a:t>a</a:t>
            </a:r>
            <a:r>
              <a:rPr sz="2800" b="1" i="1" spc="-120" dirty="0">
                <a:solidFill>
                  <a:srgbClr val="494949"/>
                </a:solidFill>
                <a:latin typeface="Trebuchet MS"/>
                <a:cs typeface="Trebuchet MS"/>
              </a:rPr>
              <a:t> </a:t>
            </a:r>
            <a:r>
              <a:rPr sz="2800" b="1" i="1" spc="35" dirty="0">
                <a:solidFill>
                  <a:srgbClr val="494949"/>
                </a:solidFill>
                <a:latin typeface="Trebuchet MS"/>
                <a:cs typeface="Trebuchet MS"/>
              </a:rPr>
              <a:t>new</a:t>
            </a:r>
            <a:r>
              <a:rPr sz="2800" b="1" i="1" spc="-120" dirty="0">
                <a:solidFill>
                  <a:srgbClr val="494949"/>
                </a:solidFill>
                <a:latin typeface="Trebuchet MS"/>
                <a:cs typeface="Trebuchet MS"/>
              </a:rPr>
              <a:t> </a:t>
            </a:r>
            <a:r>
              <a:rPr sz="2800" b="1" i="1" spc="-20" dirty="0">
                <a:solidFill>
                  <a:srgbClr val="494949"/>
                </a:solidFill>
                <a:latin typeface="Trebuchet MS"/>
                <a:cs typeface="Trebuchet MS"/>
              </a:rPr>
              <a:t>data</a:t>
            </a:r>
            <a:r>
              <a:rPr sz="2800" b="1" i="1" spc="-130" dirty="0">
                <a:solidFill>
                  <a:srgbClr val="494949"/>
                </a:solidFill>
                <a:latin typeface="Trebuchet MS"/>
                <a:cs typeface="Trebuchet MS"/>
              </a:rPr>
              <a:t> </a:t>
            </a:r>
            <a:r>
              <a:rPr sz="2800" b="1" i="1" spc="-10" dirty="0">
                <a:solidFill>
                  <a:srgbClr val="494949"/>
                </a:solidFill>
                <a:latin typeface="Trebuchet MS"/>
                <a:cs typeface="Trebuchet MS"/>
              </a:rPr>
              <a:t>point</a:t>
            </a:r>
            <a:endParaRPr sz="2800">
              <a:latin typeface="Trebuchet MS"/>
              <a:cs typeface="Trebuchet MS"/>
            </a:endParaRPr>
          </a:p>
          <a:p>
            <a:pPr marL="241300" marR="5715" indent="-228600" algn="just">
              <a:lnSpc>
                <a:spcPts val="3030"/>
              </a:lnSpc>
              <a:spcBef>
                <a:spcPts val="1035"/>
              </a:spcBef>
              <a:buFont typeface="Arial MT"/>
              <a:buChar char="•"/>
              <a:tabLst>
                <a:tab pos="241300" algn="l"/>
                <a:tab pos="9692005" algn="l"/>
              </a:tabLst>
            </a:pPr>
            <a:r>
              <a:rPr sz="2800" spc="150" dirty="0">
                <a:solidFill>
                  <a:srgbClr val="494949"/>
                </a:solidFill>
                <a:latin typeface="Tahoma"/>
                <a:cs typeface="Tahoma"/>
              </a:rPr>
              <a:t>Now</a:t>
            </a:r>
            <a:r>
              <a:rPr sz="2800" spc="5" dirty="0">
                <a:solidFill>
                  <a:srgbClr val="494949"/>
                </a:solidFill>
                <a:latin typeface="Tahoma"/>
                <a:cs typeface="Tahoma"/>
              </a:rPr>
              <a:t> </a:t>
            </a:r>
            <a:r>
              <a:rPr sz="2800" spc="85" dirty="0">
                <a:solidFill>
                  <a:srgbClr val="494949"/>
                </a:solidFill>
                <a:latin typeface="Tahoma"/>
                <a:cs typeface="Tahoma"/>
              </a:rPr>
              <a:t>that</a:t>
            </a:r>
            <a:r>
              <a:rPr sz="2800" dirty="0">
                <a:solidFill>
                  <a:srgbClr val="494949"/>
                </a:solidFill>
                <a:latin typeface="Tahoma"/>
                <a:cs typeface="Tahoma"/>
              </a:rPr>
              <a:t> </a:t>
            </a:r>
            <a:r>
              <a:rPr sz="2800" spc="30" dirty="0">
                <a:solidFill>
                  <a:srgbClr val="494949"/>
                </a:solidFill>
                <a:latin typeface="Tahoma"/>
                <a:cs typeface="Tahoma"/>
              </a:rPr>
              <a:t>we’ve</a:t>
            </a:r>
            <a:r>
              <a:rPr sz="2800" spc="10" dirty="0">
                <a:solidFill>
                  <a:srgbClr val="494949"/>
                </a:solidFill>
                <a:latin typeface="Tahoma"/>
                <a:cs typeface="Tahoma"/>
              </a:rPr>
              <a:t> </a:t>
            </a:r>
            <a:r>
              <a:rPr sz="2800" spc="85" dirty="0">
                <a:solidFill>
                  <a:srgbClr val="494949"/>
                </a:solidFill>
                <a:latin typeface="Tahoma"/>
                <a:cs typeface="Tahoma"/>
              </a:rPr>
              <a:t>created</a:t>
            </a:r>
            <a:r>
              <a:rPr sz="2800" dirty="0">
                <a:solidFill>
                  <a:srgbClr val="494949"/>
                </a:solidFill>
                <a:latin typeface="Tahoma"/>
                <a:cs typeface="Tahoma"/>
              </a:rPr>
              <a:t> </a:t>
            </a:r>
            <a:r>
              <a:rPr sz="2800" spc="85" dirty="0">
                <a:solidFill>
                  <a:srgbClr val="494949"/>
                </a:solidFill>
                <a:latin typeface="Tahoma"/>
                <a:cs typeface="Tahoma"/>
              </a:rPr>
              <a:t>a</a:t>
            </a:r>
            <a:r>
              <a:rPr sz="2800" spc="10" dirty="0">
                <a:solidFill>
                  <a:srgbClr val="494949"/>
                </a:solidFill>
                <a:latin typeface="Tahoma"/>
                <a:cs typeface="Tahoma"/>
              </a:rPr>
              <a:t> </a:t>
            </a:r>
            <a:r>
              <a:rPr sz="2800" spc="145" dirty="0">
                <a:solidFill>
                  <a:srgbClr val="494949"/>
                </a:solidFill>
                <a:latin typeface="Tahoma"/>
                <a:cs typeface="Tahoma"/>
              </a:rPr>
              <a:t>random</a:t>
            </a:r>
            <a:r>
              <a:rPr sz="2800" spc="5" dirty="0">
                <a:solidFill>
                  <a:srgbClr val="494949"/>
                </a:solidFill>
                <a:latin typeface="Tahoma"/>
                <a:cs typeface="Tahoma"/>
              </a:rPr>
              <a:t> </a:t>
            </a:r>
            <a:r>
              <a:rPr sz="2800" spc="50" dirty="0">
                <a:solidFill>
                  <a:srgbClr val="494949"/>
                </a:solidFill>
                <a:latin typeface="Tahoma"/>
                <a:cs typeface="Tahoma"/>
              </a:rPr>
              <a:t>forest,</a:t>
            </a:r>
            <a:r>
              <a:rPr sz="2800" spc="15" dirty="0">
                <a:solidFill>
                  <a:srgbClr val="494949"/>
                </a:solidFill>
                <a:latin typeface="Tahoma"/>
                <a:cs typeface="Tahoma"/>
              </a:rPr>
              <a:t> </a:t>
            </a:r>
            <a:r>
              <a:rPr sz="2800" spc="30" dirty="0">
                <a:solidFill>
                  <a:srgbClr val="494949"/>
                </a:solidFill>
                <a:latin typeface="Tahoma"/>
                <a:cs typeface="Tahoma"/>
              </a:rPr>
              <a:t>let’s</a:t>
            </a:r>
            <a:r>
              <a:rPr sz="2800" spc="20" dirty="0">
                <a:solidFill>
                  <a:srgbClr val="494949"/>
                </a:solidFill>
                <a:latin typeface="Tahoma"/>
                <a:cs typeface="Tahoma"/>
              </a:rPr>
              <a:t> </a:t>
            </a:r>
            <a:r>
              <a:rPr sz="2800" spc="90" dirty="0">
                <a:solidFill>
                  <a:srgbClr val="494949"/>
                </a:solidFill>
                <a:latin typeface="Tahoma"/>
                <a:cs typeface="Tahoma"/>
              </a:rPr>
              <a:t>see</a:t>
            </a:r>
            <a:r>
              <a:rPr sz="2800" spc="20" dirty="0">
                <a:solidFill>
                  <a:srgbClr val="494949"/>
                </a:solidFill>
                <a:latin typeface="Tahoma"/>
                <a:cs typeface="Tahoma"/>
              </a:rPr>
              <a:t> </a:t>
            </a:r>
            <a:r>
              <a:rPr sz="2800" spc="120" dirty="0">
                <a:solidFill>
                  <a:srgbClr val="494949"/>
                </a:solidFill>
                <a:latin typeface="Tahoma"/>
                <a:cs typeface="Tahoma"/>
              </a:rPr>
              <a:t>how</a:t>
            </a:r>
            <a:r>
              <a:rPr sz="2800" dirty="0">
                <a:solidFill>
                  <a:srgbClr val="494949"/>
                </a:solidFill>
                <a:latin typeface="Tahoma"/>
                <a:cs typeface="Tahoma"/>
              </a:rPr>
              <a:t> </a:t>
            </a:r>
            <a:r>
              <a:rPr sz="2800" spc="55" dirty="0">
                <a:solidFill>
                  <a:srgbClr val="494949"/>
                </a:solidFill>
                <a:latin typeface="Tahoma"/>
                <a:cs typeface="Tahoma"/>
              </a:rPr>
              <a:t>it</a:t>
            </a:r>
            <a:r>
              <a:rPr sz="2800" spc="10" dirty="0">
                <a:solidFill>
                  <a:srgbClr val="494949"/>
                </a:solidFill>
                <a:latin typeface="Tahoma"/>
                <a:cs typeface="Tahoma"/>
              </a:rPr>
              <a:t> </a:t>
            </a:r>
            <a:r>
              <a:rPr sz="2800" spc="90" dirty="0">
                <a:solidFill>
                  <a:srgbClr val="494949"/>
                </a:solidFill>
                <a:latin typeface="Tahoma"/>
                <a:cs typeface="Tahoma"/>
              </a:rPr>
              <a:t>can </a:t>
            </a:r>
            <a:r>
              <a:rPr sz="2800" spc="-865" dirty="0">
                <a:solidFill>
                  <a:srgbClr val="494949"/>
                </a:solidFill>
                <a:latin typeface="Tahoma"/>
                <a:cs typeface="Tahoma"/>
              </a:rPr>
              <a:t> </a:t>
            </a:r>
            <a:r>
              <a:rPr sz="2800" spc="130" dirty="0">
                <a:solidFill>
                  <a:srgbClr val="494949"/>
                </a:solidFill>
                <a:latin typeface="Tahoma"/>
                <a:cs typeface="Tahoma"/>
              </a:rPr>
              <a:t>be</a:t>
            </a:r>
            <a:r>
              <a:rPr sz="2800" spc="85" dirty="0">
                <a:solidFill>
                  <a:srgbClr val="494949"/>
                </a:solidFill>
                <a:latin typeface="Tahoma"/>
                <a:cs typeface="Tahoma"/>
              </a:rPr>
              <a:t> </a:t>
            </a:r>
            <a:r>
              <a:rPr sz="2800" spc="125" dirty="0">
                <a:solidFill>
                  <a:srgbClr val="494949"/>
                </a:solidFill>
                <a:latin typeface="Tahoma"/>
                <a:cs typeface="Tahoma"/>
              </a:rPr>
              <a:t>used</a:t>
            </a:r>
            <a:r>
              <a:rPr sz="2800" spc="85" dirty="0">
                <a:solidFill>
                  <a:srgbClr val="494949"/>
                </a:solidFill>
                <a:latin typeface="Tahoma"/>
                <a:cs typeface="Tahoma"/>
              </a:rPr>
              <a:t> </a:t>
            </a:r>
            <a:r>
              <a:rPr sz="2800" spc="110" dirty="0">
                <a:solidFill>
                  <a:srgbClr val="494949"/>
                </a:solidFill>
                <a:latin typeface="Tahoma"/>
                <a:cs typeface="Tahoma"/>
              </a:rPr>
              <a:t>to</a:t>
            </a:r>
            <a:r>
              <a:rPr sz="2800" spc="85" dirty="0">
                <a:solidFill>
                  <a:srgbClr val="494949"/>
                </a:solidFill>
                <a:latin typeface="Tahoma"/>
                <a:cs typeface="Tahoma"/>
              </a:rPr>
              <a:t> </a:t>
            </a:r>
            <a:r>
              <a:rPr sz="2800" spc="90" dirty="0">
                <a:solidFill>
                  <a:srgbClr val="494949"/>
                </a:solidFill>
                <a:latin typeface="Tahoma"/>
                <a:cs typeface="Tahoma"/>
              </a:rPr>
              <a:t>predict </a:t>
            </a:r>
            <a:r>
              <a:rPr sz="2800" spc="110" dirty="0">
                <a:solidFill>
                  <a:srgbClr val="494949"/>
                </a:solidFill>
                <a:latin typeface="Tahoma"/>
                <a:cs typeface="Tahoma"/>
              </a:rPr>
              <a:t>whether</a:t>
            </a:r>
            <a:r>
              <a:rPr sz="2800" spc="100" dirty="0">
                <a:solidFill>
                  <a:srgbClr val="494949"/>
                </a:solidFill>
                <a:latin typeface="Tahoma"/>
                <a:cs typeface="Tahoma"/>
              </a:rPr>
              <a:t> </a:t>
            </a:r>
            <a:r>
              <a:rPr sz="2800" spc="85" dirty="0">
                <a:solidFill>
                  <a:srgbClr val="494949"/>
                </a:solidFill>
                <a:latin typeface="Tahoma"/>
                <a:cs typeface="Tahoma"/>
              </a:rPr>
              <a:t>a </a:t>
            </a:r>
            <a:r>
              <a:rPr sz="2800" spc="95" dirty="0">
                <a:solidFill>
                  <a:srgbClr val="494949"/>
                </a:solidFill>
                <a:latin typeface="Tahoma"/>
                <a:cs typeface="Tahoma"/>
              </a:rPr>
              <a:t>new</a:t>
            </a:r>
            <a:r>
              <a:rPr sz="2800" spc="90" dirty="0">
                <a:solidFill>
                  <a:srgbClr val="494949"/>
                </a:solidFill>
                <a:latin typeface="Tahoma"/>
                <a:cs typeface="Tahoma"/>
              </a:rPr>
              <a:t> </a:t>
            </a:r>
            <a:r>
              <a:rPr sz="2800" spc="95" dirty="0">
                <a:solidFill>
                  <a:srgbClr val="494949"/>
                </a:solidFill>
                <a:latin typeface="Tahoma"/>
                <a:cs typeface="Tahoma"/>
              </a:rPr>
              <a:t>patient</a:t>
            </a:r>
            <a:r>
              <a:rPr sz="2800" spc="80" dirty="0">
                <a:solidFill>
                  <a:srgbClr val="494949"/>
                </a:solidFill>
                <a:latin typeface="Tahoma"/>
                <a:cs typeface="Tahoma"/>
              </a:rPr>
              <a:t> </a:t>
            </a:r>
            <a:r>
              <a:rPr sz="2800" spc="100" dirty="0">
                <a:solidFill>
                  <a:srgbClr val="494949"/>
                </a:solidFill>
                <a:latin typeface="Tahoma"/>
                <a:cs typeface="Tahoma"/>
              </a:rPr>
              <a:t>has</a:t>
            </a:r>
            <a:r>
              <a:rPr sz="2800" spc="90" dirty="0">
                <a:solidFill>
                  <a:srgbClr val="494949"/>
                </a:solidFill>
                <a:latin typeface="Tahoma"/>
                <a:cs typeface="Tahoma"/>
              </a:rPr>
              <a:t> </a:t>
            </a:r>
            <a:r>
              <a:rPr sz="2800" spc="105" dirty="0">
                <a:solidFill>
                  <a:srgbClr val="494949"/>
                </a:solidFill>
                <a:latin typeface="Tahoma"/>
                <a:cs typeface="Tahoma"/>
              </a:rPr>
              <a:t>heart</a:t>
            </a:r>
            <a:r>
              <a:rPr sz="2800" spc="80" dirty="0">
                <a:solidFill>
                  <a:srgbClr val="494949"/>
                </a:solidFill>
                <a:latin typeface="Tahoma"/>
                <a:cs typeface="Tahoma"/>
              </a:rPr>
              <a:t> </a:t>
            </a:r>
            <a:r>
              <a:rPr sz="2800" spc="95" dirty="0">
                <a:solidFill>
                  <a:srgbClr val="494949"/>
                </a:solidFill>
                <a:latin typeface="Tahoma"/>
                <a:cs typeface="Tahoma"/>
              </a:rPr>
              <a:t>disease </a:t>
            </a:r>
            <a:r>
              <a:rPr sz="2800" spc="-865" dirty="0">
                <a:solidFill>
                  <a:srgbClr val="494949"/>
                </a:solidFill>
                <a:latin typeface="Tahoma"/>
                <a:cs typeface="Tahoma"/>
              </a:rPr>
              <a:t> </a:t>
            </a:r>
            <a:r>
              <a:rPr sz="2800" spc="170" dirty="0">
                <a:solidFill>
                  <a:srgbClr val="494949"/>
                </a:solidFill>
                <a:latin typeface="Tahoma"/>
                <a:cs typeface="Tahoma"/>
              </a:rPr>
              <a:t>o</a:t>
            </a:r>
            <a:r>
              <a:rPr sz="2800" spc="120" dirty="0">
                <a:solidFill>
                  <a:srgbClr val="494949"/>
                </a:solidFill>
                <a:latin typeface="Tahoma"/>
                <a:cs typeface="Tahoma"/>
              </a:rPr>
              <a:t>r</a:t>
            </a:r>
            <a:r>
              <a:rPr sz="2800" dirty="0">
                <a:solidFill>
                  <a:srgbClr val="494949"/>
                </a:solidFill>
                <a:latin typeface="Tahoma"/>
                <a:cs typeface="Tahoma"/>
              </a:rPr>
              <a:t>	</a:t>
            </a:r>
            <a:r>
              <a:rPr sz="2800" spc="165" dirty="0">
                <a:solidFill>
                  <a:srgbClr val="494949"/>
                </a:solidFill>
                <a:latin typeface="Tahoma"/>
                <a:cs typeface="Tahoma"/>
              </a:rPr>
              <a:t>n</a:t>
            </a:r>
            <a:r>
              <a:rPr sz="2800" spc="145" dirty="0">
                <a:solidFill>
                  <a:srgbClr val="494949"/>
                </a:solidFill>
                <a:latin typeface="Tahoma"/>
                <a:cs typeface="Tahoma"/>
              </a:rPr>
              <a:t>o</a:t>
            </a:r>
            <a:r>
              <a:rPr sz="2800" spc="50" dirty="0">
                <a:solidFill>
                  <a:srgbClr val="494949"/>
                </a:solidFill>
                <a:latin typeface="Tahoma"/>
                <a:cs typeface="Tahoma"/>
              </a:rPr>
              <a:t>t</a:t>
            </a:r>
            <a:r>
              <a:rPr sz="2800" spc="-105" dirty="0">
                <a:solidFill>
                  <a:srgbClr val="494949"/>
                </a:solidFill>
                <a:latin typeface="Tahoma"/>
                <a:cs typeface="Tahoma"/>
              </a:rPr>
              <a:t>.</a:t>
            </a:r>
            <a:endParaRPr sz="2800">
              <a:latin typeface="Tahoma"/>
              <a:cs typeface="Tahoma"/>
            </a:endParaRPr>
          </a:p>
          <a:p>
            <a:pPr marL="241300" algn="just">
              <a:lnSpc>
                <a:spcPts val="2800"/>
              </a:lnSpc>
            </a:pPr>
            <a:r>
              <a:rPr sz="2800" spc="50" dirty="0">
                <a:solidFill>
                  <a:srgbClr val="494949"/>
                </a:solidFill>
                <a:latin typeface="Tahoma"/>
                <a:cs typeface="Tahoma"/>
              </a:rPr>
              <a:t>The</a:t>
            </a:r>
            <a:r>
              <a:rPr sz="2800" spc="210" dirty="0">
                <a:solidFill>
                  <a:srgbClr val="494949"/>
                </a:solidFill>
                <a:latin typeface="Tahoma"/>
                <a:cs typeface="Tahoma"/>
              </a:rPr>
              <a:t> </a:t>
            </a:r>
            <a:r>
              <a:rPr sz="2800" spc="110" dirty="0">
                <a:solidFill>
                  <a:srgbClr val="494949"/>
                </a:solidFill>
                <a:latin typeface="Tahoma"/>
                <a:cs typeface="Tahoma"/>
              </a:rPr>
              <a:t>below</a:t>
            </a:r>
            <a:r>
              <a:rPr sz="2800" spc="210" dirty="0">
                <a:solidFill>
                  <a:srgbClr val="494949"/>
                </a:solidFill>
                <a:latin typeface="Tahoma"/>
                <a:cs typeface="Tahoma"/>
              </a:rPr>
              <a:t> </a:t>
            </a:r>
            <a:r>
              <a:rPr sz="2800" spc="105" dirty="0">
                <a:solidFill>
                  <a:srgbClr val="494949"/>
                </a:solidFill>
                <a:latin typeface="Tahoma"/>
                <a:cs typeface="Tahoma"/>
              </a:rPr>
              <a:t>diagram</a:t>
            </a:r>
            <a:r>
              <a:rPr sz="2800" spc="204" dirty="0">
                <a:solidFill>
                  <a:srgbClr val="494949"/>
                </a:solidFill>
                <a:latin typeface="Tahoma"/>
                <a:cs typeface="Tahoma"/>
              </a:rPr>
              <a:t> </a:t>
            </a:r>
            <a:r>
              <a:rPr sz="2800" spc="100" dirty="0">
                <a:solidFill>
                  <a:srgbClr val="494949"/>
                </a:solidFill>
                <a:latin typeface="Tahoma"/>
                <a:cs typeface="Tahoma"/>
              </a:rPr>
              <a:t>has</a:t>
            </a:r>
            <a:r>
              <a:rPr sz="2800" spc="220" dirty="0">
                <a:solidFill>
                  <a:srgbClr val="494949"/>
                </a:solidFill>
                <a:latin typeface="Tahoma"/>
                <a:cs typeface="Tahoma"/>
              </a:rPr>
              <a:t> </a:t>
            </a:r>
            <a:r>
              <a:rPr sz="2800" spc="95" dirty="0">
                <a:solidFill>
                  <a:srgbClr val="494949"/>
                </a:solidFill>
                <a:latin typeface="Tahoma"/>
                <a:cs typeface="Tahoma"/>
              </a:rPr>
              <a:t>the</a:t>
            </a:r>
            <a:r>
              <a:rPr sz="2800" spc="215" dirty="0">
                <a:solidFill>
                  <a:srgbClr val="494949"/>
                </a:solidFill>
                <a:latin typeface="Tahoma"/>
                <a:cs typeface="Tahoma"/>
              </a:rPr>
              <a:t> </a:t>
            </a:r>
            <a:r>
              <a:rPr sz="2800" spc="95" dirty="0">
                <a:solidFill>
                  <a:srgbClr val="494949"/>
                </a:solidFill>
                <a:latin typeface="Tahoma"/>
                <a:cs typeface="Tahoma"/>
              </a:rPr>
              <a:t>data</a:t>
            </a:r>
            <a:r>
              <a:rPr sz="2800" spc="215" dirty="0">
                <a:solidFill>
                  <a:srgbClr val="494949"/>
                </a:solidFill>
                <a:latin typeface="Tahoma"/>
                <a:cs typeface="Tahoma"/>
              </a:rPr>
              <a:t> </a:t>
            </a:r>
            <a:r>
              <a:rPr sz="2800" spc="120" dirty="0">
                <a:solidFill>
                  <a:srgbClr val="494949"/>
                </a:solidFill>
                <a:latin typeface="Tahoma"/>
                <a:cs typeface="Tahoma"/>
              </a:rPr>
              <a:t>about</a:t>
            </a:r>
            <a:r>
              <a:rPr sz="2800" spc="215" dirty="0">
                <a:solidFill>
                  <a:srgbClr val="494949"/>
                </a:solidFill>
                <a:latin typeface="Tahoma"/>
                <a:cs typeface="Tahoma"/>
              </a:rPr>
              <a:t> </a:t>
            </a:r>
            <a:r>
              <a:rPr sz="2800" spc="95" dirty="0">
                <a:solidFill>
                  <a:srgbClr val="494949"/>
                </a:solidFill>
                <a:latin typeface="Tahoma"/>
                <a:cs typeface="Tahoma"/>
              </a:rPr>
              <a:t>the</a:t>
            </a:r>
            <a:r>
              <a:rPr sz="2800" spc="204" dirty="0">
                <a:solidFill>
                  <a:srgbClr val="494949"/>
                </a:solidFill>
                <a:latin typeface="Tahoma"/>
                <a:cs typeface="Tahoma"/>
              </a:rPr>
              <a:t> </a:t>
            </a:r>
            <a:r>
              <a:rPr sz="2800" spc="95" dirty="0">
                <a:solidFill>
                  <a:srgbClr val="494949"/>
                </a:solidFill>
                <a:latin typeface="Tahoma"/>
                <a:cs typeface="Tahoma"/>
              </a:rPr>
              <a:t>new</a:t>
            </a:r>
            <a:r>
              <a:rPr sz="2800" spc="215" dirty="0">
                <a:solidFill>
                  <a:srgbClr val="494949"/>
                </a:solidFill>
                <a:latin typeface="Tahoma"/>
                <a:cs typeface="Tahoma"/>
              </a:rPr>
              <a:t> </a:t>
            </a:r>
            <a:r>
              <a:rPr sz="2800" spc="70" dirty="0">
                <a:solidFill>
                  <a:srgbClr val="494949"/>
                </a:solidFill>
                <a:latin typeface="Tahoma"/>
                <a:cs typeface="Tahoma"/>
              </a:rPr>
              <a:t>patient.</a:t>
            </a:r>
            <a:r>
              <a:rPr sz="2800" spc="210" dirty="0">
                <a:solidFill>
                  <a:srgbClr val="494949"/>
                </a:solidFill>
                <a:latin typeface="Tahoma"/>
                <a:cs typeface="Tahoma"/>
              </a:rPr>
              <a:t> </a:t>
            </a:r>
            <a:r>
              <a:rPr sz="2800" spc="75" dirty="0">
                <a:solidFill>
                  <a:srgbClr val="494949"/>
                </a:solidFill>
                <a:latin typeface="Tahoma"/>
                <a:cs typeface="Tahoma"/>
              </a:rPr>
              <a:t>All</a:t>
            </a:r>
            <a:endParaRPr sz="2800">
              <a:latin typeface="Tahoma"/>
              <a:cs typeface="Tahoma"/>
            </a:endParaRPr>
          </a:p>
          <a:p>
            <a:pPr marL="241300" marR="5080" algn="just">
              <a:lnSpc>
                <a:spcPts val="3020"/>
              </a:lnSpc>
              <a:spcBef>
                <a:spcPts val="219"/>
              </a:spcBef>
            </a:pPr>
            <a:r>
              <a:rPr sz="2800" spc="95" dirty="0">
                <a:solidFill>
                  <a:srgbClr val="494949"/>
                </a:solidFill>
                <a:latin typeface="Tahoma"/>
                <a:cs typeface="Tahoma"/>
              </a:rPr>
              <a:t>we </a:t>
            </a:r>
            <a:r>
              <a:rPr sz="2800" spc="85" dirty="0">
                <a:solidFill>
                  <a:srgbClr val="494949"/>
                </a:solidFill>
                <a:latin typeface="Tahoma"/>
                <a:cs typeface="Tahoma"/>
              </a:rPr>
              <a:t>have </a:t>
            </a:r>
            <a:r>
              <a:rPr sz="2800" spc="110" dirty="0">
                <a:solidFill>
                  <a:srgbClr val="494949"/>
                </a:solidFill>
                <a:latin typeface="Tahoma"/>
                <a:cs typeface="Tahoma"/>
              </a:rPr>
              <a:t>to </a:t>
            </a:r>
            <a:r>
              <a:rPr sz="2800" spc="165" dirty="0">
                <a:solidFill>
                  <a:srgbClr val="494949"/>
                </a:solidFill>
                <a:latin typeface="Tahoma"/>
                <a:cs typeface="Tahoma"/>
              </a:rPr>
              <a:t>do </a:t>
            </a:r>
            <a:r>
              <a:rPr sz="2800" spc="75" dirty="0">
                <a:solidFill>
                  <a:srgbClr val="494949"/>
                </a:solidFill>
                <a:latin typeface="Tahoma"/>
                <a:cs typeface="Tahoma"/>
              </a:rPr>
              <a:t>is </a:t>
            </a:r>
            <a:r>
              <a:rPr sz="2800" spc="145" dirty="0">
                <a:solidFill>
                  <a:srgbClr val="494949"/>
                </a:solidFill>
                <a:latin typeface="Tahoma"/>
                <a:cs typeface="Tahoma"/>
              </a:rPr>
              <a:t>run </a:t>
            </a:r>
            <a:r>
              <a:rPr sz="2800" spc="85" dirty="0">
                <a:solidFill>
                  <a:srgbClr val="494949"/>
                </a:solidFill>
                <a:latin typeface="Tahoma"/>
                <a:cs typeface="Tahoma"/>
              </a:rPr>
              <a:t>this </a:t>
            </a:r>
            <a:r>
              <a:rPr sz="2800" spc="95" dirty="0">
                <a:solidFill>
                  <a:srgbClr val="494949"/>
                </a:solidFill>
                <a:latin typeface="Tahoma"/>
                <a:cs typeface="Tahoma"/>
              </a:rPr>
              <a:t>data </a:t>
            </a:r>
            <a:r>
              <a:rPr sz="2800" spc="130" dirty="0">
                <a:solidFill>
                  <a:srgbClr val="494949"/>
                </a:solidFill>
                <a:latin typeface="Tahoma"/>
                <a:cs typeface="Tahoma"/>
              </a:rPr>
              <a:t>down </a:t>
            </a:r>
            <a:r>
              <a:rPr sz="2800" spc="95" dirty="0">
                <a:solidFill>
                  <a:srgbClr val="494949"/>
                </a:solidFill>
                <a:latin typeface="Tahoma"/>
                <a:cs typeface="Tahoma"/>
              </a:rPr>
              <a:t>the </a:t>
            </a:r>
            <a:r>
              <a:rPr sz="2800" spc="105" dirty="0">
                <a:solidFill>
                  <a:srgbClr val="494949"/>
                </a:solidFill>
                <a:latin typeface="Tahoma"/>
                <a:cs typeface="Tahoma"/>
              </a:rPr>
              <a:t>decision </a:t>
            </a:r>
            <a:r>
              <a:rPr sz="2800" spc="75" dirty="0">
                <a:solidFill>
                  <a:srgbClr val="494949"/>
                </a:solidFill>
                <a:latin typeface="Tahoma"/>
                <a:cs typeface="Tahoma"/>
              </a:rPr>
              <a:t>trees </a:t>
            </a:r>
            <a:r>
              <a:rPr sz="2800" spc="80" dirty="0">
                <a:solidFill>
                  <a:srgbClr val="494949"/>
                </a:solidFill>
                <a:latin typeface="Tahoma"/>
                <a:cs typeface="Tahoma"/>
              </a:rPr>
              <a:t>that </a:t>
            </a:r>
            <a:r>
              <a:rPr sz="2800" spc="-860" dirty="0">
                <a:solidFill>
                  <a:srgbClr val="494949"/>
                </a:solidFill>
                <a:latin typeface="Tahoma"/>
                <a:cs typeface="Tahoma"/>
              </a:rPr>
              <a:t> </a:t>
            </a:r>
            <a:r>
              <a:rPr sz="2800" spc="95" dirty="0">
                <a:solidFill>
                  <a:srgbClr val="494949"/>
                </a:solidFill>
                <a:latin typeface="Tahoma"/>
                <a:cs typeface="Tahoma"/>
              </a:rPr>
              <a:t>we</a:t>
            </a:r>
            <a:r>
              <a:rPr sz="2800" spc="-155" dirty="0">
                <a:solidFill>
                  <a:srgbClr val="494949"/>
                </a:solidFill>
                <a:latin typeface="Tahoma"/>
                <a:cs typeface="Tahoma"/>
              </a:rPr>
              <a:t> </a:t>
            </a:r>
            <a:r>
              <a:rPr sz="2800" spc="95" dirty="0">
                <a:solidFill>
                  <a:srgbClr val="494949"/>
                </a:solidFill>
                <a:latin typeface="Tahoma"/>
                <a:cs typeface="Tahoma"/>
              </a:rPr>
              <a:t>made.</a:t>
            </a:r>
            <a:endParaRPr sz="2800">
              <a:latin typeface="Tahoma"/>
              <a:cs typeface="Tahoma"/>
            </a:endParaRPr>
          </a:p>
          <a:p>
            <a:pPr marL="241300" marR="6985" indent="-228600" algn="just">
              <a:lnSpc>
                <a:spcPts val="3020"/>
              </a:lnSpc>
              <a:spcBef>
                <a:spcPts val="1010"/>
              </a:spcBef>
              <a:buFont typeface="Arial MT"/>
              <a:buChar char="•"/>
              <a:tabLst>
                <a:tab pos="241300" algn="l"/>
              </a:tabLst>
            </a:pPr>
            <a:r>
              <a:rPr sz="2800" spc="50" dirty="0">
                <a:solidFill>
                  <a:srgbClr val="494949"/>
                </a:solidFill>
                <a:latin typeface="Tahoma"/>
                <a:cs typeface="Tahoma"/>
              </a:rPr>
              <a:t>The</a:t>
            </a:r>
            <a:r>
              <a:rPr sz="2800" spc="-100" dirty="0">
                <a:solidFill>
                  <a:srgbClr val="494949"/>
                </a:solidFill>
                <a:latin typeface="Tahoma"/>
                <a:cs typeface="Tahoma"/>
              </a:rPr>
              <a:t> </a:t>
            </a:r>
            <a:r>
              <a:rPr sz="2800" spc="80" dirty="0">
                <a:solidFill>
                  <a:srgbClr val="494949"/>
                </a:solidFill>
                <a:latin typeface="Tahoma"/>
                <a:cs typeface="Tahoma"/>
              </a:rPr>
              <a:t>first</a:t>
            </a:r>
            <a:r>
              <a:rPr sz="2800" spc="-100" dirty="0">
                <a:solidFill>
                  <a:srgbClr val="494949"/>
                </a:solidFill>
                <a:latin typeface="Tahoma"/>
                <a:cs typeface="Tahoma"/>
              </a:rPr>
              <a:t> </a:t>
            </a:r>
            <a:r>
              <a:rPr sz="2800" spc="75" dirty="0">
                <a:solidFill>
                  <a:srgbClr val="494949"/>
                </a:solidFill>
                <a:latin typeface="Tahoma"/>
                <a:cs typeface="Tahoma"/>
              </a:rPr>
              <a:t>tree</a:t>
            </a:r>
            <a:r>
              <a:rPr sz="2800" spc="-105" dirty="0">
                <a:solidFill>
                  <a:srgbClr val="494949"/>
                </a:solidFill>
                <a:latin typeface="Tahoma"/>
                <a:cs typeface="Tahoma"/>
              </a:rPr>
              <a:t> </a:t>
            </a:r>
            <a:r>
              <a:rPr sz="2800" spc="105" dirty="0">
                <a:solidFill>
                  <a:srgbClr val="494949"/>
                </a:solidFill>
                <a:latin typeface="Tahoma"/>
                <a:cs typeface="Tahoma"/>
              </a:rPr>
              <a:t>shows</a:t>
            </a:r>
            <a:r>
              <a:rPr sz="2800" spc="-100" dirty="0">
                <a:solidFill>
                  <a:srgbClr val="494949"/>
                </a:solidFill>
                <a:latin typeface="Tahoma"/>
                <a:cs typeface="Tahoma"/>
              </a:rPr>
              <a:t> </a:t>
            </a:r>
            <a:r>
              <a:rPr sz="2800" spc="80" dirty="0">
                <a:solidFill>
                  <a:srgbClr val="494949"/>
                </a:solidFill>
                <a:latin typeface="Tahoma"/>
                <a:cs typeface="Tahoma"/>
              </a:rPr>
              <a:t>that</a:t>
            </a:r>
            <a:r>
              <a:rPr sz="2800" spc="-110" dirty="0">
                <a:solidFill>
                  <a:srgbClr val="494949"/>
                </a:solidFill>
                <a:latin typeface="Tahoma"/>
                <a:cs typeface="Tahoma"/>
              </a:rPr>
              <a:t> </a:t>
            </a:r>
            <a:r>
              <a:rPr sz="2800" spc="95" dirty="0">
                <a:solidFill>
                  <a:srgbClr val="494949"/>
                </a:solidFill>
                <a:latin typeface="Tahoma"/>
                <a:cs typeface="Tahoma"/>
              </a:rPr>
              <a:t>the</a:t>
            </a:r>
            <a:r>
              <a:rPr sz="2800" spc="-100" dirty="0">
                <a:solidFill>
                  <a:srgbClr val="494949"/>
                </a:solidFill>
                <a:latin typeface="Tahoma"/>
                <a:cs typeface="Tahoma"/>
              </a:rPr>
              <a:t> </a:t>
            </a:r>
            <a:r>
              <a:rPr sz="2800" spc="95" dirty="0">
                <a:solidFill>
                  <a:srgbClr val="494949"/>
                </a:solidFill>
                <a:latin typeface="Tahoma"/>
                <a:cs typeface="Tahoma"/>
              </a:rPr>
              <a:t>patient</a:t>
            </a:r>
            <a:r>
              <a:rPr sz="2800" spc="-114" dirty="0">
                <a:solidFill>
                  <a:srgbClr val="494949"/>
                </a:solidFill>
                <a:latin typeface="Tahoma"/>
                <a:cs typeface="Tahoma"/>
              </a:rPr>
              <a:t> </a:t>
            </a:r>
            <a:r>
              <a:rPr sz="2800" spc="110" dirty="0">
                <a:solidFill>
                  <a:srgbClr val="494949"/>
                </a:solidFill>
                <a:latin typeface="Tahoma"/>
                <a:cs typeface="Tahoma"/>
              </a:rPr>
              <a:t>has</a:t>
            </a:r>
            <a:r>
              <a:rPr sz="2800" spc="-100" dirty="0">
                <a:solidFill>
                  <a:srgbClr val="494949"/>
                </a:solidFill>
                <a:latin typeface="Tahoma"/>
                <a:cs typeface="Tahoma"/>
              </a:rPr>
              <a:t> </a:t>
            </a:r>
            <a:r>
              <a:rPr sz="2800" spc="105" dirty="0">
                <a:solidFill>
                  <a:srgbClr val="494949"/>
                </a:solidFill>
                <a:latin typeface="Tahoma"/>
                <a:cs typeface="Tahoma"/>
              </a:rPr>
              <a:t>heart</a:t>
            </a:r>
            <a:r>
              <a:rPr sz="2800" spc="-110" dirty="0">
                <a:solidFill>
                  <a:srgbClr val="494949"/>
                </a:solidFill>
                <a:latin typeface="Tahoma"/>
                <a:cs typeface="Tahoma"/>
              </a:rPr>
              <a:t> </a:t>
            </a:r>
            <a:r>
              <a:rPr sz="2800" spc="65" dirty="0">
                <a:solidFill>
                  <a:srgbClr val="494949"/>
                </a:solidFill>
                <a:latin typeface="Tahoma"/>
                <a:cs typeface="Tahoma"/>
              </a:rPr>
              <a:t>disease,</a:t>
            </a:r>
            <a:r>
              <a:rPr sz="2800" spc="-95" dirty="0">
                <a:solidFill>
                  <a:srgbClr val="494949"/>
                </a:solidFill>
                <a:latin typeface="Tahoma"/>
                <a:cs typeface="Tahoma"/>
              </a:rPr>
              <a:t> </a:t>
            </a:r>
            <a:r>
              <a:rPr sz="2800" spc="125" dirty="0">
                <a:solidFill>
                  <a:srgbClr val="494949"/>
                </a:solidFill>
                <a:latin typeface="Tahoma"/>
                <a:cs typeface="Tahoma"/>
              </a:rPr>
              <a:t>so</a:t>
            </a:r>
            <a:r>
              <a:rPr sz="2800" spc="-100" dirty="0">
                <a:solidFill>
                  <a:srgbClr val="494949"/>
                </a:solidFill>
                <a:latin typeface="Tahoma"/>
                <a:cs typeface="Tahoma"/>
              </a:rPr>
              <a:t> </a:t>
            </a:r>
            <a:r>
              <a:rPr sz="2800" spc="85" dirty="0">
                <a:solidFill>
                  <a:srgbClr val="494949"/>
                </a:solidFill>
                <a:latin typeface="Tahoma"/>
                <a:cs typeface="Tahoma"/>
              </a:rPr>
              <a:t>we </a:t>
            </a:r>
            <a:r>
              <a:rPr sz="2800" spc="-865" dirty="0">
                <a:solidFill>
                  <a:srgbClr val="494949"/>
                </a:solidFill>
                <a:latin typeface="Tahoma"/>
                <a:cs typeface="Tahoma"/>
              </a:rPr>
              <a:t> </a:t>
            </a:r>
            <a:r>
              <a:rPr sz="2800" spc="90" dirty="0">
                <a:solidFill>
                  <a:srgbClr val="494949"/>
                </a:solidFill>
                <a:latin typeface="Tahoma"/>
                <a:cs typeface="Tahoma"/>
              </a:rPr>
              <a:t>keep</a:t>
            </a:r>
            <a:r>
              <a:rPr sz="2800" spc="-150"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65" dirty="0">
                <a:solidFill>
                  <a:srgbClr val="494949"/>
                </a:solidFill>
                <a:latin typeface="Tahoma"/>
                <a:cs typeface="Tahoma"/>
              </a:rPr>
              <a:t>track</a:t>
            </a:r>
            <a:r>
              <a:rPr sz="2800" spc="-155" dirty="0">
                <a:solidFill>
                  <a:srgbClr val="494949"/>
                </a:solidFill>
                <a:latin typeface="Tahoma"/>
                <a:cs typeface="Tahoma"/>
              </a:rPr>
              <a:t> </a:t>
            </a:r>
            <a:r>
              <a:rPr sz="2800" spc="110" dirty="0">
                <a:solidFill>
                  <a:srgbClr val="494949"/>
                </a:solidFill>
                <a:latin typeface="Tahoma"/>
                <a:cs typeface="Tahoma"/>
              </a:rPr>
              <a:t>of</a:t>
            </a:r>
            <a:r>
              <a:rPr sz="2800" spc="-160" dirty="0">
                <a:solidFill>
                  <a:srgbClr val="494949"/>
                </a:solidFill>
                <a:latin typeface="Tahoma"/>
                <a:cs typeface="Tahoma"/>
              </a:rPr>
              <a:t> </a:t>
            </a:r>
            <a:r>
              <a:rPr sz="2800" spc="85" dirty="0">
                <a:solidFill>
                  <a:srgbClr val="494949"/>
                </a:solidFill>
                <a:latin typeface="Tahoma"/>
                <a:cs typeface="Tahoma"/>
              </a:rPr>
              <a:t>that</a:t>
            </a:r>
            <a:r>
              <a:rPr sz="2800" spc="-160" dirty="0">
                <a:solidFill>
                  <a:srgbClr val="494949"/>
                </a:solidFill>
                <a:latin typeface="Tahoma"/>
                <a:cs typeface="Tahoma"/>
              </a:rPr>
              <a:t> </a:t>
            </a:r>
            <a:r>
              <a:rPr sz="2800" spc="110" dirty="0">
                <a:solidFill>
                  <a:srgbClr val="494949"/>
                </a:solidFill>
                <a:latin typeface="Tahoma"/>
                <a:cs typeface="Tahoma"/>
              </a:rPr>
              <a:t>in</a:t>
            </a:r>
            <a:r>
              <a:rPr sz="2800" spc="-150" dirty="0">
                <a:solidFill>
                  <a:srgbClr val="494949"/>
                </a:solidFill>
                <a:latin typeface="Tahoma"/>
                <a:cs typeface="Tahoma"/>
              </a:rPr>
              <a:t> </a:t>
            </a:r>
            <a:r>
              <a:rPr sz="2800" spc="85" dirty="0">
                <a:solidFill>
                  <a:srgbClr val="494949"/>
                </a:solidFill>
                <a:latin typeface="Tahoma"/>
                <a:cs typeface="Tahoma"/>
              </a:rPr>
              <a:t>a</a:t>
            </a:r>
            <a:r>
              <a:rPr sz="2800" spc="-150" dirty="0">
                <a:solidFill>
                  <a:srgbClr val="494949"/>
                </a:solidFill>
                <a:latin typeface="Tahoma"/>
                <a:cs typeface="Tahoma"/>
              </a:rPr>
              <a:t> </a:t>
            </a:r>
            <a:r>
              <a:rPr sz="2800" spc="90" dirty="0">
                <a:solidFill>
                  <a:srgbClr val="494949"/>
                </a:solidFill>
                <a:latin typeface="Tahoma"/>
                <a:cs typeface="Tahoma"/>
              </a:rPr>
              <a:t>table</a:t>
            </a:r>
            <a:r>
              <a:rPr sz="2800" spc="-145" dirty="0">
                <a:solidFill>
                  <a:srgbClr val="494949"/>
                </a:solidFill>
                <a:latin typeface="Tahoma"/>
                <a:cs typeface="Tahoma"/>
              </a:rPr>
              <a:t> </a:t>
            </a:r>
            <a:r>
              <a:rPr sz="2800" spc="85" dirty="0">
                <a:solidFill>
                  <a:srgbClr val="494949"/>
                </a:solidFill>
                <a:latin typeface="Tahoma"/>
                <a:cs typeface="Tahoma"/>
              </a:rPr>
              <a:t>as</a:t>
            </a:r>
            <a:r>
              <a:rPr sz="2800" spc="-150" dirty="0">
                <a:solidFill>
                  <a:srgbClr val="494949"/>
                </a:solidFill>
                <a:latin typeface="Tahoma"/>
                <a:cs typeface="Tahoma"/>
              </a:rPr>
              <a:t> </a:t>
            </a:r>
            <a:r>
              <a:rPr sz="2800" spc="120" dirty="0">
                <a:solidFill>
                  <a:srgbClr val="494949"/>
                </a:solidFill>
                <a:latin typeface="Tahoma"/>
                <a:cs typeface="Tahoma"/>
              </a:rPr>
              <a:t>shown</a:t>
            </a:r>
            <a:r>
              <a:rPr sz="2800" spc="-175" dirty="0">
                <a:solidFill>
                  <a:srgbClr val="494949"/>
                </a:solidFill>
                <a:latin typeface="Tahoma"/>
                <a:cs typeface="Tahoma"/>
              </a:rPr>
              <a:t> </a:t>
            </a:r>
            <a:r>
              <a:rPr sz="2800" spc="110" dirty="0">
                <a:solidFill>
                  <a:srgbClr val="494949"/>
                </a:solidFill>
                <a:latin typeface="Tahoma"/>
                <a:cs typeface="Tahoma"/>
              </a:rPr>
              <a:t>in</a:t>
            </a:r>
            <a:r>
              <a:rPr sz="2800" spc="-150" dirty="0">
                <a:solidFill>
                  <a:srgbClr val="494949"/>
                </a:solidFill>
                <a:latin typeface="Tahoma"/>
                <a:cs typeface="Tahoma"/>
              </a:rPr>
              <a:t> </a:t>
            </a:r>
            <a:r>
              <a:rPr sz="2800" spc="100" dirty="0">
                <a:solidFill>
                  <a:srgbClr val="494949"/>
                </a:solidFill>
                <a:latin typeface="Tahoma"/>
                <a:cs typeface="Tahoma"/>
              </a:rPr>
              <a:t>the</a:t>
            </a:r>
            <a:r>
              <a:rPr sz="2800" spc="-165" dirty="0">
                <a:solidFill>
                  <a:srgbClr val="494949"/>
                </a:solidFill>
                <a:latin typeface="Tahoma"/>
                <a:cs typeface="Tahoma"/>
              </a:rPr>
              <a:t> </a:t>
            </a:r>
            <a:r>
              <a:rPr sz="2800" spc="45" dirty="0">
                <a:solidFill>
                  <a:srgbClr val="494949"/>
                </a:solidFill>
                <a:latin typeface="Tahoma"/>
                <a:cs typeface="Tahoma"/>
              </a:rPr>
              <a:t>figure.</a:t>
            </a:r>
            <a:endParaRPr sz="2800">
              <a:latin typeface="Tahoma"/>
              <a:cs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121407" y="2709672"/>
            <a:ext cx="7146290" cy="3072765"/>
            <a:chOff x="2121407" y="2709672"/>
            <a:chExt cx="7146290" cy="3072765"/>
          </a:xfrm>
        </p:grpSpPr>
        <p:pic>
          <p:nvPicPr>
            <p:cNvPr id="3" name="object 3"/>
            <p:cNvPicPr/>
            <p:nvPr/>
          </p:nvPicPr>
          <p:blipFill>
            <a:blip r:embed="rId2" cstate="print"/>
            <a:stretch>
              <a:fillRect/>
            </a:stretch>
          </p:blipFill>
          <p:spPr>
            <a:xfrm>
              <a:off x="2121407" y="2709672"/>
              <a:ext cx="7146035" cy="3072384"/>
            </a:xfrm>
            <a:prstGeom prst="rect">
              <a:avLst/>
            </a:prstGeom>
          </p:spPr>
        </p:pic>
        <p:sp>
          <p:nvSpPr>
            <p:cNvPr id="4" name="object 4"/>
            <p:cNvSpPr/>
            <p:nvPr/>
          </p:nvSpPr>
          <p:spPr>
            <a:xfrm>
              <a:off x="8312657" y="5420105"/>
              <a:ext cx="834390" cy="220979"/>
            </a:xfrm>
            <a:custGeom>
              <a:avLst/>
              <a:gdLst/>
              <a:ahLst/>
              <a:cxnLst/>
              <a:rect l="l" t="t" r="r" b="b"/>
              <a:pathLst>
                <a:path w="834390" h="220979">
                  <a:moveTo>
                    <a:pt x="834390" y="0"/>
                  </a:moveTo>
                  <a:lnTo>
                    <a:pt x="0" y="0"/>
                  </a:lnTo>
                  <a:lnTo>
                    <a:pt x="0" y="220980"/>
                  </a:lnTo>
                  <a:lnTo>
                    <a:pt x="834390" y="220980"/>
                  </a:lnTo>
                  <a:lnTo>
                    <a:pt x="834390" y="0"/>
                  </a:lnTo>
                  <a:close/>
                </a:path>
              </a:pathLst>
            </a:custGeom>
            <a:solidFill>
              <a:srgbClr val="FFFFFF"/>
            </a:solidFill>
          </p:spPr>
          <p:txBody>
            <a:bodyPr wrap="square" lIns="0" tIns="0" rIns="0" bIns="0" rtlCol="0"/>
            <a:lstStyle/>
            <a:p>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1795525"/>
            <a:ext cx="10359390" cy="3651885"/>
          </a:xfrm>
          <a:prstGeom prst="rect">
            <a:avLst/>
          </a:prstGeom>
        </p:spPr>
        <p:txBody>
          <a:bodyPr vert="horz" wrap="square" lIns="0" tIns="55244" rIns="0" bIns="0" rtlCol="0">
            <a:spAutoFit/>
          </a:bodyPr>
          <a:lstStyle/>
          <a:p>
            <a:pPr marL="241300" marR="5715" indent="-228600" algn="just">
              <a:lnSpc>
                <a:spcPct val="90000"/>
              </a:lnSpc>
              <a:spcBef>
                <a:spcPts val="434"/>
              </a:spcBef>
              <a:buFont typeface="Arial MT"/>
              <a:buChar char="•"/>
              <a:tabLst>
                <a:tab pos="241300" algn="l"/>
              </a:tabLst>
            </a:pPr>
            <a:r>
              <a:rPr sz="2800" spc="45" dirty="0">
                <a:solidFill>
                  <a:srgbClr val="494949"/>
                </a:solidFill>
                <a:latin typeface="Tahoma"/>
                <a:cs typeface="Tahoma"/>
              </a:rPr>
              <a:t>Similarly,</a:t>
            </a:r>
            <a:r>
              <a:rPr sz="2800" spc="-70" dirty="0">
                <a:solidFill>
                  <a:srgbClr val="494949"/>
                </a:solidFill>
                <a:latin typeface="Tahoma"/>
                <a:cs typeface="Tahoma"/>
              </a:rPr>
              <a:t> </a:t>
            </a:r>
            <a:r>
              <a:rPr sz="2800" spc="95" dirty="0">
                <a:solidFill>
                  <a:srgbClr val="494949"/>
                </a:solidFill>
                <a:latin typeface="Tahoma"/>
                <a:cs typeface="Tahoma"/>
              </a:rPr>
              <a:t>we</a:t>
            </a:r>
            <a:r>
              <a:rPr sz="2800" spc="-70" dirty="0">
                <a:solidFill>
                  <a:srgbClr val="494949"/>
                </a:solidFill>
                <a:latin typeface="Tahoma"/>
                <a:cs typeface="Tahoma"/>
              </a:rPr>
              <a:t> </a:t>
            </a:r>
            <a:r>
              <a:rPr sz="2800" spc="140" dirty="0">
                <a:solidFill>
                  <a:srgbClr val="494949"/>
                </a:solidFill>
                <a:latin typeface="Tahoma"/>
                <a:cs typeface="Tahoma"/>
              </a:rPr>
              <a:t>run</a:t>
            </a:r>
            <a:r>
              <a:rPr sz="2800" spc="-70" dirty="0">
                <a:solidFill>
                  <a:srgbClr val="494949"/>
                </a:solidFill>
                <a:latin typeface="Tahoma"/>
                <a:cs typeface="Tahoma"/>
              </a:rPr>
              <a:t> </a:t>
            </a:r>
            <a:r>
              <a:rPr sz="2800" spc="85" dirty="0">
                <a:solidFill>
                  <a:srgbClr val="494949"/>
                </a:solidFill>
                <a:latin typeface="Tahoma"/>
                <a:cs typeface="Tahoma"/>
              </a:rPr>
              <a:t>this</a:t>
            </a:r>
            <a:r>
              <a:rPr sz="2800" spc="-70" dirty="0">
                <a:solidFill>
                  <a:srgbClr val="494949"/>
                </a:solidFill>
                <a:latin typeface="Tahoma"/>
                <a:cs typeface="Tahoma"/>
              </a:rPr>
              <a:t> </a:t>
            </a:r>
            <a:r>
              <a:rPr sz="2800" spc="95" dirty="0">
                <a:solidFill>
                  <a:srgbClr val="494949"/>
                </a:solidFill>
                <a:latin typeface="Tahoma"/>
                <a:cs typeface="Tahoma"/>
              </a:rPr>
              <a:t>data</a:t>
            </a:r>
            <a:r>
              <a:rPr sz="2800" spc="-65" dirty="0">
                <a:solidFill>
                  <a:srgbClr val="494949"/>
                </a:solidFill>
                <a:latin typeface="Tahoma"/>
                <a:cs typeface="Tahoma"/>
              </a:rPr>
              <a:t> </a:t>
            </a:r>
            <a:r>
              <a:rPr sz="2800" spc="130" dirty="0">
                <a:solidFill>
                  <a:srgbClr val="494949"/>
                </a:solidFill>
                <a:latin typeface="Tahoma"/>
                <a:cs typeface="Tahoma"/>
              </a:rPr>
              <a:t>down</a:t>
            </a:r>
            <a:r>
              <a:rPr sz="2800" spc="-75" dirty="0">
                <a:solidFill>
                  <a:srgbClr val="494949"/>
                </a:solidFill>
                <a:latin typeface="Tahoma"/>
                <a:cs typeface="Tahoma"/>
              </a:rPr>
              <a:t> </a:t>
            </a:r>
            <a:r>
              <a:rPr sz="2800" spc="95" dirty="0">
                <a:solidFill>
                  <a:srgbClr val="494949"/>
                </a:solidFill>
                <a:latin typeface="Tahoma"/>
                <a:cs typeface="Tahoma"/>
              </a:rPr>
              <a:t>the</a:t>
            </a:r>
            <a:r>
              <a:rPr sz="2800" spc="-75" dirty="0">
                <a:solidFill>
                  <a:srgbClr val="494949"/>
                </a:solidFill>
                <a:latin typeface="Tahoma"/>
                <a:cs typeface="Tahoma"/>
              </a:rPr>
              <a:t> </a:t>
            </a:r>
            <a:r>
              <a:rPr sz="2800" spc="120" dirty="0">
                <a:solidFill>
                  <a:srgbClr val="494949"/>
                </a:solidFill>
                <a:latin typeface="Tahoma"/>
                <a:cs typeface="Tahoma"/>
              </a:rPr>
              <a:t>other</a:t>
            </a:r>
            <a:r>
              <a:rPr sz="2800" spc="-80" dirty="0">
                <a:solidFill>
                  <a:srgbClr val="494949"/>
                </a:solidFill>
                <a:latin typeface="Tahoma"/>
                <a:cs typeface="Tahoma"/>
              </a:rPr>
              <a:t> </a:t>
            </a:r>
            <a:r>
              <a:rPr sz="2800" spc="105" dirty="0">
                <a:solidFill>
                  <a:srgbClr val="494949"/>
                </a:solidFill>
                <a:latin typeface="Tahoma"/>
                <a:cs typeface="Tahoma"/>
              </a:rPr>
              <a:t>decision</a:t>
            </a:r>
            <a:r>
              <a:rPr sz="2800" spc="-65" dirty="0">
                <a:solidFill>
                  <a:srgbClr val="494949"/>
                </a:solidFill>
                <a:latin typeface="Tahoma"/>
                <a:cs typeface="Tahoma"/>
              </a:rPr>
              <a:t> </a:t>
            </a:r>
            <a:r>
              <a:rPr sz="2800" spc="75" dirty="0">
                <a:solidFill>
                  <a:srgbClr val="494949"/>
                </a:solidFill>
                <a:latin typeface="Tahoma"/>
                <a:cs typeface="Tahoma"/>
              </a:rPr>
              <a:t>trees</a:t>
            </a:r>
            <a:r>
              <a:rPr sz="2800" spc="-65" dirty="0">
                <a:solidFill>
                  <a:srgbClr val="494949"/>
                </a:solidFill>
                <a:latin typeface="Tahoma"/>
                <a:cs typeface="Tahoma"/>
              </a:rPr>
              <a:t> </a:t>
            </a:r>
            <a:r>
              <a:rPr sz="2800" spc="130" dirty="0">
                <a:solidFill>
                  <a:srgbClr val="494949"/>
                </a:solidFill>
                <a:latin typeface="Tahoma"/>
                <a:cs typeface="Tahoma"/>
              </a:rPr>
              <a:t>and </a:t>
            </a:r>
            <a:r>
              <a:rPr sz="2800" spc="-860" dirty="0">
                <a:solidFill>
                  <a:srgbClr val="494949"/>
                </a:solidFill>
                <a:latin typeface="Tahoma"/>
                <a:cs typeface="Tahoma"/>
              </a:rPr>
              <a:t> </a:t>
            </a:r>
            <a:r>
              <a:rPr sz="2800" spc="95" dirty="0">
                <a:solidFill>
                  <a:srgbClr val="494949"/>
                </a:solidFill>
                <a:latin typeface="Tahoma"/>
                <a:cs typeface="Tahoma"/>
              </a:rPr>
              <a:t>keep </a:t>
            </a:r>
            <a:r>
              <a:rPr sz="2800" spc="85" dirty="0">
                <a:solidFill>
                  <a:srgbClr val="494949"/>
                </a:solidFill>
                <a:latin typeface="Tahoma"/>
                <a:cs typeface="Tahoma"/>
              </a:rPr>
              <a:t>a </a:t>
            </a:r>
            <a:r>
              <a:rPr sz="2800" spc="60" dirty="0">
                <a:solidFill>
                  <a:srgbClr val="494949"/>
                </a:solidFill>
                <a:latin typeface="Tahoma"/>
                <a:cs typeface="Tahoma"/>
              </a:rPr>
              <a:t>track </a:t>
            </a:r>
            <a:r>
              <a:rPr sz="2800" spc="110" dirty="0">
                <a:solidFill>
                  <a:srgbClr val="494949"/>
                </a:solidFill>
                <a:latin typeface="Tahoma"/>
                <a:cs typeface="Tahoma"/>
              </a:rPr>
              <a:t>of </a:t>
            </a:r>
            <a:r>
              <a:rPr sz="2800" spc="100" dirty="0">
                <a:solidFill>
                  <a:srgbClr val="494949"/>
                </a:solidFill>
                <a:latin typeface="Tahoma"/>
                <a:cs typeface="Tahoma"/>
              </a:rPr>
              <a:t>the </a:t>
            </a:r>
            <a:r>
              <a:rPr sz="2800" spc="70" dirty="0">
                <a:solidFill>
                  <a:srgbClr val="494949"/>
                </a:solidFill>
                <a:latin typeface="Tahoma"/>
                <a:cs typeface="Tahoma"/>
              </a:rPr>
              <a:t>class </a:t>
            </a:r>
            <a:r>
              <a:rPr sz="2800" spc="100" dirty="0">
                <a:solidFill>
                  <a:srgbClr val="494949"/>
                </a:solidFill>
                <a:latin typeface="Tahoma"/>
                <a:cs typeface="Tahoma"/>
              </a:rPr>
              <a:t>predicted </a:t>
            </a:r>
            <a:r>
              <a:rPr sz="2800" spc="60" dirty="0">
                <a:solidFill>
                  <a:srgbClr val="494949"/>
                </a:solidFill>
                <a:latin typeface="Tahoma"/>
                <a:cs typeface="Tahoma"/>
              </a:rPr>
              <a:t>by </a:t>
            </a:r>
            <a:r>
              <a:rPr sz="2800" spc="95" dirty="0">
                <a:solidFill>
                  <a:srgbClr val="494949"/>
                </a:solidFill>
                <a:latin typeface="Tahoma"/>
                <a:cs typeface="Tahoma"/>
              </a:rPr>
              <a:t>each </a:t>
            </a:r>
            <a:r>
              <a:rPr sz="2800" spc="40" dirty="0">
                <a:solidFill>
                  <a:srgbClr val="494949"/>
                </a:solidFill>
                <a:latin typeface="Tahoma"/>
                <a:cs typeface="Tahoma"/>
              </a:rPr>
              <a:t>tree.</a:t>
            </a:r>
            <a:r>
              <a:rPr sz="2800" spc="45" dirty="0">
                <a:solidFill>
                  <a:srgbClr val="494949"/>
                </a:solidFill>
                <a:latin typeface="Tahoma"/>
                <a:cs typeface="Tahoma"/>
              </a:rPr>
              <a:t> </a:t>
            </a:r>
            <a:r>
              <a:rPr sz="2800" spc="85" dirty="0">
                <a:solidFill>
                  <a:srgbClr val="494949"/>
                </a:solidFill>
                <a:latin typeface="Tahoma"/>
                <a:cs typeface="Tahoma"/>
              </a:rPr>
              <a:t>After </a:t>
            </a:r>
            <a:r>
              <a:rPr sz="2800" spc="90" dirty="0">
                <a:solidFill>
                  <a:srgbClr val="494949"/>
                </a:solidFill>
                <a:latin typeface="Tahoma"/>
                <a:cs typeface="Tahoma"/>
              </a:rPr>
              <a:t> </a:t>
            </a:r>
            <a:r>
              <a:rPr sz="2800" spc="110" dirty="0">
                <a:solidFill>
                  <a:srgbClr val="494949"/>
                </a:solidFill>
                <a:latin typeface="Tahoma"/>
                <a:cs typeface="Tahoma"/>
              </a:rPr>
              <a:t>running </a:t>
            </a:r>
            <a:r>
              <a:rPr sz="2800" spc="95" dirty="0">
                <a:solidFill>
                  <a:srgbClr val="494949"/>
                </a:solidFill>
                <a:latin typeface="Tahoma"/>
                <a:cs typeface="Tahoma"/>
              </a:rPr>
              <a:t>the data </a:t>
            </a:r>
            <a:r>
              <a:rPr sz="2800" spc="130" dirty="0">
                <a:solidFill>
                  <a:srgbClr val="494949"/>
                </a:solidFill>
                <a:latin typeface="Tahoma"/>
                <a:cs typeface="Tahoma"/>
              </a:rPr>
              <a:t>down </a:t>
            </a:r>
            <a:r>
              <a:rPr sz="2800" spc="75" dirty="0">
                <a:solidFill>
                  <a:srgbClr val="494949"/>
                </a:solidFill>
                <a:latin typeface="Tahoma"/>
                <a:cs typeface="Tahoma"/>
              </a:rPr>
              <a:t>all </a:t>
            </a:r>
            <a:r>
              <a:rPr sz="2800" spc="100" dirty="0">
                <a:solidFill>
                  <a:srgbClr val="494949"/>
                </a:solidFill>
                <a:latin typeface="Tahoma"/>
                <a:cs typeface="Tahoma"/>
              </a:rPr>
              <a:t>the </a:t>
            </a:r>
            <a:r>
              <a:rPr sz="2800" spc="75" dirty="0">
                <a:solidFill>
                  <a:srgbClr val="494949"/>
                </a:solidFill>
                <a:latin typeface="Tahoma"/>
                <a:cs typeface="Tahoma"/>
              </a:rPr>
              <a:t>trees </a:t>
            </a:r>
            <a:r>
              <a:rPr sz="2800" spc="110" dirty="0">
                <a:solidFill>
                  <a:srgbClr val="494949"/>
                </a:solidFill>
                <a:latin typeface="Tahoma"/>
                <a:cs typeface="Tahoma"/>
              </a:rPr>
              <a:t>in </a:t>
            </a:r>
            <a:r>
              <a:rPr sz="2800" spc="95" dirty="0">
                <a:solidFill>
                  <a:srgbClr val="494949"/>
                </a:solidFill>
                <a:latin typeface="Tahoma"/>
                <a:cs typeface="Tahoma"/>
              </a:rPr>
              <a:t>the </a:t>
            </a:r>
            <a:r>
              <a:rPr sz="2800" spc="135" dirty="0">
                <a:solidFill>
                  <a:srgbClr val="494949"/>
                </a:solidFill>
                <a:latin typeface="Tahoma"/>
                <a:cs typeface="Tahoma"/>
              </a:rPr>
              <a:t>Random </a:t>
            </a:r>
            <a:r>
              <a:rPr sz="2800" spc="35" dirty="0">
                <a:solidFill>
                  <a:srgbClr val="494949"/>
                </a:solidFill>
                <a:latin typeface="Tahoma"/>
                <a:cs typeface="Tahoma"/>
              </a:rPr>
              <a:t>Forest, </a:t>
            </a:r>
            <a:r>
              <a:rPr sz="2800" spc="40" dirty="0">
                <a:solidFill>
                  <a:srgbClr val="494949"/>
                </a:solidFill>
                <a:latin typeface="Tahoma"/>
                <a:cs typeface="Tahoma"/>
              </a:rPr>
              <a:t> </a:t>
            </a:r>
            <a:r>
              <a:rPr sz="2800" spc="95" dirty="0">
                <a:solidFill>
                  <a:srgbClr val="494949"/>
                </a:solidFill>
                <a:latin typeface="Tahoma"/>
                <a:cs typeface="Tahoma"/>
              </a:rPr>
              <a:t>we</a:t>
            </a:r>
            <a:r>
              <a:rPr sz="2800" dirty="0">
                <a:solidFill>
                  <a:srgbClr val="494949"/>
                </a:solidFill>
                <a:latin typeface="Tahoma"/>
                <a:cs typeface="Tahoma"/>
              </a:rPr>
              <a:t> </a:t>
            </a:r>
            <a:r>
              <a:rPr sz="2800" spc="75" dirty="0">
                <a:solidFill>
                  <a:srgbClr val="494949"/>
                </a:solidFill>
                <a:latin typeface="Tahoma"/>
                <a:cs typeface="Tahoma"/>
              </a:rPr>
              <a:t>check</a:t>
            </a:r>
            <a:r>
              <a:rPr sz="2800" spc="10" dirty="0">
                <a:solidFill>
                  <a:srgbClr val="494949"/>
                </a:solidFill>
                <a:latin typeface="Tahoma"/>
                <a:cs typeface="Tahoma"/>
              </a:rPr>
              <a:t> </a:t>
            </a:r>
            <a:r>
              <a:rPr sz="2800" spc="100" dirty="0">
                <a:solidFill>
                  <a:srgbClr val="494949"/>
                </a:solidFill>
                <a:latin typeface="Tahoma"/>
                <a:cs typeface="Tahoma"/>
              </a:rPr>
              <a:t>which</a:t>
            </a:r>
            <a:r>
              <a:rPr sz="2800" dirty="0">
                <a:solidFill>
                  <a:srgbClr val="494949"/>
                </a:solidFill>
                <a:latin typeface="Tahoma"/>
                <a:cs typeface="Tahoma"/>
              </a:rPr>
              <a:t> </a:t>
            </a:r>
            <a:r>
              <a:rPr sz="2800" spc="70" dirty="0">
                <a:solidFill>
                  <a:srgbClr val="494949"/>
                </a:solidFill>
                <a:latin typeface="Tahoma"/>
                <a:cs typeface="Tahoma"/>
              </a:rPr>
              <a:t>class</a:t>
            </a:r>
            <a:r>
              <a:rPr sz="2800" spc="10" dirty="0">
                <a:solidFill>
                  <a:srgbClr val="494949"/>
                </a:solidFill>
                <a:latin typeface="Tahoma"/>
                <a:cs typeface="Tahoma"/>
              </a:rPr>
              <a:t> </a:t>
            </a:r>
            <a:r>
              <a:rPr sz="2800" spc="70" dirty="0">
                <a:solidFill>
                  <a:srgbClr val="494949"/>
                </a:solidFill>
                <a:latin typeface="Tahoma"/>
                <a:cs typeface="Tahoma"/>
              </a:rPr>
              <a:t>got</a:t>
            </a:r>
            <a:r>
              <a:rPr sz="2800" dirty="0">
                <a:solidFill>
                  <a:srgbClr val="494949"/>
                </a:solidFill>
                <a:latin typeface="Tahoma"/>
                <a:cs typeface="Tahoma"/>
              </a:rPr>
              <a:t> </a:t>
            </a:r>
            <a:r>
              <a:rPr sz="2800" spc="95" dirty="0">
                <a:solidFill>
                  <a:srgbClr val="494949"/>
                </a:solidFill>
                <a:latin typeface="Tahoma"/>
                <a:cs typeface="Tahoma"/>
              </a:rPr>
              <a:t>the</a:t>
            </a:r>
            <a:r>
              <a:rPr sz="2800" spc="-10" dirty="0">
                <a:solidFill>
                  <a:srgbClr val="494949"/>
                </a:solidFill>
                <a:latin typeface="Tahoma"/>
                <a:cs typeface="Tahoma"/>
              </a:rPr>
              <a:t> </a:t>
            </a:r>
            <a:r>
              <a:rPr sz="2800" spc="80" dirty="0">
                <a:solidFill>
                  <a:srgbClr val="494949"/>
                </a:solidFill>
                <a:latin typeface="Tahoma"/>
                <a:cs typeface="Tahoma"/>
              </a:rPr>
              <a:t>majority</a:t>
            </a:r>
            <a:r>
              <a:rPr sz="2800" dirty="0">
                <a:solidFill>
                  <a:srgbClr val="494949"/>
                </a:solidFill>
                <a:latin typeface="Tahoma"/>
                <a:cs typeface="Tahoma"/>
              </a:rPr>
              <a:t> </a:t>
            </a:r>
            <a:r>
              <a:rPr sz="2800" spc="45" dirty="0">
                <a:solidFill>
                  <a:srgbClr val="494949"/>
                </a:solidFill>
                <a:latin typeface="Tahoma"/>
                <a:cs typeface="Tahoma"/>
              </a:rPr>
              <a:t>votes.</a:t>
            </a:r>
            <a:r>
              <a:rPr sz="2800" dirty="0">
                <a:solidFill>
                  <a:srgbClr val="494949"/>
                </a:solidFill>
                <a:latin typeface="Tahoma"/>
                <a:cs typeface="Tahoma"/>
              </a:rPr>
              <a:t> </a:t>
            </a:r>
            <a:r>
              <a:rPr sz="2800" spc="-55" dirty="0">
                <a:solidFill>
                  <a:srgbClr val="494949"/>
                </a:solidFill>
                <a:latin typeface="Tahoma"/>
                <a:cs typeface="Tahoma"/>
              </a:rPr>
              <a:t>In</a:t>
            </a:r>
            <a:r>
              <a:rPr sz="2800" spc="-5" dirty="0">
                <a:solidFill>
                  <a:srgbClr val="494949"/>
                </a:solidFill>
                <a:latin typeface="Tahoma"/>
                <a:cs typeface="Tahoma"/>
              </a:rPr>
              <a:t> </a:t>
            </a:r>
            <a:r>
              <a:rPr sz="2800" spc="145" dirty="0">
                <a:solidFill>
                  <a:srgbClr val="494949"/>
                </a:solidFill>
                <a:latin typeface="Tahoma"/>
                <a:cs typeface="Tahoma"/>
              </a:rPr>
              <a:t>our</a:t>
            </a:r>
            <a:r>
              <a:rPr sz="2800" dirty="0">
                <a:solidFill>
                  <a:srgbClr val="494949"/>
                </a:solidFill>
                <a:latin typeface="Tahoma"/>
                <a:cs typeface="Tahoma"/>
              </a:rPr>
              <a:t> </a:t>
            </a:r>
            <a:r>
              <a:rPr sz="2800" spc="25" dirty="0">
                <a:solidFill>
                  <a:srgbClr val="494949"/>
                </a:solidFill>
                <a:latin typeface="Tahoma"/>
                <a:cs typeface="Tahoma"/>
              </a:rPr>
              <a:t>case,</a:t>
            </a:r>
            <a:r>
              <a:rPr sz="2800" spc="5" dirty="0">
                <a:solidFill>
                  <a:srgbClr val="494949"/>
                </a:solidFill>
                <a:latin typeface="Tahoma"/>
                <a:cs typeface="Tahoma"/>
              </a:rPr>
              <a:t> </a:t>
            </a:r>
            <a:r>
              <a:rPr sz="2800" spc="95" dirty="0">
                <a:solidFill>
                  <a:srgbClr val="494949"/>
                </a:solidFill>
                <a:latin typeface="Tahoma"/>
                <a:cs typeface="Tahoma"/>
              </a:rPr>
              <a:t>the </a:t>
            </a:r>
            <a:r>
              <a:rPr sz="2800" spc="-865" dirty="0">
                <a:solidFill>
                  <a:srgbClr val="494949"/>
                </a:solidFill>
                <a:latin typeface="Tahoma"/>
                <a:cs typeface="Tahoma"/>
              </a:rPr>
              <a:t> </a:t>
            </a:r>
            <a:r>
              <a:rPr sz="2800" spc="70" dirty="0">
                <a:solidFill>
                  <a:srgbClr val="494949"/>
                </a:solidFill>
                <a:latin typeface="Tahoma"/>
                <a:cs typeface="Tahoma"/>
              </a:rPr>
              <a:t>class</a:t>
            </a:r>
            <a:r>
              <a:rPr sz="2800" spc="-110" dirty="0">
                <a:solidFill>
                  <a:srgbClr val="494949"/>
                </a:solidFill>
                <a:latin typeface="Tahoma"/>
                <a:cs typeface="Tahoma"/>
              </a:rPr>
              <a:t> </a:t>
            </a:r>
            <a:r>
              <a:rPr sz="2800" spc="-45" dirty="0">
                <a:solidFill>
                  <a:srgbClr val="494949"/>
                </a:solidFill>
                <a:latin typeface="Tahoma"/>
                <a:cs typeface="Tahoma"/>
              </a:rPr>
              <a:t>‘Yes’</a:t>
            </a:r>
            <a:r>
              <a:rPr sz="2800" spc="-125" dirty="0">
                <a:solidFill>
                  <a:srgbClr val="494949"/>
                </a:solidFill>
                <a:latin typeface="Tahoma"/>
                <a:cs typeface="Tahoma"/>
              </a:rPr>
              <a:t> </a:t>
            </a:r>
            <a:r>
              <a:rPr sz="2800" spc="80" dirty="0">
                <a:solidFill>
                  <a:srgbClr val="494949"/>
                </a:solidFill>
                <a:latin typeface="Tahoma"/>
                <a:cs typeface="Tahoma"/>
              </a:rPr>
              <a:t>received</a:t>
            </a:r>
            <a:r>
              <a:rPr sz="2800" spc="-110" dirty="0">
                <a:solidFill>
                  <a:srgbClr val="494949"/>
                </a:solidFill>
                <a:latin typeface="Tahoma"/>
                <a:cs typeface="Tahoma"/>
              </a:rPr>
              <a:t> </a:t>
            </a:r>
            <a:r>
              <a:rPr sz="2800" spc="95" dirty="0">
                <a:solidFill>
                  <a:srgbClr val="494949"/>
                </a:solidFill>
                <a:latin typeface="Tahoma"/>
                <a:cs typeface="Tahoma"/>
              </a:rPr>
              <a:t>the</a:t>
            </a:r>
            <a:r>
              <a:rPr sz="2800" spc="-125" dirty="0">
                <a:solidFill>
                  <a:srgbClr val="494949"/>
                </a:solidFill>
                <a:latin typeface="Tahoma"/>
                <a:cs typeface="Tahoma"/>
              </a:rPr>
              <a:t> </a:t>
            </a:r>
            <a:r>
              <a:rPr sz="2800" spc="135" dirty="0">
                <a:solidFill>
                  <a:srgbClr val="494949"/>
                </a:solidFill>
                <a:latin typeface="Tahoma"/>
                <a:cs typeface="Tahoma"/>
              </a:rPr>
              <a:t>most</a:t>
            </a:r>
            <a:r>
              <a:rPr sz="2800" spc="-120" dirty="0">
                <a:solidFill>
                  <a:srgbClr val="494949"/>
                </a:solidFill>
                <a:latin typeface="Tahoma"/>
                <a:cs typeface="Tahoma"/>
              </a:rPr>
              <a:t> </a:t>
            </a:r>
            <a:r>
              <a:rPr sz="2800" spc="155" dirty="0">
                <a:solidFill>
                  <a:srgbClr val="494949"/>
                </a:solidFill>
                <a:latin typeface="Tahoma"/>
                <a:cs typeface="Tahoma"/>
              </a:rPr>
              <a:t>number</a:t>
            </a:r>
            <a:r>
              <a:rPr sz="2800" spc="-120" dirty="0">
                <a:solidFill>
                  <a:srgbClr val="494949"/>
                </a:solidFill>
                <a:latin typeface="Tahoma"/>
                <a:cs typeface="Tahoma"/>
              </a:rPr>
              <a:t> </a:t>
            </a:r>
            <a:r>
              <a:rPr sz="2800" spc="110" dirty="0">
                <a:solidFill>
                  <a:srgbClr val="494949"/>
                </a:solidFill>
                <a:latin typeface="Tahoma"/>
                <a:cs typeface="Tahoma"/>
              </a:rPr>
              <a:t>of</a:t>
            </a:r>
            <a:r>
              <a:rPr sz="2800" spc="-120" dirty="0">
                <a:solidFill>
                  <a:srgbClr val="494949"/>
                </a:solidFill>
                <a:latin typeface="Tahoma"/>
                <a:cs typeface="Tahoma"/>
              </a:rPr>
              <a:t> </a:t>
            </a:r>
            <a:r>
              <a:rPr sz="2800" spc="40" dirty="0">
                <a:solidFill>
                  <a:srgbClr val="494949"/>
                </a:solidFill>
                <a:latin typeface="Tahoma"/>
                <a:cs typeface="Tahoma"/>
              </a:rPr>
              <a:t>votes,</a:t>
            </a:r>
            <a:r>
              <a:rPr sz="2800" spc="-125" dirty="0">
                <a:solidFill>
                  <a:srgbClr val="494949"/>
                </a:solidFill>
                <a:latin typeface="Tahoma"/>
                <a:cs typeface="Tahoma"/>
              </a:rPr>
              <a:t> </a:t>
            </a:r>
            <a:r>
              <a:rPr sz="2800" spc="110" dirty="0">
                <a:solidFill>
                  <a:srgbClr val="494949"/>
                </a:solidFill>
                <a:latin typeface="Tahoma"/>
                <a:cs typeface="Tahoma"/>
              </a:rPr>
              <a:t>hence</a:t>
            </a:r>
            <a:r>
              <a:rPr sz="2800" spc="-114" dirty="0">
                <a:solidFill>
                  <a:srgbClr val="494949"/>
                </a:solidFill>
                <a:latin typeface="Tahoma"/>
                <a:cs typeface="Tahoma"/>
              </a:rPr>
              <a:t> </a:t>
            </a:r>
            <a:r>
              <a:rPr sz="2800" spc="10" dirty="0">
                <a:solidFill>
                  <a:srgbClr val="494949"/>
                </a:solidFill>
                <a:latin typeface="Tahoma"/>
                <a:cs typeface="Tahoma"/>
              </a:rPr>
              <a:t>it’s</a:t>
            </a:r>
            <a:r>
              <a:rPr sz="2800" spc="-110" dirty="0">
                <a:solidFill>
                  <a:srgbClr val="494949"/>
                </a:solidFill>
                <a:latin typeface="Tahoma"/>
                <a:cs typeface="Tahoma"/>
              </a:rPr>
              <a:t> </a:t>
            </a:r>
            <a:r>
              <a:rPr sz="2800" spc="80" dirty="0">
                <a:solidFill>
                  <a:srgbClr val="494949"/>
                </a:solidFill>
                <a:latin typeface="Tahoma"/>
                <a:cs typeface="Tahoma"/>
              </a:rPr>
              <a:t>clear </a:t>
            </a:r>
            <a:r>
              <a:rPr sz="2800" spc="-860" dirty="0">
                <a:solidFill>
                  <a:srgbClr val="494949"/>
                </a:solidFill>
                <a:latin typeface="Tahoma"/>
                <a:cs typeface="Tahoma"/>
              </a:rPr>
              <a:t> </a:t>
            </a:r>
            <a:r>
              <a:rPr sz="2800" spc="80" dirty="0">
                <a:solidFill>
                  <a:srgbClr val="494949"/>
                </a:solidFill>
                <a:latin typeface="Tahoma"/>
                <a:cs typeface="Tahoma"/>
              </a:rPr>
              <a:t>that</a:t>
            </a:r>
            <a:r>
              <a:rPr sz="2800" spc="-160" dirty="0">
                <a:solidFill>
                  <a:srgbClr val="494949"/>
                </a:solidFill>
                <a:latin typeface="Tahoma"/>
                <a:cs typeface="Tahoma"/>
              </a:rPr>
              <a:t> </a:t>
            </a:r>
            <a:r>
              <a:rPr sz="2800" spc="100" dirty="0">
                <a:solidFill>
                  <a:srgbClr val="494949"/>
                </a:solidFill>
                <a:latin typeface="Tahoma"/>
                <a:cs typeface="Tahoma"/>
              </a:rPr>
              <a:t>the</a:t>
            </a:r>
            <a:r>
              <a:rPr sz="2800" spc="-160" dirty="0">
                <a:solidFill>
                  <a:srgbClr val="494949"/>
                </a:solidFill>
                <a:latin typeface="Tahoma"/>
                <a:cs typeface="Tahoma"/>
              </a:rPr>
              <a:t> </a:t>
            </a:r>
            <a:r>
              <a:rPr sz="2800" spc="100" dirty="0">
                <a:solidFill>
                  <a:srgbClr val="494949"/>
                </a:solidFill>
                <a:latin typeface="Tahoma"/>
                <a:cs typeface="Tahoma"/>
              </a:rPr>
              <a:t>new</a:t>
            </a:r>
            <a:r>
              <a:rPr sz="2800" spc="-165" dirty="0">
                <a:solidFill>
                  <a:srgbClr val="494949"/>
                </a:solidFill>
                <a:latin typeface="Tahoma"/>
                <a:cs typeface="Tahoma"/>
              </a:rPr>
              <a:t> </a:t>
            </a:r>
            <a:r>
              <a:rPr sz="2800" spc="95" dirty="0">
                <a:solidFill>
                  <a:srgbClr val="494949"/>
                </a:solidFill>
                <a:latin typeface="Tahoma"/>
                <a:cs typeface="Tahoma"/>
              </a:rPr>
              <a:t>patient</a:t>
            </a:r>
            <a:r>
              <a:rPr sz="2800" spc="-155" dirty="0">
                <a:solidFill>
                  <a:srgbClr val="494949"/>
                </a:solidFill>
                <a:latin typeface="Tahoma"/>
                <a:cs typeface="Tahoma"/>
              </a:rPr>
              <a:t> </a:t>
            </a:r>
            <a:r>
              <a:rPr sz="2800" spc="110" dirty="0">
                <a:solidFill>
                  <a:srgbClr val="494949"/>
                </a:solidFill>
                <a:latin typeface="Tahoma"/>
                <a:cs typeface="Tahoma"/>
              </a:rPr>
              <a:t>has</a:t>
            </a:r>
            <a:r>
              <a:rPr sz="2800" spc="-165" dirty="0">
                <a:solidFill>
                  <a:srgbClr val="494949"/>
                </a:solidFill>
                <a:latin typeface="Tahoma"/>
                <a:cs typeface="Tahoma"/>
              </a:rPr>
              <a:t> </a:t>
            </a:r>
            <a:r>
              <a:rPr sz="2800" spc="105" dirty="0">
                <a:solidFill>
                  <a:srgbClr val="494949"/>
                </a:solidFill>
                <a:latin typeface="Tahoma"/>
                <a:cs typeface="Tahoma"/>
              </a:rPr>
              <a:t>heart</a:t>
            </a:r>
            <a:r>
              <a:rPr sz="2800" spc="-160" dirty="0">
                <a:solidFill>
                  <a:srgbClr val="494949"/>
                </a:solidFill>
                <a:latin typeface="Tahoma"/>
                <a:cs typeface="Tahoma"/>
              </a:rPr>
              <a:t> </a:t>
            </a:r>
            <a:r>
              <a:rPr sz="2800" spc="70" dirty="0">
                <a:solidFill>
                  <a:srgbClr val="494949"/>
                </a:solidFill>
                <a:latin typeface="Tahoma"/>
                <a:cs typeface="Tahoma"/>
              </a:rPr>
              <a:t>disease.</a:t>
            </a:r>
            <a:endParaRPr sz="2800">
              <a:latin typeface="Tahoma"/>
              <a:cs typeface="Tahoma"/>
            </a:endParaRPr>
          </a:p>
          <a:p>
            <a:pPr marL="241300" marR="5080" indent="-228600" algn="just">
              <a:lnSpc>
                <a:spcPts val="3020"/>
              </a:lnSpc>
              <a:spcBef>
                <a:spcPts val="1045"/>
              </a:spcBef>
              <a:buFont typeface="Arial MT"/>
              <a:buChar char="•"/>
              <a:tabLst>
                <a:tab pos="241300" algn="l"/>
              </a:tabLst>
            </a:pPr>
            <a:r>
              <a:rPr sz="2800" i="1" spc="-185" dirty="0">
                <a:solidFill>
                  <a:srgbClr val="494949"/>
                </a:solidFill>
                <a:latin typeface="Trebuchet MS"/>
                <a:cs typeface="Trebuchet MS"/>
              </a:rPr>
              <a:t>To </a:t>
            </a:r>
            <a:r>
              <a:rPr sz="2800" i="1" spc="-55" dirty="0">
                <a:solidFill>
                  <a:srgbClr val="494949"/>
                </a:solidFill>
                <a:latin typeface="Trebuchet MS"/>
                <a:cs typeface="Trebuchet MS"/>
              </a:rPr>
              <a:t>conclude, </a:t>
            </a:r>
            <a:r>
              <a:rPr sz="2800" i="1" spc="-100" dirty="0">
                <a:solidFill>
                  <a:srgbClr val="494949"/>
                </a:solidFill>
                <a:latin typeface="Trebuchet MS"/>
                <a:cs typeface="Trebuchet MS"/>
              </a:rPr>
              <a:t>we </a:t>
            </a:r>
            <a:r>
              <a:rPr sz="2800" i="1" spc="-25" dirty="0">
                <a:solidFill>
                  <a:srgbClr val="494949"/>
                </a:solidFill>
                <a:latin typeface="Trebuchet MS"/>
                <a:cs typeface="Trebuchet MS"/>
              </a:rPr>
              <a:t>bootstrapped </a:t>
            </a:r>
            <a:r>
              <a:rPr sz="2800" i="1" spc="-114" dirty="0">
                <a:solidFill>
                  <a:srgbClr val="494949"/>
                </a:solidFill>
                <a:latin typeface="Trebuchet MS"/>
                <a:cs typeface="Trebuchet MS"/>
              </a:rPr>
              <a:t>the </a:t>
            </a:r>
            <a:r>
              <a:rPr sz="2800" i="1" spc="-5" dirty="0">
                <a:solidFill>
                  <a:srgbClr val="494949"/>
                </a:solidFill>
                <a:latin typeface="Trebuchet MS"/>
                <a:cs typeface="Trebuchet MS"/>
              </a:rPr>
              <a:t>data </a:t>
            </a:r>
            <a:r>
              <a:rPr sz="2800" i="1" spc="85" dirty="0">
                <a:solidFill>
                  <a:srgbClr val="494949"/>
                </a:solidFill>
                <a:latin typeface="Trebuchet MS"/>
                <a:cs typeface="Trebuchet MS"/>
              </a:rPr>
              <a:t>and </a:t>
            </a:r>
            <a:r>
              <a:rPr sz="2800" i="1" spc="10" dirty="0">
                <a:solidFill>
                  <a:srgbClr val="494949"/>
                </a:solidFill>
                <a:latin typeface="Trebuchet MS"/>
                <a:cs typeface="Trebuchet MS"/>
              </a:rPr>
              <a:t>used </a:t>
            </a:r>
            <a:r>
              <a:rPr sz="2800" i="1" spc="-114" dirty="0">
                <a:solidFill>
                  <a:srgbClr val="494949"/>
                </a:solidFill>
                <a:latin typeface="Trebuchet MS"/>
                <a:cs typeface="Trebuchet MS"/>
              </a:rPr>
              <a:t>the </a:t>
            </a:r>
            <a:r>
              <a:rPr sz="2800" i="1" spc="-50" dirty="0">
                <a:solidFill>
                  <a:srgbClr val="494949"/>
                </a:solidFill>
                <a:latin typeface="Trebuchet MS"/>
                <a:cs typeface="Trebuchet MS"/>
              </a:rPr>
              <a:t>aggregate </a:t>
            </a:r>
            <a:r>
              <a:rPr sz="2800" i="1" spc="-45" dirty="0">
                <a:solidFill>
                  <a:srgbClr val="494949"/>
                </a:solidFill>
                <a:latin typeface="Trebuchet MS"/>
                <a:cs typeface="Trebuchet MS"/>
              </a:rPr>
              <a:t> from </a:t>
            </a:r>
            <a:r>
              <a:rPr sz="2800" i="1" spc="-90" dirty="0">
                <a:solidFill>
                  <a:srgbClr val="494949"/>
                </a:solidFill>
                <a:latin typeface="Trebuchet MS"/>
                <a:cs typeface="Trebuchet MS"/>
              </a:rPr>
              <a:t>all </a:t>
            </a:r>
            <a:r>
              <a:rPr sz="2800" i="1" spc="-114" dirty="0">
                <a:solidFill>
                  <a:srgbClr val="494949"/>
                </a:solidFill>
                <a:latin typeface="Trebuchet MS"/>
                <a:cs typeface="Trebuchet MS"/>
              </a:rPr>
              <a:t>the </a:t>
            </a:r>
            <a:r>
              <a:rPr sz="2800" i="1" spc="-120" dirty="0">
                <a:solidFill>
                  <a:srgbClr val="494949"/>
                </a:solidFill>
                <a:latin typeface="Trebuchet MS"/>
                <a:cs typeface="Trebuchet MS"/>
              </a:rPr>
              <a:t>trees </a:t>
            </a:r>
            <a:r>
              <a:rPr sz="2800" i="1" spc="-105" dirty="0">
                <a:solidFill>
                  <a:srgbClr val="494949"/>
                </a:solidFill>
                <a:latin typeface="Trebuchet MS"/>
                <a:cs typeface="Trebuchet MS"/>
              </a:rPr>
              <a:t>to </a:t>
            </a:r>
            <a:r>
              <a:rPr sz="2800" i="1" spc="-5" dirty="0">
                <a:solidFill>
                  <a:srgbClr val="494949"/>
                </a:solidFill>
                <a:latin typeface="Trebuchet MS"/>
                <a:cs typeface="Trebuchet MS"/>
              </a:rPr>
              <a:t>make </a:t>
            </a:r>
            <a:r>
              <a:rPr sz="2800" i="1" spc="110" dirty="0">
                <a:solidFill>
                  <a:srgbClr val="494949"/>
                </a:solidFill>
                <a:latin typeface="Trebuchet MS"/>
                <a:cs typeface="Trebuchet MS"/>
              </a:rPr>
              <a:t>a </a:t>
            </a:r>
            <a:r>
              <a:rPr sz="2800" i="1" spc="-65" dirty="0">
                <a:solidFill>
                  <a:srgbClr val="494949"/>
                </a:solidFill>
                <a:latin typeface="Trebuchet MS"/>
                <a:cs typeface="Trebuchet MS"/>
              </a:rPr>
              <a:t>decision, </a:t>
            </a:r>
            <a:r>
              <a:rPr sz="2800" i="1" spc="-80" dirty="0">
                <a:solidFill>
                  <a:srgbClr val="494949"/>
                </a:solidFill>
                <a:latin typeface="Trebuchet MS"/>
                <a:cs typeface="Trebuchet MS"/>
              </a:rPr>
              <a:t>this </a:t>
            </a:r>
            <a:r>
              <a:rPr sz="2800" i="1" spc="-5" dirty="0">
                <a:solidFill>
                  <a:srgbClr val="494949"/>
                </a:solidFill>
                <a:latin typeface="Trebuchet MS"/>
                <a:cs typeface="Trebuchet MS"/>
              </a:rPr>
              <a:t>process </a:t>
            </a:r>
            <a:r>
              <a:rPr sz="2800" i="1" spc="-45" dirty="0">
                <a:solidFill>
                  <a:srgbClr val="494949"/>
                </a:solidFill>
                <a:latin typeface="Trebuchet MS"/>
                <a:cs typeface="Trebuchet MS"/>
              </a:rPr>
              <a:t>is </a:t>
            </a:r>
            <a:r>
              <a:rPr sz="2800" i="1" spc="10" dirty="0">
                <a:solidFill>
                  <a:srgbClr val="494949"/>
                </a:solidFill>
                <a:latin typeface="Trebuchet MS"/>
                <a:cs typeface="Trebuchet MS"/>
              </a:rPr>
              <a:t>known </a:t>
            </a:r>
            <a:r>
              <a:rPr sz="2800" i="1" spc="85" dirty="0">
                <a:solidFill>
                  <a:srgbClr val="494949"/>
                </a:solidFill>
                <a:latin typeface="Trebuchet MS"/>
                <a:cs typeface="Trebuchet MS"/>
              </a:rPr>
              <a:t>as </a:t>
            </a:r>
            <a:r>
              <a:rPr sz="2800" i="1" spc="90" dirty="0">
                <a:solidFill>
                  <a:srgbClr val="494949"/>
                </a:solidFill>
                <a:latin typeface="Trebuchet MS"/>
                <a:cs typeface="Trebuchet MS"/>
              </a:rPr>
              <a:t> </a:t>
            </a:r>
            <a:r>
              <a:rPr sz="2800" i="1" spc="-30" dirty="0">
                <a:solidFill>
                  <a:srgbClr val="494949"/>
                </a:solidFill>
                <a:latin typeface="Trebuchet MS"/>
                <a:cs typeface="Trebuchet MS"/>
              </a:rPr>
              <a:t>Bagging.</a:t>
            </a:r>
            <a:endParaRPr sz="2800">
              <a:latin typeface="Trebuchet MS"/>
              <a:cs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EF84-CFFB-265A-04AD-6CB7A5140F88}"/>
              </a:ext>
            </a:extLst>
          </p:cNvPr>
          <p:cNvSpPr>
            <a:spLocks noGrp="1"/>
          </p:cNvSpPr>
          <p:nvPr>
            <p:ph type="ctrTitle"/>
          </p:nvPr>
        </p:nvSpPr>
        <p:spPr>
          <a:xfrm>
            <a:off x="914400" y="2125980"/>
            <a:ext cx="10363200" cy="923330"/>
          </a:xfrm>
        </p:spPr>
        <p:txBody>
          <a:bodyPr/>
          <a:lstStyle/>
          <a:p>
            <a:r>
              <a:rPr lang="en-US" dirty="0"/>
              <a:t>Reference</a:t>
            </a:r>
          </a:p>
        </p:txBody>
      </p:sp>
      <p:sp>
        <p:nvSpPr>
          <p:cNvPr id="3" name="Subtitle 2">
            <a:extLst>
              <a:ext uri="{FF2B5EF4-FFF2-40B4-BE49-F238E27FC236}">
                <a16:creationId xmlns:a16="http://schemas.microsoft.com/office/drawing/2014/main" id="{66F37D4D-FF00-EC8F-F18F-CC173A0F59D1}"/>
              </a:ext>
            </a:extLst>
          </p:cNvPr>
          <p:cNvSpPr>
            <a:spLocks noGrp="1"/>
          </p:cNvSpPr>
          <p:nvPr>
            <p:ph type="subTitle" idx="4"/>
          </p:nvPr>
        </p:nvSpPr>
        <p:spPr>
          <a:xfrm>
            <a:off x="1828800" y="3840480"/>
            <a:ext cx="8534400" cy="276999"/>
          </a:xfrm>
        </p:spPr>
        <p:txBody>
          <a:bodyPr/>
          <a:lstStyle/>
          <a:p>
            <a:r>
              <a:rPr lang="en-US" dirty="0">
                <a:hlinkClick r:id="rId2"/>
              </a:rPr>
              <a:t>Complete Tutorial On Random Forest In R With Examples | </a:t>
            </a:r>
            <a:r>
              <a:rPr lang="en-US" dirty="0" err="1">
                <a:hlinkClick r:id="rId2"/>
              </a:rPr>
              <a:t>Edureka</a:t>
            </a:r>
            <a:endParaRPr lang="en-US" dirty="0"/>
          </a:p>
        </p:txBody>
      </p:sp>
    </p:spTree>
    <p:extLst>
      <p:ext uri="{BB962C8B-B14F-4D97-AF65-F5344CB8AC3E}">
        <p14:creationId xmlns:p14="http://schemas.microsoft.com/office/powerpoint/2010/main" val="3703031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675</TotalTime>
  <Words>1616</Words>
  <Application>Microsoft Office PowerPoint</Application>
  <PresentationFormat>Widescreen</PresentationFormat>
  <Paragraphs>85</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 MT</vt:lpstr>
      <vt:lpstr>Calibri</vt:lpstr>
      <vt:lpstr>Calibri Light</vt:lpstr>
      <vt:lpstr>Helvetica</vt:lpstr>
      <vt:lpstr>Tahoma</vt:lpstr>
      <vt:lpstr>Trebuchet MS</vt:lpstr>
      <vt:lpstr>Office Theme</vt:lpstr>
      <vt:lpstr>Random Forest Eg algorithm for bagging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Does Random Forest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Forest Eg algorithm for bagging</dc:title>
  <dc:creator>kriti ohri</dc:creator>
  <cp:lastModifiedBy>Kriti Ohri</cp:lastModifiedBy>
  <cp:revision>4</cp:revision>
  <dcterms:created xsi:type="dcterms:W3CDTF">2024-04-11T12:45:49Z</dcterms:created>
  <dcterms:modified xsi:type="dcterms:W3CDTF">2024-10-17T20:15:22Z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2021-07-15T00:00:00Z</vt:filetime>
  </property>
  <property fmtid="{D5CDD505-2E9C-101B-9397-08002B2CF9AE}" pid="3" name="Creator">
    <vt:lpwstr>Microsoft® PowerPoint® 2019</vt:lpwstr>
  </property>
  <property fmtid="{D5CDD505-2E9C-101B-9397-08002B2CF9AE}" pid="4" name="LastSaved">
    <vt:filetime>2024-04-11T00:00:00Z</vt:filetime>
  </property>
</Properties>
</file>