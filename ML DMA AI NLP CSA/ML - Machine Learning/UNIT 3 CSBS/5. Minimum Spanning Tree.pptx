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62" r:id="rId5"/>
    <p:sldId id="258" r:id="rId6"/>
    <p:sldId id="259" r:id="rId7"/>
    <p:sldId id="265" r:id="rId8"/>
    <p:sldId id="266" r:id="rId9"/>
    <p:sldId id="260" r:id="rId10"/>
    <p:sldId id="261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6806F-E533-9EA2-8049-115A1BA18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04296-35DE-BDAA-ACE3-00C501B59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EE059-A15D-B2AA-BCC1-B4097E871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1112A-F204-480B-BC67-E7304351C66F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65C59-7FC6-0D24-88F0-F8F659A79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69CFA-C522-F5A3-905A-A6C14FC8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EFD6-A002-477D-AC31-854455F9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14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3336A-A8E2-19A8-C63B-BA4697A15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004B3-32D6-03E6-5545-75873A5C1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9729E-CE64-3F3D-0FCD-050862A3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1112A-F204-480B-BC67-E7304351C66F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137CE-BA4F-ACE7-23CE-A6D4CA034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25125-6166-7063-EB0C-1C9C399B5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EFD6-A002-477D-AC31-854455F9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650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26567-9F1E-D313-C021-FC1D0FAAD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FFF6F-7AE9-0234-C290-2A1F16B14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CD30B-36C1-749C-FD64-50E195418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1112A-F204-480B-BC67-E7304351C66F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AF94C-CC08-45AC-9769-E89BCB8DF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01DAE-1DA8-09B7-EEF4-66ED55B26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EFD6-A002-477D-AC31-854455F9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286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569A-18F5-28C9-4892-352356296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A80BF-A428-324C-A077-0017A102B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CF25E-9D4D-9BFE-9DAD-0EDBC88C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CDA66-5E65-E45C-EC05-4D9EC574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1112A-F204-480B-BC67-E7304351C66F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48E5B-9BB7-7381-C8D5-45204C661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8153A-799B-7F20-BD77-3840A3D70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EFD6-A002-477D-AC31-854455F9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168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5661E-3AC4-9BE3-7197-3F3A8F184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40D20-35C8-EB7C-9E29-AC04AD59B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CB7FC-AA09-736C-D2C2-4ABA6BC95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352343-4ABF-E026-81FE-B1AD4AC439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FA5D0-4E22-2D56-2046-F29F853ED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243711-D13E-87E7-34D5-E9BA47058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1112A-F204-480B-BC67-E7304351C66F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E4EE1B-C2D7-84F8-494B-695C22CBA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230C5-6DD8-F0C9-E5C1-6224ADA09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EFD6-A002-477D-AC31-854455F9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46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1895-3001-4775-DF3E-B1BC4A44B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0875CF-8C0C-45F1-1360-64297B42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1112A-F204-480B-BC67-E7304351C66F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E8C6A5-3429-F56D-FD58-8C688A401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AFC35-C77F-186F-2E9F-8C795B521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EFD6-A002-477D-AC31-854455F9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921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303A12-A337-E49A-02AA-31D01D9EE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1112A-F204-480B-BC67-E7304351C66F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5FA779-1CA3-BEE2-EAAF-82444E1C0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B888C-AEC9-54C6-23C3-41ABA768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EFD6-A002-477D-AC31-854455F9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51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AC1F-192E-3081-6841-CC9CBA57D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174BE-0975-E6EE-7FC7-A3D80289A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06EE0-0796-1613-CC32-48ADFDA2C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013B9-C40B-E9E5-ED26-319628046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1112A-F204-480B-BC67-E7304351C66F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4B376-0B76-D313-B4E6-91EE26316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3FAD1-27A2-23D4-5DDB-FE2AD21C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EFD6-A002-477D-AC31-854455F9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77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C1D6-DF96-9058-C09F-306D7B661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F6AA8D-CC16-0458-76FE-D5C02E314D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C4B8B-80BE-7CBF-DEDA-D3940C0B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90CE2-11DB-C3FB-FB68-4BB4B3705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1112A-F204-480B-BC67-E7304351C66F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D17F0-1FDF-2CE8-7E67-2F18DC029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7804D-F5DB-C226-4C4F-EAA664BD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EFD6-A002-477D-AC31-854455F9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537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2C373-6140-3338-7615-656E579E0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6F56EE-75EB-03F3-4383-31662D89E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38B-D30F-5359-00F5-11483EC9C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1112A-F204-480B-BC67-E7304351C66F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E065E-B812-7B99-010D-C8CBA5922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916F9-2026-F172-CF6E-7FEE35164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EFD6-A002-477D-AC31-854455F9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964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643B3A-955C-F955-D182-2225C0DE20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4D7EB-674F-3DF4-0795-9A08C70BA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DCB35-4485-A33D-0875-BE7BA241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1112A-F204-480B-BC67-E7304351C66F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C906E-0B6F-9ADB-9446-7E444846D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CDB15-84EB-1B2F-3F1A-C4773A6C0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EFD6-A002-477D-AC31-854455F9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784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A0270D-A72A-36CA-7956-481FD7C8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7B22F-CF70-6E33-6399-F4CF2BE0A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47F3C-2CA6-B0E0-EF2A-7C2B3AF7D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1112A-F204-480B-BC67-E7304351C66F}" type="datetimeFigureOut">
              <a:rPr lang="en-IN" smtClean="0"/>
              <a:t>17-11-2024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0960F-D717-FE4F-BC0B-03AE1C1B3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DCEDB-171C-0946-3915-F4EA2F8CA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FD6-A002-477D-AC31-854455F9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727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W1bDEpwzm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549A-C19A-A37A-8794-C5547AEFB5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Minimum Spanning Tree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2D040-A545-5366-6597-1E8A260997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060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CCFA4-A7C5-CCA0-615E-75D1ED93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E2D32-8646-1389-6E2E-515A0B84E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Graph: </a:t>
            </a:r>
            <a:r>
              <a:rPr lang="en-US" dirty="0"/>
              <a:t>A graph is a collection of nodes (also called vertices) connected by edges. A graph can have cycles, directed or undirected edges, and may or may not be connected.</a:t>
            </a:r>
          </a:p>
          <a:p>
            <a:pPr algn="just"/>
            <a:r>
              <a:rPr lang="en-US" dirty="0"/>
              <a:t>Tree: A tree is a specific type of graph with a hierarchical structure. It is an acyclic connected graph with exactly one path between any two nodes, and no cycles.</a:t>
            </a:r>
          </a:p>
        </p:txBody>
      </p:sp>
    </p:spTree>
    <p:extLst>
      <p:ext uri="{BB962C8B-B14F-4D97-AF65-F5344CB8AC3E}">
        <p14:creationId xmlns:p14="http://schemas.microsoft.com/office/powerpoint/2010/main" val="823794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B9F6D-48DA-7A3B-B10C-A98E8253B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Spanning Tree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CD2B31-2136-016C-CD69-8A3BCB167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6914" y="2027543"/>
            <a:ext cx="9358171" cy="3947502"/>
          </a:xfrm>
        </p:spPr>
      </p:pic>
    </p:spTree>
    <p:extLst>
      <p:ext uri="{BB962C8B-B14F-4D97-AF65-F5344CB8AC3E}">
        <p14:creationId xmlns:p14="http://schemas.microsoft.com/office/powerpoint/2010/main" val="2147736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F8C2-E03E-9EDB-1151-7EE4A3280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85E18C-3553-CFCC-ED8D-5A74A10750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4075" y="1825625"/>
            <a:ext cx="6743850" cy="4351338"/>
          </a:xfrm>
        </p:spPr>
      </p:pic>
    </p:spTree>
    <p:extLst>
      <p:ext uri="{BB962C8B-B14F-4D97-AF65-F5344CB8AC3E}">
        <p14:creationId xmlns:p14="http://schemas.microsoft.com/office/powerpoint/2010/main" val="332445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891F-2704-E6B9-08AE-25628F13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594272-9C4A-A7B2-17EE-7D53BEE42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27906"/>
            <a:ext cx="10859262" cy="5232103"/>
          </a:xfrm>
        </p:spPr>
      </p:pic>
    </p:spTree>
    <p:extLst>
      <p:ext uri="{BB962C8B-B14F-4D97-AF65-F5344CB8AC3E}">
        <p14:creationId xmlns:p14="http://schemas.microsoft.com/office/powerpoint/2010/main" val="3472740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8DF5D-7566-A251-1D48-630DDB3A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B70425-4FAE-A696-4861-F0D16ECBA0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5250" y="619471"/>
            <a:ext cx="8893311" cy="2568163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C69FE0-E107-B52E-3F42-8AFD5370E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909" y="3670367"/>
            <a:ext cx="6706181" cy="21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174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E6CF4-BC5B-800F-3D55-3DC79D9C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A6117-11F1-94DA-4ADB-CF8B24A4C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Minimum Spanning Tree (MST) Clustering</a:t>
            </a:r>
            <a:r>
              <a:rPr lang="en-US" dirty="0"/>
              <a:t> is a graph-based approach to clustering that utilizes the Minimum Spanning Tree of a set of data points. It is particularly useful when you want to partition data into clusters without assuming specific shapes (like spherical clusters in K-means) or requiring parametric models.</a:t>
            </a:r>
          </a:p>
        </p:txBody>
      </p:sp>
    </p:spTree>
    <p:extLst>
      <p:ext uri="{BB962C8B-B14F-4D97-AF65-F5344CB8AC3E}">
        <p14:creationId xmlns:p14="http://schemas.microsoft.com/office/powerpoint/2010/main" val="1931073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F2209-6C89-7180-5313-50243034B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ED047-3B3F-F342-F5DF-E925005F7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Concepts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Minimum Spanning Tree (MST):</a:t>
            </a:r>
            <a:br>
              <a:rPr lang="en-US" dirty="0"/>
            </a:br>
            <a:r>
              <a:rPr lang="en-US" dirty="0"/>
              <a:t>An MST is a subgraph of a graph that connects all vertices with the minimum total edge weight and contains no cycles.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Distance Graph:</a:t>
            </a:r>
            <a:br>
              <a:rPr lang="en-US" dirty="0"/>
            </a:br>
            <a:r>
              <a:rPr lang="en-US" dirty="0"/>
              <a:t>For a dataset with </a:t>
            </a:r>
            <a:r>
              <a:rPr lang="en-US" dirty="0" err="1"/>
              <a:t>nnn</a:t>
            </a:r>
            <a:r>
              <a:rPr lang="en-US" dirty="0"/>
              <a:t> points, a distance graph is constructed where each data point represents a vertex, and the edges are weighted by the distances (e.g., Euclidean distance) between points.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Clustering Using MST: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Build the MST from the graph. Algorithms like Kruskal’s or Prim’s are commonly used.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Remove edges with the largest weights in the MST. The rationale is that large edge weights likely indicate a separation between clusters.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/>
              <a:t>The resulting connected components of the graph after edge removal correspond to clusters.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51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7B775-E89A-4BEE-68F0-F748AC751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FA40A1-04FA-C155-49F8-8CA29DEC6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" contras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2487" y="336550"/>
            <a:ext cx="11679865" cy="6493896"/>
          </a:xfrm>
        </p:spPr>
      </p:pic>
    </p:spTree>
    <p:extLst>
      <p:ext uri="{BB962C8B-B14F-4D97-AF65-F5344CB8AC3E}">
        <p14:creationId xmlns:p14="http://schemas.microsoft.com/office/powerpoint/2010/main" val="1384037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71F08-61ED-B9E7-D2C0-5B9D65E88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78BA02-36DB-5B4A-FAEC-922C5EC14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0856" y="240541"/>
            <a:ext cx="10401569" cy="6195374"/>
          </a:xfrm>
        </p:spPr>
      </p:pic>
    </p:spTree>
    <p:extLst>
      <p:ext uri="{BB962C8B-B14F-4D97-AF65-F5344CB8AC3E}">
        <p14:creationId xmlns:p14="http://schemas.microsoft.com/office/powerpoint/2010/main" val="4127370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4B727-72C6-841A-FB1E-D75B0A5BA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55339-F278-59C3-5DC3-E4117E670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88 Minimum Spanning Tree Hierarchical (Top-Down) Clustering - YouTube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6497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10530</TotalTime>
  <Words>274</Words>
  <Application>Microsoft Office PowerPoint</Application>
  <PresentationFormat>Widescreen</PresentationFormat>
  <Paragraphs>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Minimum Spanning Tree</vt:lpstr>
      <vt:lpstr>PowerPoint Presentation</vt:lpstr>
      <vt:lpstr>Spanning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Minimum Spanning Tree</dc:title>
  <dc:creator>kriti ohri</dc:creator>
  <cp:lastModifiedBy>Kriti Ohri</cp:lastModifiedBy>
  <cp:revision>5</cp:revision>
  <dcterms:created xsi:type="dcterms:W3CDTF">2023-12-01T03:50:04Z</dcterms:created>
  <dcterms:modified xsi:type="dcterms:W3CDTF">2024-11-17T02:50:52Z</dcterms:modified>
</cp:coreProperties>
</file>