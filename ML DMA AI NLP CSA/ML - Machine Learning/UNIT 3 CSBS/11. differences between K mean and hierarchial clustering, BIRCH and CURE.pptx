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A9CE-6FC8-40A2-92B0-D6E9D8094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33180-1C6C-493A-9D4A-83B07E35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78D46-CD71-4A43-AD59-6122E939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9B666-E66E-43A6-A162-E8D12A32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2C24-89F7-4F62-A35F-9ADC7B04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2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C736-358E-4619-B0C1-1BCAC3D9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B28C-C96E-4AAC-A64D-0B3D4111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B82F7-1564-4F2F-A80B-041CE4A9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6DF7B-46DB-45CD-A407-F92B3867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B728-FB1C-43CD-8A64-A94A5E99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38D8-5E43-4ED2-8557-B843F6F25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8535D-3C5B-48DF-8912-0E5079D3F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2D49-21EE-47E5-B092-D109FE27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3D74-CC3C-4054-A1E6-167F6D2A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5F1D9-C29B-4B93-984F-C46D9FC5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5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7BB4-4F9C-4604-83A2-C13831A8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091B8-AD9B-40B3-B96D-CC27F2A4C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73275-E5AF-41CA-8E91-D63AB8876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BCF16-DC49-4513-96E3-59E7E14D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8CD4C-0310-49A2-81C2-4E73B85E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FD24A-76E9-4FDD-8D6D-5AA4123A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5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CB8D-900F-49EC-AAA6-72F3D112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AFCE7-4E70-4D50-98D0-7E5AF8E8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172E4-9DF2-4F52-BEF5-BBAEADA30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DC2AE-E20B-4045-924A-D82DC78D1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E651-A558-4B2A-B35E-27A21ADD8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ABB48-0E64-47F4-9EF2-F1E2A189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3C953-3B77-4297-9CB9-85643E70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CD6DA-85CA-49D8-ADD5-3FAC165F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49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7021-E2AF-4F1A-AE59-03EC0B54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4BF2F-5F6F-4CAA-BF48-B635EDD4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8F5F0-9BDB-4337-96CF-36599B67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522D9-3D8A-480B-BFEB-7BB2BA84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36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16F3E-10FE-41F0-90E8-B497BCAF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DE639-8635-4D3A-A95C-3EC4E241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FB997-E16C-40C2-9284-0E66D726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51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9AE3-2BDF-4FEE-947F-88275084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F95E7-5A2F-4EE0-9F2A-1B2F7D1B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A3482-9EDC-49E0-8C75-319486DF9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18521-9D27-4BA9-A006-DE2438EB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7DD87-5CE9-4F9C-A587-81E46BB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FA283-5C19-4BEA-9CA3-87FB7C0D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8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EC9A-7BB6-43EB-98DA-0FE9806B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809210-32A5-4B3D-A416-E9BEC4A99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F758-1033-433D-A66F-2215B8568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382E7-3E0B-4720-961B-58553CE6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DD78C-7EAE-4C3F-9340-42202F79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0B52-96B6-49A6-BB90-B19BC0E8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67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32A5-BE58-4399-868B-EDE7FF82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E0788-64E7-4CE7-B53B-49FA4198C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8C36-2458-416A-9BE3-0FD11E33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10D3-963C-4258-82D8-08949C77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AE4B-4CAB-4DA3-AF50-180D9C66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78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944FB-7B2A-4CD8-9389-8D3B5FA7A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59E4F-225C-4F35-8C50-CA675EBB4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68153-032E-4684-AB03-CB4508BC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1ACED-7471-4B4A-B40C-8DF5EE52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53D0-0C00-46FE-935B-961466F4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94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B4BE1-761C-4EB6-96C8-15AA52E3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9EB3-5E46-4B09-8783-F14D4801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D13F8-2794-4CD0-B592-66744F5A3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AC239-B242-4142-B151-70AE610F6105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F9748-F21B-4C29-A31F-EC82FF84C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B78A6-20C5-4A94-BC19-6F890AEC3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936F-54B0-451A-A87F-7C1A6CB38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41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C95-A8E0-4DE1-9E72-881724955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K-means and Hierarchical Clustering - ppt download">
            <a:extLst>
              <a:ext uri="{FF2B5EF4-FFF2-40B4-BE49-F238E27FC236}">
                <a16:creationId xmlns:a16="http://schemas.microsoft.com/office/drawing/2014/main" id="{3E73F6A2-82C9-4C26-8CE4-6F89D469D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509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29A3-0272-4A3F-96B5-4E5739E9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summarizes the main concepts and the characteristics of the BIRCH and... |  Download Scientific Diagram">
            <a:extLst>
              <a:ext uri="{FF2B5EF4-FFF2-40B4-BE49-F238E27FC236}">
                <a16:creationId xmlns:a16="http://schemas.microsoft.com/office/drawing/2014/main" id="{55999AC5-DB64-402F-BB74-575DCB54A6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76" y="1940767"/>
            <a:ext cx="9948562" cy="400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53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kriti ohri</dc:creator>
  <cp:lastModifiedBy>kriti ohri</cp:lastModifiedBy>
  <cp:revision>1</cp:revision>
  <dcterms:created xsi:type="dcterms:W3CDTF">2021-12-27T19:02:58Z</dcterms:created>
  <dcterms:modified xsi:type="dcterms:W3CDTF">2021-12-27T19:04:12Z</dcterms:modified>
</cp:coreProperties>
</file>