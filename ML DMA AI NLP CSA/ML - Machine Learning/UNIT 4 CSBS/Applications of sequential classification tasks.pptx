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D1FC8C-B0D0-2222-D555-927C9F3D8A3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F3DCBD9-18CC-32DA-6AEC-1E4EFEBB499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565A410-1EEB-58CA-2B3B-514587CB3C0F}"/>
              </a:ext>
            </a:extLst>
          </p:cNvPr>
          <p:cNvSpPr>
            <a:spLocks noGrp="1"/>
          </p:cNvSpPr>
          <p:nvPr>
            <p:ph type="dt" sz="half" idx="10"/>
          </p:nvPr>
        </p:nvSpPr>
        <p:spPr/>
        <p:txBody>
          <a:bodyPr/>
          <a:lstStyle/>
          <a:p>
            <a:fld id="{5B2BC052-2B85-489B-B2F6-070696B24877}" type="datetimeFigureOut">
              <a:rPr lang="en-US" smtClean="0"/>
              <a:t>11/17/2024</a:t>
            </a:fld>
            <a:endParaRPr lang="en-US"/>
          </a:p>
        </p:txBody>
      </p:sp>
      <p:sp>
        <p:nvSpPr>
          <p:cNvPr id="5" name="Footer Placeholder 4">
            <a:extLst>
              <a:ext uri="{FF2B5EF4-FFF2-40B4-BE49-F238E27FC236}">
                <a16:creationId xmlns:a16="http://schemas.microsoft.com/office/drawing/2014/main" id="{BFC3163E-7695-6674-6EB5-CB567C42C81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570AC30-D2AD-2A71-E409-F6D1FA10BC70}"/>
              </a:ext>
            </a:extLst>
          </p:cNvPr>
          <p:cNvSpPr>
            <a:spLocks noGrp="1"/>
          </p:cNvSpPr>
          <p:nvPr>
            <p:ph type="sldNum" sz="quarter" idx="12"/>
          </p:nvPr>
        </p:nvSpPr>
        <p:spPr/>
        <p:txBody>
          <a:bodyPr/>
          <a:lstStyle/>
          <a:p>
            <a:fld id="{DDCCADC3-06CC-4BEC-A435-F204C5819EBF}" type="slidenum">
              <a:rPr lang="en-US" smtClean="0"/>
              <a:t>‹#›</a:t>
            </a:fld>
            <a:endParaRPr lang="en-US"/>
          </a:p>
        </p:txBody>
      </p:sp>
    </p:spTree>
    <p:extLst>
      <p:ext uri="{BB962C8B-B14F-4D97-AF65-F5344CB8AC3E}">
        <p14:creationId xmlns:p14="http://schemas.microsoft.com/office/powerpoint/2010/main" val="14171893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4E99B4-32A9-EF0F-72DC-A7FE06D9CF5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645BCFF-6BCF-FBF5-0D08-D172C403C06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A58F29A-0CA0-AB85-7AF3-767EAB081731}"/>
              </a:ext>
            </a:extLst>
          </p:cNvPr>
          <p:cNvSpPr>
            <a:spLocks noGrp="1"/>
          </p:cNvSpPr>
          <p:nvPr>
            <p:ph type="dt" sz="half" idx="10"/>
          </p:nvPr>
        </p:nvSpPr>
        <p:spPr/>
        <p:txBody>
          <a:bodyPr/>
          <a:lstStyle/>
          <a:p>
            <a:fld id="{5B2BC052-2B85-489B-B2F6-070696B24877}" type="datetimeFigureOut">
              <a:rPr lang="en-US" smtClean="0"/>
              <a:t>11/17/2024</a:t>
            </a:fld>
            <a:endParaRPr lang="en-US"/>
          </a:p>
        </p:txBody>
      </p:sp>
      <p:sp>
        <p:nvSpPr>
          <p:cNvPr id="5" name="Footer Placeholder 4">
            <a:extLst>
              <a:ext uri="{FF2B5EF4-FFF2-40B4-BE49-F238E27FC236}">
                <a16:creationId xmlns:a16="http://schemas.microsoft.com/office/drawing/2014/main" id="{EF880DEE-DA2D-27FF-B519-D3B103F5DF4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821E3B6-39AB-4D81-0955-2EC72F8E7520}"/>
              </a:ext>
            </a:extLst>
          </p:cNvPr>
          <p:cNvSpPr>
            <a:spLocks noGrp="1"/>
          </p:cNvSpPr>
          <p:nvPr>
            <p:ph type="sldNum" sz="quarter" idx="12"/>
          </p:nvPr>
        </p:nvSpPr>
        <p:spPr/>
        <p:txBody>
          <a:bodyPr/>
          <a:lstStyle/>
          <a:p>
            <a:fld id="{DDCCADC3-06CC-4BEC-A435-F204C5819EBF}" type="slidenum">
              <a:rPr lang="en-US" smtClean="0"/>
              <a:t>‹#›</a:t>
            </a:fld>
            <a:endParaRPr lang="en-US"/>
          </a:p>
        </p:txBody>
      </p:sp>
    </p:spTree>
    <p:extLst>
      <p:ext uri="{BB962C8B-B14F-4D97-AF65-F5344CB8AC3E}">
        <p14:creationId xmlns:p14="http://schemas.microsoft.com/office/powerpoint/2010/main" val="24563370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068A02-1DB5-612F-D911-01C9B747E6A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063A85A-A9D0-1CE3-A7CD-0777687785B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09D8C97-6D89-4CE3-B456-42D49BED2FBF}"/>
              </a:ext>
            </a:extLst>
          </p:cNvPr>
          <p:cNvSpPr>
            <a:spLocks noGrp="1"/>
          </p:cNvSpPr>
          <p:nvPr>
            <p:ph type="dt" sz="half" idx="10"/>
          </p:nvPr>
        </p:nvSpPr>
        <p:spPr/>
        <p:txBody>
          <a:bodyPr/>
          <a:lstStyle/>
          <a:p>
            <a:fld id="{5B2BC052-2B85-489B-B2F6-070696B24877}" type="datetimeFigureOut">
              <a:rPr lang="en-US" smtClean="0"/>
              <a:t>11/17/2024</a:t>
            </a:fld>
            <a:endParaRPr lang="en-US"/>
          </a:p>
        </p:txBody>
      </p:sp>
      <p:sp>
        <p:nvSpPr>
          <p:cNvPr id="5" name="Footer Placeholder 4">
            <a:extLst>
              <a:ext uri="{FF2B5EF4-FFF2-40B4-BE49-F238E27FC236}">
                <a16:creationId xmlns:a16="http://schemas.microsoft.com/office/drawing/2014/main" id="{1294E724-81B1-0911-3352-33E409A89F8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6ACCA2D-C323-933E-1768-B727BC44B2AF}"/>
              </a:ext>
            </a:extLst>
          </p:cNvPr>
          <p:cNvSpPr>
            <a:spLocks noGrp="1"/>
          </p:cNvSpPr>
          <p:nvPr>
            <p:ph type="sldNum" sz="quarter" idx="12"/>
          </p:nvPr>
        </p:nvSpPr>
        <p:spPr/>
        <p:txBody>
          <a:bodyPr/>
          <a:lstStyle/>
          <a:p>
            <a:fld id="{DDCCADC3-06CC-4BEC-A435-F204C5819EBF}" type="slidenum">
              <a:rPr lang="en-US" smtClean="0"/>
              <a:t>‹#›</a:t>
            </a:fld>
            <a:endParaRPr lang="en-US"/>
          </a:p>
        </p:txBody>
      </p:sp>
    </p:spTree>
    <p:extLst>
      <p:ext uri="{BB962C8B-B14F-4D97-AF65-F5344CB8AC3E}">
        <p14:creationId xmlns:p14="http://schemas.microsoft.com/office/powerpoint/2010/main" val="34720969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D26258-833B-5BF2-8AFD-43F19305F06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CEC0F41-7949-912E-1F37-94BB46E8FFF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EAEF670-E8B8-8DE2-0DF0-F3EBE8DF159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DE473F5-E4F7-C741-F01E-E8D795502A24}"/>
              </a:ext>
            </a:extLst>
          </p:cNvPr>
          <p:cNvSpPr>
            <a:spLocks noGrp="1"/>
          </p:cNvSpPr>
          <p:nvPr>
            <p:ph type="dt" sz="half" idx="10"/>
          </p:nvPr>
        </p:nvSpPr>
        <p:spPr/>
        <p:txBody>
          <a:bodyPr/>
          <a:lstStyle/>
          <a:p>
            <a:fld id="{5B2BC052-2B85-489B-B2F6-070696B24877}" type="datetimeFigureOut">
              <a:rPr lang="en-US" smtClean="0"/>
              <a:t>11/17/2024</a:t>
            </a:fld>
            <a:endParaRPr lang="en-US"/>
          </a:p>
        </p:txBody>
      </p:sp>
      <p:sp>
        <p:nvSpPr>
          <p:cNvPr id="6" name="Footer Placeholder 5">
            <a:extLst>
              <a:ext uri="{FF2B5EF4-FFF2-40B4-BE49-F238E27FC236}">
                <a16:creationId xmlns:a16="http://schemas.microsoft.com/office/drawing/2014/main" id="{9EDF6122-DC8F-5682-A9F7-F382B7EED26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07E78C1-AD47-D1A0-7EE2-B28C2AB375A7}"/>
              </a:ext>
            </a:extLst>
          </p:cNvPr>
          <p:cNvSpPr>
            <a:spLocks noGrp="1"/>
          </p:cNvSpPr>
          <p:nvPr>
            <p:ph type="sldNum" sz="quarter" idx="12"/>
          </p:nvPr>
        </p:nvSpPr>
        <p:spPr/>
        <p:txBody>
          <a:bodyPr/>
          <a:lstStyle/>
          <a:p>
            <a:fld id="{DDCCADC3-06CC-4BEC-A435-F204C5819EBF}" type="slidenum">
              <a:rPr lang="en-US" smtClean="0"/>
              <a:t>‹#›</a:t>
            </a:fld>
            <a:endParaRPr lang="en-US"/>
          </a:p>
        </p:txBody>
      </p:sp>
    </p:spTree>
    <p:extLst>
      <p:ext uri="{BB962C8B-B14F-4D97-AF65-F5344CB8AC3E}">
        <p14:creationId xmlns:p14="http://schemas.microsoft.com/office/powerpoint/2010/main" val="16046043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F18066-629A-00D4-EC8E-317BE3DBE19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420D699-2330-7A11-71FA-41F6815EEE6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63EC777-CD2D-99B6-18E7-CC7F1E7C573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3B0814B-7948-C63F-38BF-FDC10CF9D1D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CF88FFF-458D-6825-9CBE-5D27BFC67A5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EE06BEE-0FEA-B3C7-6DA1-CA0D340B7DFA}"/>
              </a:ext>
            </a:extLst>
          </p:cNvPr>
          <p:cNvSpPr>
            <a:spLocks noGrp="1"/>
          </p:cNvSpPr>
          <p:nvPr>
            <p:ph type="dt" sz="half" idx="10"/>
          </p:nvPr>
        </p:nvSpPr>
        <p:spPr/>
        <p:txBody>
          <a:bodyPr/>
          <a:lstStyle/>
          <a:p>
            <a:fld id="{5B2BC052-2B85-489B-B2F6-070696B24877}" type="datetimeFigureOut">
              <a:rPr lang="en-US" smtClean="0"/>
              <a:t>11/17/2024</a:t>
            </a:fld>
            <a:endParaRPr lang="en-US"/>
          </a:p>
        </p:txBody>
      </p:sp>
      <p:sp>
        <p:nvSpPr>
          <p:cNvPr id="8" name="Footer Placeholder 7">
            <a:extLst>
              <a:ext uri="{FF2B5EF4-FFF2-40B4-BE49-F238E27FC236}">
                <a16:creationId xmlns:a16="http://schemas.microsoft.com/office/drawing/2014/main" id="{322CCABF-3FAE-54D7-2F05-DDCFCBE9F32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1D6348D-458A-B29D-90CA-DB71F7D4BB87}"/>
              </a:ext>
            </a:extLst>
          </p:cNvPr>
          <p:cNvSpPr>
            <a:spLocks noGrp="1"/>
          </p:cNvSpPr>
          <p:nvPr>
            <p:ph type="sldNum" sz="quarter" idx="12"/>
          </p:nvPr>
        </p:nvSpPr>
        <p:spPr/>
        <p:txBody>
          <a:bodyPr/>
          <a:lstStyle/>
          <a:p>
            <a:fld id="{DDCCADC3-06CC-4BEC-A435-F204C5819EBF}" type="slidenum">
              <a:rPr lang="en-US" smtClean="0"/>
              <a:t>‹#›</a:t>
            </a:fld>
            <a:endParaRPr lang="en-US"/>
          </a:p>
        </p:txBody>
      </p:sp>
    </p:spTree>
    <p:extLst>
      <p:ext uri="{BB962C8B-B14F-4D97-AF65-F5344CB8AC3E}">
        <p14:creationId xmlns:p14="http://schemas.microsoft.com/office/powerpoint/2010/main" val="9985349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4B9715-DCCD-CF23-6A30-8169BA01BC9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CC0A6EE-33E8-913B-B879-5FD578698FC5}"/>
              </a:ext>
            </a:extLst>
          </p:cNvPr>
          <p:cNvSpPr>
            <a:spLocks noGrp="1"/>
          </p:cNvSpPr>
          <p:nvPr>
            <p:ph type="dt" sz="half" idx="10"/>
          </p:nvPr>
        </p:nvSpPr>
        <p:spPr/>
        <p:txBody>
          <a:bodyPr/>
          <a:lstStyle/>
          <a:p>
            <a:fld id="{5B2BC052-2B85-489B-B2F6-070696B24877}" type="datetimeFigureOut">
              <a:rPr lang="en-US" smtClean="0"/>
              <a:t>11/17/2024</a:t>
            </a:fld>
            <a:endParaRPr lang="en-US"/>
          </a:p>
        </p:txBody>
      </p:sp>
      <p:sp>
        <p:nvSpPr>
          <p:cNvPr id="4" name="Footer Placeholder 3">
            <a:extLst>
              <a:ext uri="{FF2B5EF4-FFF2-40B4-BE49-F238E27FC236}">
                <a16:creationId xmlns:a16="http://schemas.microsoft.com/office/drawing/2014/main" id="{451B1986-780E-DB96-3C5C-F18A8279C37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4B5BD38-10ED-7713-A8D1-9EF269F336BE}"/>
              </a:ext>
            </a:extLst>
          </p:cNvPr>
          <p:cNvSpPr>
            <a:spLocks noGrp="1"/>
          </p:cNvSpPr>
          <p:nvPr>
            <p:ph type="sldNum" sz="quarter" idx="12"/>
          </p:nvPr>
        </p:nvSpPr>
        <p:spPr/>
        <p:txBody>
          <a:bodyPr/>
          <a:lstStyle/>
          <a:p>
            <a:fld id="{DDCCADC3-06CC-4BEC-A435-F204C5819EBF}" type="slidenum">
              <a:rPr lang="en-US" smtClean="0"/>
              <a:t>‹#›</a:t>
            </a:fld>
            <a:endParaRPr lang="en-US"/>
          </a:p>
        </p:txBody>
      </p:sp>
    </p:spTree>
    <p:extLst>
      <p:ext uri="{BB962C8B-B14F-4D97-AF65-F5344CB8AC3E}">
        <p14:creationId xmlns:p14="http://schemas.microsoft.com/office/powerpoint/2010/main" val="7799681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A7E7479-A8FD-507A-5D3B-55720D9DC5B6}"/>
              </a:ext>
            </a:extLst>
          </p:cNvPr>
          <p:cNvSpPr>
            <a:spLocks noGrp="1"/>
          </p:cNvSpPr>
          <p:nvPr>
            <p:ph type="dt" sz="half" idx="10"/>
          </p:nvPr>
        </p:nvSpPr>
        <p:spPr/>
        <p:txBody>
          <a:bodyPr/>
          <a:lstStyle/>
          <a:p>
            <a:fld id="{5B2BC052-2B85-489B-B2F6-070696B24877}" type="datetimeFigureOut">
              <a:rPr lang="en-US" smtClean="0"/>
              <a:t>11/17/2024</a:t>
            </a:fld>
            <a:endParaRPr lang="en-US"/>
          </a:p>
        </p:txBody>
      </p:sp>
      <p:sp>
        <p:nvSpPr>
          <p:cNvPr id="3" name="Footer Placeholder 2">
            <a:extLst>
              <a:ext uri="{FF2B5EF4-FFF2-40B4-BE49-F238E27FC236}">
                <a16:creationId xmlns:a16="http://schemas.microsoft.com/office/drawing/2014/main" id="{72FA91DB-D68B-C70D-5F43-0ED0D3D389D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AAFB0F4-0CC3-52E8-A7AF-C4E13AAA56E3}"/>
              </a:ext>
            </a:extLst>
          </p:cNvPr>
          <p:cNvSpPr>
            <a:spLocks noGrp="1"/>
          </p:cNvSpPr>
          <p:nvPr>
            <p:ph type="sldNum" sz="quarter" idx="12"/>
          </p:nvPr>
        </p:nvSpPr>
        <p:spPr/>
        <p:txBody>
          <a:bodyPr/>
          <a:lstStyle/>
          <a:p>
            <a:fld id="{DDCCADC3-06CC-4BEC-A435-F204C5819EBF}" type="slidenum">
              <a:rPr lang="en-US" smtClean="0"/>
              <a:t>‹#›</a:t>
            </a:fld>
            <a:endParaRPr lang="en-US"/>
          </a:p>
        </p:txBody>
      </p:sp>
    </p:spTree>
    <p:extLst>
      <p:ext uri="{BB962C8B-B14F-4D97-AF65-F5344CB8AC3E}">
        <p14:creationId xmlns:p14="http://schemas.microsoft.com/office/powerpoint/2010/main" val="41864367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2F835B-05E6-49AD-2410-BECC78E004C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78A47C9-632B-11AD-5627-934DD13DEC9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D5A5954-15E6-C31E-A7B1-B6876145215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BA9E9CA-92AF-02DA-950E-86764B0D97DF}"/>
              </a:ext>
            </a:extLst>
          </p:cNvPr>
          <p:cNvSpPr>
            <a:spLocks noGrp="1"/>
          </p:cNvSpPr>
          <p:nvPr>
            <p:ph type="dt" sz="half" idx="10"/>
          </p:nvPr>
        </p:nvSpPr>
        <p:spPr/>
        <p:txBody>
          <a:bodyPr/>
          <a:lstStyle/>
          <a:p>
            <a:fld id="{5B2BC052-2B85-489B-B2F6-070696B24877}" type="datetimeFigureOut">
              <a:rPr lang="en-US" smtClean="0"/>
              <a:t>11/17/2024</a:t>
            </a:fld>
            <a:endParaRPr lang="en-US"/>
          </a:p>
        </p:txBody>
      </p:sp>
      <p:sp>
        <p:nvSpPr>
          <p:cNvPr id="6" name="Footer Placeholder 5">
            <a:extLst>
              <a:ext uri="{FF2B5EF4-FFF2-40B4-BE49-F238E27FC236}">
                <a16:creationId xmlns:a16="http://schemas.microsoft.com/office/drawing/2014/main" id="{00BF46EB-0957-75E7-44DA-653501147E8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872D839-F189-8F85-6579-EDD1610065B2}"/>
              </a:ext>
            </a:extLst>
          </p:cNvPr>
          <p:cNvSpPr>
            <a:spLocks noGrp="1"/>
          </p:cNvSpPr>
          <p:nvPr>
            <p:ph type="sldNum" sz="quarter" idx="12"/>
          </p:nvPr>
        </p:nvSpPr>
        <p:spPr/>
        <p:txBody>
          <a:bodyPr/>
          <a:lstStyle/>
          <a:p>
            <a:fld id="{DDCCADC3-06CC-4BEC-A435-F204C5819EBF}" type="slidenum">
              <a:rPr lang="en-US" smtClean="0"/>
              <a:t>‹#›</a:t>
            </a:fld>
            <a:endParaRPr lang="en-US"/>
          </a:p>
        </p:txBody>
      </p:sp>
    </p:spTree>
    <p:extLst>
      <p:ext uri="{BB962C8B-B14F-4D97-AF65-F5344CB8AC3E}">
        <p14:creationId xmlns:p14="http://schemas.microsoft.com/office/powerpoint/2010/main" val="7026138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769AF5-D496-6E31-EB72-D3092268D84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0CDB5BA-90F7-E515-C8F2-86A2DDACF05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A96E4A8-C08A-946F-2B29-714DC8D6835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F2816C3-0B39-B736-3362-8A08C636B7D8}"/>
              </a:ext>
            </a:extLst>
          </p:cNvPr>
          <p:cNvSpPr>
            <a:spLocks noGrp="1"/>
          </p:cNvSpPr>
          <p:nvPr>
            <p:ph type="dt" sz="half" idx="10"/>
          </p:nvPr>
        </p:nvSpPr>
        <p:spPr/>
        <p:txBody>
          <a:bodyPr/>
          <a:lstStyle/>
          <a:p>
            <a:fld id="{5B2BC052-2B85-489B-B2F6-070696B24877}" type="datetimeFigureOut">
              <a:rPr lang="en-US" smtClean="0"/>
              <a:t>11/17/2024</a:t>
            </a:fld>
            <a:endParaRPr lang="en-US"/>
          </a:p>
        </p:txBody>
      </p:sp>
      <p:sp>
        <p:nvSpPr>
          <p:cNvPr id="6" name="Footer Placeholder 5">
            <a:extLst>
              <a:ext uri="{FF2B5EF4-FFF2-40B4-BE49-F238E27FC236}">
                <a16:creationId xmlns:a16="http://schemas.microsoft.com/office/drawing/2014/main" id="{108B11E9-19D3-1A13-B89A-8EF5653313E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62E9316-FC74-066A-F553-CEE10A614ED5}"/>
              </a:ext>
            </a:extLst>
          </p:cNvPr>
          <p:cNvSpPr>
            <a:spLocks noGrp="1"/>
          </p:cNvSpPr>
          <p:nvPr>
            <p:ph type="sldNum" sz="quarter" idx="12"/>
          </p:nvPr>
        </p:nvSpPr>
        <p:spPr/>
        <p:txBody>
          <a:bodyPr/>
          <a:lstStyle/>
          <a:p>
            <a:fld id="{DDCCADC3-06CC-4BEC-A435-F204C5819EBF}" type="slidenum">
              <a:rPr lang="en-US" smtClean="0"/>
              <a:t>‹#›</a:t>
            </a:fld>
            <a:endParaRPr lang="en-US"/>
          </a:p>
        </p:txBody>
      </p:sp>
    </p:spTree>
    <p:extLst>
      <p:ext uri="{BB962C8B-B14F-4D97-AF65-F5344CB8AC3E}">
        <p14:creationId xmlns:p14="http://schemas.microsoft.com/office/powerpoint/2010/main" val="20936287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5BE6CF-4FB0-DFAC-D025-44EB62B2CA3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2E19199-1617-B8B4-D14F-A8D8FEADEB4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ED1DCD2-052C-DAF8-D269-20D5B21FA931}"/>
              </a:ext>
            </a:extLst>
          </p:cNvPr>
          <p:cNvSpPr>
            <a:spLocks noGrp="1"/>
          </p:cNvSpPr>
          <p:nvPr>
            <p:ph type="dt" sz="half" idx="10"/>
          </p:nvPr>
        </p:nvSpPr>
        <p:spPr/>
        <p:txBody>
          <a:bodyPr/>
          <a:lstStyle/>
          <a:p>
            <a:fld id="{5B2BC052-2B85-489B-B2F6-070696B24877}" type="datetimeFigureOut">
              <a:rPr lang="en-US" smtClean="0"/>
              <a:t>11/17/2024</a:t>
            </a:fld>
            <a:endParaRPr lang="en-US"/>
          </a:p>
        </p:txBody>
      </p:sp>
      <p:sp>
        <p:nvSpPr>
          <p:cNvPr id="5" name="Footer Placeholder 4">
            <a:extLst>
              <a:ext uri="{FF2B5EF4-FFF2-40B4-BE49-F238E27FC236}">
                <a16:creationId xmlns:a16="http://schemas.microsoft.com/office/drawing/2014/main" id="{97953AFB-BBEC-DCF9-973A-ABB10340FBC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F30F29C-A955-A5A9-08C1-4F0410D4ABB1}"/>
              </a:ext>
            </a:extLst>
          </p:cNvPr>
          <p:cNvSpPr>
            <a:spLocks noGrp="1"/>
          </p:cNvSpPr>
          <p:nvPr>
            <p:ph type="sldNum" sz="quarter" idx="12"/>
          </p:nvPr>
        </p:nvSpPr>
        <p:spPr/>
        <p:txBody>
          <a:bodyPr/>
          <a:lstStyle/>
          <a:p>
            <a:fld id="{DDCCADC3-06CC-4BEC-A435-F204C5819EBF}" type="slidenum">
              <a:rPr lang="en-US" smtClean="0"/>
              <a:t>‹#›</a:t>
            </a:fld>
            <a:endParaRPr lang="en-US"/>
          </a:p>
        </p:txBody>
      </p:sp>
    </p:spTree>
    <p:extLst>
      <p:ext uri="{BB962C8B-B14F-4D97-AF65-F5344CB8AC3E}">
        <p14:creationId xmlns:p14="http://schemas.microsoft.com/office/powerpoint/2010/main" val="7231841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9E7E99B-4032-5BAD-651A-1536D65E249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F5F4C55-8B79-3A9B-BA4B-1A43D467929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ACB5E71-8CA0-CC90-92A9-374E96AEABA7}"/>
              </a:ext>
            </a:extLst>
          </p:cNvPr>
          <p:cNvSpPr>
            <a:spLocks noGrp="1"/>
          </p:cNvSpPr>
          <p:nvPr>
            <p:ph type="dt" sz="half" idx="10"/>
          </p:nvPr>
        </p:nvSpPr>
        <p:spPr/>
        <p:txBody>
          <a:bodyPr/>
          <a:lstStyle/>
          <a:p>
            <a:fld id="{5B2BC052-2B85-489B-B2F6-070696B24877}" type="datetimeFigureOut">
              <a:rPr lang="en-US" smtClean="0"/>
              <a:t>11/17/2024</a:t>
            </a:fld>
            <a:endParaRPr lang="en-US"/>
          </a:p>
        </p:txBody>
      </p:sp>
      <p:sp>
        <p:nvSpPr>
          <p:cNvPr id="5" name="Footer Placeholder 4">
            <a:extLst>
              <a:ext uri="{FF2B5EF4-FFF2-40B4-BE49-F238E27FC236}">
                <a16:creationId xmlns:a16="http://schemas.microsoft.com/office/drawing/2014/main" id="{2F002FCF-9D37-DB85-CCB9-E3990C71EF4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2AD2887-CECF-BFD9-8755-83E9912E1C5A}"/>
              </a:ext>
            </a:extLst>
          </p:cNvPr>
          <p:cNvSpPr>
            <a:spLocks noGrp="1"/>
          </p:cNvSpPr>
          <p:nvPr>
            <p:ph type="sldNum" sz="quarter" idx="12"/>
          </p:nvPr>
        </p:nvSpPr>
        <p:spPr/>
        <p:txBody>
          <a:bodyPr/>
          <a:lstStyle/>
          <a:p>
            <a:fld id="{DDCCADC3-06CC-4BEC-A435-F204C5819EBF}" type="slidenum">
              <a:rPr lang="en-US" smtClean="0"/>
              <a:t>‹#›</a:t>
            </a:fld>
            <a:endParaRPr lang="en-US"/>
          </a:p>
        </p:txBody>
      </p:sp>
    </p:spTree>
    <p:extLst>
      <p:ext uri="{BB962C8B-B14F-4D97-AF65-F5344CB8AC3E}">
        <p14:creationId xmlns:p14="http://schemas.microsoft.com/office/powerpoint/2010/main" val="36630664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1B3B46D-C5DA-6D19-017D-E6F521FEB8E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A4C6E91-AD8B-E1D3-26AE-60097C6651A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033E21D-BA3E-039C-778C-79A5063CEF3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B2BC052-2B85-489B-B2F6-070696B24877}" type="datetimeFigureOut">
              <a:rPr lang="en-US" smtClean="0"/>
              <a:t>11/17/2024</a:t>
            </a:fld>
            <a:endParaRPr lang="en-US"/>
          </a:p>
        </p:txBody>
      </p:sp>
      <p:sp>
        <p:nvSpPr>
          <p:cNvPr id="5" name="Footer Placeholder 4">
            <a:extLst>
              <a:ext uri="{FF2B5EF4-FFF2-40B4-BE49-F238E27FC236}">
                <a16:creationId xmlns:a16="http://schemas.microsoft.com/office/drawing/2014/main" id="{332D5230-09C5-3DC6-132B-71777CF751A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B1B3B95D-CE7D-AB69-91E6-499C1F59943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DCCADC3-06CC-4BEC-A435-F204C5819EBF}" type="slidenum">
              <a:rPr lang="en-US" smtClean="0"/>
              <a:t>‹#›</a:t>
            </a:fld>
            <a:endParaRPr lang="en-US"/>
          </a:p>
        </p:txBody>
      </p:sp>
    </p:spTree>
    <p:extLst>
      <p:ext uri="{BB962C8B-B14F-4D97-AF65-F5344CB8AC3E}">
        <p14:creationId xmlns:p14="http://schemas.microsoft.com/office/powerpoint/2010/main" val="276395890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16640C-054C-3C35-80CB-33D0EDC21CD2}"/>
              </a:ext>
            </a:extLst>
          </p:cNvPr>
          <p:cNvSpPr>
            <a:spLocks noGrp="1"/>
          </p:cNvSpPr>
          <p:nvPr>
            <p:ph type="title"/>
          </p:nvPr>
        </p:nvSpPr>
        <p:spPr/>
        <p:txBody>
          <a:bodyPr/>
          <a:lstStyle/>
          <a:p>
            <a:r>
              <a:rPr lang="en-US"/>
              <a:t>Sequential classification tasks</a:t>
            </a:r>
          </a:p>
        </p:txBody>
      </p:sp>
      <p:sp>
        <p:nvSpPr>
          <p:cNvPr id="3" name="Content Placeholder 2">
            <a:extLst>
              <a:ext uri="{FF2B5EF4-FFF2-40B4-BE49-F238E27FC236}">
                <a16:creationId xmlns:a16="http://schemas.microsoft.com/office/drawing/2014/main" id="{DE55165F-73D3-790F-B172-15A4AF655D21}"/>
              </a:ext>
            </a:extLst>
          </p:cNvPr>
          <p:cNvSpPr>
            <a:spLocks noGrp="1"/>
          </p:cNvSpPr>
          <p:nvPr>
            <p:ph idx="1"/>
          </p:nvPr>
        </p:nvSpPr>
        <p:spPr/>
        <p:txBody>
          <a:bodyPr/>
          <a:lstStyle/>
          <a:p>
            <a:pPr algn="just"/>
            <a:r>
              <a:rPr lang="en-US" dirty="0"/>
              <a:t>Sequential classification tasks involve analyzing data where the order or sequence of elements is crucial. These tasks have diverse applications across multiple domains, as sequential data is prevalent in areas such as text processing, speech recognition, bioinformatics, and time-series analysis. Below are some key applications of sequential classification tasks:</a:t>
            </a:r>
          </a:p>
        </p:txBody>
      </p:sp>
    </p:spTree>
    <p:extLst>
      <p:ext uri="{BB962C8B-B14F-4D97-AF65-F5344CB8AC3E}">
        <p14:creationId xmlns:p14="http://schemas.microsoft.com/office/powerpoint/2010/main" val="33157943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C0677E-7E82-D4FB-B74A-A83FCE7F074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EA929CF-D0C4-ED7D-AFC4-F24BC77A5E5F}"/>
              </a:ext>
            </a:extLst>
          </p:cNvPr>
          <p:cNvSpPr>
            <a:spLocks noGrp="1"/>
          </p:cNvSpPr>
          <p:nvPr>
            <p:ph idx="1"/>
          </p:nvPr>
        </p:nvSpPr>
        <p:spPr/>
        <p:txBody>
          <a:bodyPr>
            <a:normAutofit fontScale="85000" lnSpcReduction="20000"/>
          </a:bodyPr>
          <a:lstStyle/>
          <a:p>
            <a:pPr marL="0" indent="0">
              <a:buNone/>
            </a:pPr>
            <a:r>
              <a:rPr lang="en-US" b="1" dirty="0"/>
              <a:t>1. Natural Language Processing (NLP)</a:t>
            </a:r>
          </a:p>
          <a:p>
            <a:r>
              <a:rPr lang="en-US" dirty="0"/>
              <a:t>Sequential classification is widely used in NLP to analyze text and language data where the order of words is essential.</a:t>
            </a:r>
          </a:p>
          <a:p>
            <a:pPr>
              <a:buFont typeface="Arial" panose="020B0604020202020204" pitchFamily="34" charset="0"/>
              <a:buChar char="•"/>
            </a:pPr>
            <a:r>
              <a:rPr lang="en-US" b="1" dirty="0"/>
              <a:t>Part-of-Speech (POS) Tagging</a:t>
            </a:r>
            <a:r>
              <a:rPr lang="en-US" dirty="0"/>
              <a:t>: Assigning grammatical labels (e.g., noun, verb) to words in a sentence.</a:t>
            </a:r>
          </a:p>
          <a:p>
            <a:pPr>
              <a:buFont typeface="Arial" panose="020B0604020202020204" pitchFamily="34" charset="0"/>
              <a:buChar char="•"/>
            </a:pPr>
            <a:r>
              <a:rPr lang="en-US" b="1" dirty="0"/>
              <a:t>Named Entity Recognition (NER)</a:t>
            </a:r>
            <a:r>
              <a:rPr lang="en-US" dirty="0"/>
              <a:t>: Identifying entities such as names, locations, or dates in a text.</a:t>
            </a:r>
          </a:p>
          <a:p>
            <a:pPr>
              <a:buFont typeface="Arial" panose="020B0604020202020204" pitchFamily="34" charset="0"/>
              <a:buChar char="•"/>
            </a:pPr>
            <a:r>
              <a:rPr lang="en-US" b="1" dirty="0"/>
              <a:t>Sentiment Analysis</a:t>
            </a:r>
            <a:r>
              <a:rPr lang="en-US" dirty="0"/>
              <a:t>: Classifying the sentiment of text (e.g., positive, negative, neutral) in reviews, tweets, etc.</a:t>
            </a:r>
          </a:p>
          <a:p>
            <a:pPr>
              <a:buFont typeface="Arial" panose="020B0604020202020204" pitchFamily="34" charset="0"/>
              <a:buChar char="•"/>
            </a:pPr>
            <a:r>
              <a:rPr lang="en-US" b="1" dirty="0"/>
              <a:t>Machine Translation</a:t>
            </a:r>
            <a:r>
              <a:rPr lang="en-US" dirty="0"/>
              <a:t>: Translating text from one language to another while preserving word order and context.</a:t>
            </a:r>
          </a:p>
          <a:p>
            <a:pPr>
              <a:buFont typeface="Arial" panose="020B0604020202020204" pitchFamily="34" charset="0"/>
              <a:buChar char="•"/>
            </a:pPr>
            <a:r>
              <a:rPr lang="en-US" b="1" dirty="0"/>
              <a:t>Chatbots and Virtual Assistants</a:t>
            </a:r>
            <a:r>
              <a:rPr lang="en-US" dirty="0"/>
              <a:t>: Understanding and classifying user input to generate appropriate responses.</a:t>
            </a:r>
          </a:p>
          <a:p>
            <a:endParaRPr lang="en-US" dirty="0"/>
          </a:p>
        </p:txBody>
      </p:sp>
    </p:spTree>
    <p:extLst>
      <p:ext uri="{BB962C8B-B14F-4D97-AF65-F5344CB8AC3E}">
        <p14:creationId xmlns:p14="http://schemas.microsoft.com/office/powerpoint/2010/main" val="12678091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262409-64C3-8587-EE54-31C4043FEFD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709218B-2390-DCEE-8265-E29CEF004F69}"/>
              </a:ext>
            </a:extLst>
          </p:cNvPr>
          <p:cNvSpPr>
            <a:spLocks noGrp="1"/>
          </p:cNvSpPr>
          <p:nvPr>
            <p:ph idx="1"/>
          </p:nvPr>
        </p:nvSpPr>
        <p:spPr/>
        <p:txBody>
          <a:bodyPr>
            <a:normAutofit fontScale="92500" lnSpcReduction="10000"/>
          </a:bodyPr>
          <a:lstStyle/>
          <a:p>
            <a:pPr marL="0" indent="0">
              <a:buNone/>
            </a:pPr>
            <a:r>
              <a:rPr lang="en-US" b="1" dirty="0"/>
              <a:t>2. Speech and Audio Processing</a:t>
            </a:r>
          </a:p>
          <a:p>
            <a:r>
              <a:rPr lang="en-US" dirty="0"/>
              <a:t>In speech and audio data, sequential classification is used to understand spoken language or classify audio signals.</a:t>
            </a:r>
          </a:p>
          <a:p>
            <a:pPr>
              <a:buFont typeface="Arial" panose="020B0604020202020204" pitchFamily="34" charset="0"/>
              <a:buChar char="•"/>
            </a:pPr>
            <a:r>
              <a:rPr lang="en-US" b="1" dirty="0"/>
              <a:t>Speech Recognition</a:t>
            </a:r>
            <a:r>
              <a:rPr lang="en-US" dirty="0"/>
              <a:t>: Converting spoken language into text (e.g., Siri, Alexa, or Google Assistant).</a:t>
            </a:r>
          </a:p>
          <a:p>
            <a:pPr>
              <a:buFont typeface="Arial" panose="020B0604020202020204" pitchFamily="34" charset="0"/>
              <a:buChar char="•"/>
            </a:pPr>
            <a:r>
              <a:rPr lang="en-US" b="1" dirty="0"/>
              <a:t>Speaker Identification</a:t>
            </a:r>
            <a:r>
              <a:rPr lang="en-US" dirty="0"/>
              <a:t>: Determining the identity of a speaker from an audio signal.</a:t>
            </a:r>
          </a:p>
          <a:p>
            <a:pPr>
              <a:buFont typeface="Arial" panose="020B0604020202020204" pitchFamily="34" charset="0"/>
              <a:buChar char="•"/>
            </a:pPr>
            <a:r>
              <a:rPr lang="en-US" b="1" dirty="0"/>
              <a:t>Emotion Recognition in Speech</a:t>
            </a:r>
            <a:r>
              <a:rPr lang="en-US" dirty="0"/>
              <a:t>: Classifying the emotional tone (e.g., happy, sad, angry) from audio data.</a:t>
            </a:r>
          </a:p>
          <a:p>
            <a:pPr>
              <a:buFont typeface="Arial" panose="020B0604020202020204" pitchFamily="34" charset="0"/>
              <a:buChar char="•"/>
            </a:pPr>
            <a:r>
              <a:rPr lang="en-US" b="1" dirty="0"/>
              <a:t>Audio Event Detection</a:t>
            </a:r>
            <a:r>
              <a:rPr lang="en-US" dirty="0"/>
              <a:t>: Identifying specific sounds or events (e.g., detecting gunshots, alarms, or applause).</a:t>
            </a:r>
          </a:p>
          <a:p>
            <a:endParaRPr lang="en-US" dirty="0"/>
          </a:p>
        </p:txBody>
      </p:sp>
    </p:spTree>
    <p:extLst>
      <p:ext uri="{BB962C8B-B14F-4D97-AF65-F5344CB8AC3E}">
        <p14:creationId xmlns:p14="http://schemas.microsoft.com/office/powerpoint/2010/main" val="16324966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56C64C-C973-A8E7-F739-35BEE8296F8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C82CC77-1FFC-5122-A497-A83072B417CE}"/>
              </a:ext>
            </a:extLst>
          </p:cNvPr>
          <p:cNvSpPr>
            <a:spLocks noGrp="1"/>
          </p:cNvSpPr>
          <p:nvPr>
            <p:ph idx="1"/>
          </p:nvPr>
        </p:nvSpPr>
        <p:spPr/>
        <p:txBody>
          <a:bodyPr>
            <a:normAutofit fontScale="92500" lnSpcReduction="10000"/>
          </a:bodyPr>
          <a:lstStyle/>
          <a:p>
            <a:pPr marL="0" indent="0">
              <a:buNone/>
            </a:pPr>
            <a:r>
              <a:rPr lang="en-US" b="1" dirty="0"/>
              <a:t>3. Time-Series Analysis</a:t>
            </a:r>
          </a:p>
          <a:p>
            <a:r>
              <a:rPr lang="en-US" dirty="0"/>
              <a:t>Time-series data involves ordered observations over time, making sequential classification crucial for analyzing temporal patterns.</a:t>
            </a:r>
          </a:p>
          <a:p>
            <a:pPr>
              <a:buFont typeface="Arial" panose="020B0604020202020204" pitchFamily="34" charset="0"/>
              <a:buChar char="•"/>
            </a:pPr>
            <a:r>
              <a:rPr lang="en-US" b="1" dirty="0"/>
              <a:t>Financial Market Prediction</a:t>
            </a:r>
            <a:r>
              <a:rPr lang="en-US" dirty="0"/>
              <a:t>: Classifying stock market trends or predicting price movements.</a:t>
            </a:r>
          </a:p>
          <a:p>
            <a:pPr>
              <a:buFont typeface="Arial" panose="020B0604020202020204" pitchFamily="34" charset="0"/>
              <a:buChar char="•"/>
            </a:pPr>
            <a:r>
              <a:rPr lang="en-US" b="1" dirty="0"/>
              <a:t>Fraud Detection</a:t>
            </a:r>
            <a:r>
              <a:rPr lang="en-US" dirty="0"/>
              <a:t>: Identifying anomalous sequences in transaction data that indicate potential fraud.</a:t>
            </a:r>
          </a:p>
          <a:p>
            <a:pPr>
              <a:buFont typeface="Arial" panose="020B0604020202020204" pitchFamily="34" charset="0"/>
              <a:buChar char="•"/>
            </a:pPr>
            <a:r>
              <a:rPr lang="en-US" b="1" dirty="0"/>
              <a:t>Weather Forecasting</a:t>
            </a:r>
            <a:r>
              <a:rPr lang="en-US" dirty="0"/>
              <a:t>: Classifying weather patterns based on historical data.</a:t>
            </a:r>
          </a:p>
          <a:p>
            <a:pPr>
              <a:buFont typeface="Arial" panose="020B0604020202020204" pitchFamily="34" charset="0"/>
              <a:buChar char="•"/>
            </a:pPr>
            <a:r>
              <a:rPr lang="en-US" b="1" dirty="0"/>
              <a:t>IoT and Sensor Data Analysis</a:t>
            </a:r>
            <a:r>
              <a:rPr lang="en-US" dirty="0"/>
              <a:t>: Detecting faults or events in smart devices and industrial equipment.</a:t>
            </a:r>
          </a:p>
          <a:p>
            <a:endParaRPr lang="en-US" dirty="0"/>
          </a:p>
        </p:txBody>
      </p:sp>
    </p:spTree>
    <p:extLst>
      <p:ext uri="{BB962C8B-B14F-4D97-AF65-F5344CB8AC3E}">
        <p14:creationId xmlns:p14="http://schemas.microsoft.com/office/powerpoint/2010/main" val="12808155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3A71B2-A34A-1C10-87B3-9F5F173637E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3A27FAF-4A51-7F73-58C7-CACCF5D3D941}"/>
              </a:ext>
            </a:extLst>
          </p:cNvPr>
          <p:cNvSpPr>
            <a:spLocks noGrp="1"/>
          </p:cNvSpPr>
          <p:nvPr>
            <p:ph idx="1"/>
          </p:nvPr>
        </p:nvSpPr>
        <p:spPr/>
        <p:txBody>
          <a:bodyPr>
            <a:normAutofit fontScale="92500" lnSpcReduction="10000"/>
          </a:bodyPr>
          <a:lstStyle/>
          <a:p>
            <a:pPr marL="0" indent="0">
              <a:buNone/>
            </a:pPr>
            <a:r>
              <a:rPr lang="en-US" b="1" dirty="0"/>
              <a:t>4. Healthcare and Medical Diagnosis</a:t>
            </a:r>
          </a:p>
          <a:p>
            <a:r>
              <a:rPr lang="en-US" dirty="0"/>
              <a:t>Sequential classification is used to analyze time-series medical data or classify sequential patterns in health records.</a:t>
            </a:r>
          </a:p>
          <a:p>
            <a:pPr>
              <a:buFont typeface="Arial" panose="020B0604020202020204" pitchFamily="34" charset="0"/>
              <a:buChar char="•"/>
            </a:pPr>
            <a:r>
              <a:rPr lang="en-US" b="1" dirty="0"/>
              <a:t>Electrocardiogram (ECG) Analysis</a:t>
            </a:r>
            <a:r>
              <a:rPr lang="en-US" dirty="0"/>
              <a:t>: Classifying heartbeats into normal or abnormal rhythms (e.g., arrhythmia detection).</a:t>
            </a:r>
          </a:p>
          <a:p>
            <a:pPr>
              <a:buFont typeface="Arial" panose="020B0604020202020204" pitchFamily="34" charset="0"/>
              <a:buChar char="•"/>
            </a:pPr>
            <a:r>
              <a:rPr lang="en-US" b="1" dirty="0"/>
              <a:t>Electroencephalogram (EEG) Analysis</a:t>
            </a:r>
            <a:r>
              <a:rPr lang="en-US" dirty="0"/>
              <a:t>: Identifying seizures or brain activity patterns.</a:t>
            </a:r>
          </a:p>
          <a:p>
            <a:pPr>
              <a:buFont typeface="Arial" panose="020B0604020202020204" pitchFamily="34" charset="0"/>
              <a:buChar char="•"/>
            </a:pPr>
            <a:r>
              <a:rPr lang="en-US" b="1" dirty="0"/>
              <a:t>Disease Progression Prediction</a:t>
            </a:r>
            <a:r>
              <a:rPr lang="en-US" dirty="0"/>
              <a:t>: Classifying stages of diseases from patient history data.</a:t>
            </a:r>
          </a:p>
          <a:p>
            <a:pPr>
              <a:buFont typeface="Arial" panose="020B0604020202020204" pitchFamily="34" charset="0"/>
              <a:buChar char="•"/>
            </a:pPr>
            <a:r>
              <a:rPr lang="en-US" b="1" dirty="0"/>
              <a:t>Health Monitoring</a:t>
            </a:r>
            <a:r>
              <a:rPr lang="en-US" dirty="0"/>
              <a:t>: Identifying patterns in wearable device data (e.g., step count, heart rate).</a:t>
            </a:r>
          </a:p>
          <a:p>
            <a:endParaRPr lang="en-US" dirty="0"/>
          </a:p>
        </p:txBody>
      </p:sp>
    </p:spTree>
    <p:extLst>
      <p:ext uri="{BB962C8B-B14F-4D97-AF65-F5344CB8AC3E}">
        <p14:creationId xmlns:p14="http://schemas.microsoft.com/office/powerpoint/2010/main" val="218027120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462</Words>
  <Application>Microsoft Office PowerPoint</Application>
  <PresentationFormat>Widescreen</PresentationFormat>
  <Paragraphs>27</Paragraphs>
  <Slides>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Aptos</vt:lpstr>
      <vt:lpstr>Aptos Display</vt:lpstr>
      <vt:lpstr>Arial</vt:lpstr>
      <vt:lpstr>Office Theme</vt:lpstr>
      <vt:lpstr>Sequential classification tasks</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Kriti Ohri</dc:creator>
  <cp:lastModifiedBy>Kriti Ohri</cp:lastModifiedBy>
  <cp:revision>1</cp:revision>
  <dcterms:created xsi:type="dcterms:W3CDTF">2024-11-17T03:26:47Z</dcterms:created>
  <dcterms:modified xsi:type="dcterms:W3CDTF">2024-11-17T03:28:08Z</dcterms:modified>
</cp:coreProperties>
</file>