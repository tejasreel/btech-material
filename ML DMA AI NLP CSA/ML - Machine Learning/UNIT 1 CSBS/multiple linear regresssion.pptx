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9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29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jp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jp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9.png"/><Relationship Id="rId21" Type="http://schemas.openxmlformats.org/officeDocument/2006/relationships/image" Target="../media/image96.png"/><Relationship Id="rId7" Type="http://schemas.openxmlformats.org/officeDocument/2006/relationships/image" Target="../media/image83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8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80.png"/><Relationship Id="rId9" Type="http://schemas.openxmlformats.org/officeDocument/2006/relationships/image" Target="../media/image24.jp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9514" y="1497584"/>
            <a:ext cx="3206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Calibri"/>
                <a:cs typeface="Calibri"/>
              </a:rPr>
              <a:t>MULTIPLE </a:t>
            </a:r>
            <a:r>
              <a:rPr sz="1800" b="1" dirty="0">
                <a:solidFill>
                  <a:srgbClr val="0000FF"/>
                </a:solidFill>
                <a:latin typeface="Calibri"/>
                <a:cs typeface="Calibri"/>
              </a:rPr>
              <a:t>REGRESSION</a:t>
            </a:r>
            <a:r>
              <a:rPr sz="18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18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18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1355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65" dirty="0"/>
              <a:t> </a:t>
            </a:r>
            <a:r>
              <a:rPr spc="-10" dirty="0"/>
              <a:t>regression</a:t>
            </a:r>
            <a:r>
              <a:rPr spc="-85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036" y="1286255"/>
            <a:ext cx="6487668" cy="1021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024" y="2939795"/>
            <a:ext cx="6449568" cy="10203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663" rIns="0" bIns="0" rtlCol="0">
            <a:spAutoFit/>
          </a:bodyPr>
          <a:lstStyle/>
          <a:p>
            <a:pPr marL="71628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10" dirty="0"/>
              <a:t>estimation</a:t>
            </a:r>
            <a:r>
              <a:rPr spc="-85" dirty="0"/>
              <a:t> </a:t>
            </a:r>
            <a:r>
              <a:rPr dirty="0"/>
              <a:t>process</a:t>
            </a:r>
            <a:r>
              <a:rPr spc="-7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multiple</a:t>
            </a:r>
            <a:r>
              <a:rPr spc="-80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848" y="786383"/>
            <a:ext cx="4966715" cy="38084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927860">
              <a:lnSpc>
                <a:spcPct val="100000"/>
              </a:lnSpc>
              <a:spcBef>
                <a:spcPts val="95"/>
              </a:spcBef>
            </a:pPr>
            <a:r>
              <a:rPr dirty="0"/>
              <a:t>Simple</a:t>
            </a:r>
            <a:r>
              <a:rPr spc="-55" dirty="0"/>
              <a:t> </a:t>
            </a:r>
            <a:r>
              <a:rPr dirty="0"/>
              <a:t>vs</a:t>
            </a:r>
            <a:r>
              <a:rPr spc="-70" dirty="0"/>
              <a:t>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16913"/>
            <a:ext cx="8065770" cy="1614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93700" marR="338455" indent="-342900">
              <a:lnSpc>
                <a:spcPct val="101000"/>
              </a:lnSpc>
              <a:spcBef>
                <a:spcPts val="80"/>
              </a:spcBef>
              <a:buFont typeface="Arial MT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Symbol"/>
                <a:cs typeface="Symbol"/>
              </a:rPr>
              <a:t></a:t>
            </a:r>
            <a:r>
              <a:rPr sz="1950" spc="11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1950" spc="17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estimate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1950" baseline="-21367" dirty="0">
                <a:latin typeface="Calibri"/>
                <a:cs typeface="Calibri"/>
              </a:rPr>
              <a:t>0</a:t>
            </a:r>
            <a:r>
              <a:rPr sz="1950" spc="-3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1950" spc="-37" baseline="-21367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93700" marR="55880" indent="-34290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inference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1950" spc="-15" baseline="-21367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,b</a:t>
            </a:r>
            <a:r>
              <a:rPr sz="1950" spc="-15" baseline="-21367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-21367" dirty="0">
                <a:latin typeface="Calibri"/>
                <a:cs typeface="Calibri"/>
              </a:rPr>
              <a:t>p</a:t>
            </a:r>
            <a:r>
              <a:rPr sz="1950" spc="179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denoting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</a:t>
            </a:r>
            <a:endParaRPr sz="20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latin typeface="Symbol"/>
                <a:cs typeface="Symbol"/>
              </a:rPr>
              <a:t>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1950" baseline="-21367" dirty="0">
                <a:latin typeface="Calibri"/>
                <a:cs typeface="Calibri"/>
              </a:rPr>
              <a:t>0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1950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 .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1950" spc="-37" baseline="-21367" dirty="0">
                <a:latin typeface="Calibri"/>
                <a:cs typeface="Calibri"/>
              </a:rPr>
              <a:t>p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38887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Least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Squares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765450"/>
            <a:ext cx="5282184" cy="1000721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38887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Least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Squares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0" y="2107692"/>
            <a:ext cx="3924300" cy="5543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7145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An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Example: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Trucking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Company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3594"/>
            <a:ext cx="7800340" cy="167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illustration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analysis,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Trucking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Company.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business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involves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deliveries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throughout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area.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daily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travel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their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drivers.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194" y="4031996"/>
            <a:ext cx="3224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Source: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Statistics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Business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Economics,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2012, </a:t>
            </a:r>
            <a:r>
              <a:rPr sz="1000" spc="-10" dirty="0">
                <a:latin typeface="Calibri"/>
                <a:cs typeface="Calibri"/>
              </a:rPr>
              <a:t>Anderson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5416" y="2933826"/>
            <a:ext cx="1306830" cy="49530"/>
          </a:xfrm>
          <a:custGeom>
            <a:avLst/>
            <a:gdLst/>
            <a:ahLst/>
            <a:cxnLst/>
            <a:rect l="l" t="t" r="r" b="b"/>
            <a:pathLst>
              <a:path w="1306830" h="49530">
                <a:moveTo>
                  <a:pt x="383693" y="9525"/>
                </a:moveTo>
                <a:lnTo>
                  <a:pt x="209100" y="9525"/>
                </a:lnTo>
                <a:lnTo>
                  <a:pt x="220784" y="9652"/>
                </a:lnTo>
                <a:lnTo>
                  <a:pt x="234119" y="9906"/>
                </a:lnTo>
                <a:lnTo>
                  <a:pt x="233992" y="9906"/>
                </a:lnTo>
                <a:lnTo>
                  <a:pt x="247073" y="10287"/>
                </a:lnTo>
                <a:lnTo>
                  <a:pt x="260027" y="10795"/>
                </a:lnTo>
                <a:lnTo>
                  <a:pt x="313621" y="13716"/>
                </a:lnTo>
                <a:lnTo>
                  <a:pt x="386265" y="20447"/>
                </a:lnTo>
                <a:lnTo>
                  <a:pt x="433001" y="25781"/>
                </a:lnTo>
                <a:lnTo>
                  <a:pt x="448495" y="27686"/>
                </a:lnTo>
                <a:lnTo>
                  <a:pt x="479102" y="31115"/>
                </a:lnTo>
                <a:lnTo>
                  <a:pt x="545142" y="37211"/>
                </a:lnTo>
                <a:lnTo>
                  <a:pt x="631586" y="43815"/>
                </a:lnTo>
                <a:lnTo>
                  <a:pt x="706051" y="47879"/>
                </a:lnTo>
                <a:lnTo>
                  <a:pt x="767392" y="49149"/>
                </a:lnTo>
                <a:lnTo>
                  <a:pt x="789998" y="49149"/>
                </a:lnTo>
                <a:lnTo>
                  <a:pt x="1055809" y="44958"/>
                </a:lnTo>
                <a:lnTo>
                  <a:pt x="1098989" y="44323"/>
                </a:lnTo>
                <a:lnTo>
                  <a:pt x="1139586" y="43815"/>
                </a:lnTo>
                <a:lnTo>
                  <a:pt x="1232565" y="43815"/>
                </a:lnTo>
                <a:lnTo>
                  <a:pt x="1244531" y="42799"/>
                </a:lnTo>
                <a:lnTo>
                  <a:pt x="1244912" y="42672"/>
                </a:lnTo>
                <a:lnTo>
                  <a:pt x="1257866" y="40893"/>
                </a:lnTo>
                <a:lnTo>
                  <a:pt x="1258247" y="40893"/>
                </a:lnTo>
                <a:lnTo>
                  <a:pt x="1268534" y="38862"/>
                </a:lnTo>
                <a:lnTo>
                  <a:pt x="1268915" y="38862"/>
                </a:lnTo>
                <a:lnTo>
                  <a:pt x="1274070" y="37592"/>
                </a:lnTo>
                <a:lnTo>
                  <a:pt x="767519" y="37592"/>
                </a:lnTo>
                <a:lnTo>
                  <a:pt x="746564" y="37465"/>
                </a:lnTo>
                <a:lnTo>
                  <a:pt x="725736" y="36956"/>
                </a:lnTo>
                <a:lnTo>
                  <a:pt x="725863" y="36956"/>
                </a:lnTo>
                <a:lnTo>
                  <a:pt x="706432" y="36322"/>
                </a:lnTo>
                <a:lnTo>
                  <a:pt x="669221" y="34671"/>
                </a:lnTo>
                <a:lnTo>
                  <a:pt x="651060" y="33655"/>
                </a:lnTo>
                <a:lnTo>
                  <a:pt x="634169" y="32512"/>
                </a:lnTo>
                <a:lnTo>
                  <a:pt x="614227" y="31113"/>
                </a:lnTo>
                <a:lnTo>
                  <a:pt x="537680" y="25100"/>
                </a:lnTo>
                <a:lnTo>
                  <a:pt x="495993" y="21462"/>
                </a:lnTo>
                <a:lnTo>
                  <a:pt x="464751" y="18415"/>
                </a:lnTo>
                <a:lnTo>
                  <a:pt x="383693" y="9525"/>
                </a:lnTo>
                <a:close/>
              </a:path>
              <a:path w="1306830" h="49530">
                <a:moveTo>
                  <a:pt x="1230688" y="43942"/>
                </a:moveTo>
                <a:lnTo>
                  <a:pt x="1159314" y="43942"/>
                </a:lnTo>
                <a:lnTo>
                  <a:pt x="1196779" y="44704"/>
                </a:lnTo>
                <a:lnTo>
                  <a:pt x="1214686" y="44577"/>
                </a:lnTo>
                <a:lnTo>
                  <a:pt x="1230688" y="43942"/>
                </a:lnTo>
                <a:close/>
              </a:path>
              <a:path w="1306830" h="49530">
                <a:moveTo>
                  <a:pt x="1232565" y="43815"/>
                </a:moveTo>
                <a:lnTo>
                  <a:pt x="1139586" y="43815"/>
                </a:lnTo>
                <a:lnTo>
                  <a:pt x="1159441" y="43942"/>
                </a:lnTo>
                <a:lnTo>
                  <a:pt x="1231069" y="43942"/>
                </a:lnTo>
                <a:lnTo>
                  <a:pt x="1232565" y="43815"/>
                </a:lnTo>
                <a:close/>
              </a:path>
              <a:path w="1306830" h="49530">
                <a:moveTo>
                  <a:pt x="1139502" y="30606"/>
                </a:moveTo>
                <a:lnTo>
                  <a:pt x="1109022" y="31115"/>
                </a:lnTo>
                <a:lnTo>
                  <a:pt x="1098735" y="31242"/>
                </a:lnTo>
                <a:lnTo>
                  <a:pt x="922332" y="35433"/>
                </a:lnTo>
                <a:lnTo>
                  <a:pt x="834067" y="37084"/>
                </a:lnTo>
                <a:lnTo>
                  <a:pt x="834194" y="37084"/>
                </a:lnTo>
                <a:lnTo>
                  <a:pt x="789871" y="37592"/>
                </a:lnTo>
                <a:lnTo>
                  <a:pt x="1274070" y="37592"/>
                </a:lnTo>
                <a:lnTo>
                  <a:pt x="1277678" y="36703"/>
                </a:lnTo>
                <a:lnTo>
                  <a:pt x="1277932" y="36575"/>
                </a:lnTo>
                <a:lnTo>
                  <a:pt x="1285044" y="34543"/>
                </a:lnTo>
                <a:lnTo>
                  <a:pt x="1285298" y="34417"/>
                </a:lnTo>
                <a:lnTo>
                  <a:pt x="1291013" y="32512"/>
                </a:lnTo>
                <a:lnTo>
                  <a:pt x="1292664" y="31750"/>
                </a:lnTo>
                <a:lnTo>
                  <a:pt x="1293648" y="31115"/>
                </a:lnTo>
                <a:lnTo>
                  <a:pt x="1196779" y="31115"/>
                </a:lnTo>
                <a:lnTo>
                  <a:pt x="1139502" y="30606"/>
                </a:lnTo>
                <a:close/>
              </a:path>
              <a:path w="1306830" h="49530">
                <a:moveTo>
                  <a:pt x="1196861" y="31113"/>
                </a:moveTo>
                <a:lnTo>
                  <a:pt x="1197033" y="31115"/>
                </a:lnTo>
                <a:lnTo>
                  <a:pt x="1196861" y="31113"/>
                </a:lnTo>
                <a:close/>
              </a:path>
              <a:path w="1306830" h="49530">
                <a:moveTo>
                  <a:pt x="1243261" y="28829"/>
                </a:moveTo>
                <a:lnTo>
                  <a:pt x="1229799" y="30099"/>
                </a:lnTo>
                <a:lnTo>
                  <a:pt x="1230053" y="30099"/>
                </a:lnTo>
                <a:lnTo>
                  <a:pt x="1214305" y="30861"/>
                </a:lnTo>
                <a:lnTo>
                  <a:pt x="1214559" y="30861"/>
                </a:lnTo>
                <a:lnTo>
                  <a:pt x="1196861" y="31113"/>
                </a:lnTo>
                <a:lnTo>
                  <a:pt x="1293650" y="31113"/>
                </a:lnTo>
                <a:lnTo>
                  <a:pt x="1296601" y="29210"/>
                </a:lnTo>
                <a:lnTo>
                  <a:pt x="1296957" y="28956"/>
                </a:lnTo>
                <a:lnTo>
                  <a:pt x="1242880" y="28956"/>
                </a:lnTo>
                <a:lnTo>
                  <a:pt x="1243261" y="28829"/>
                </a:lnTo>
                <a:close/>
              </a:path>
              <a:path w="1306830" h="49530">
                <a:moveTo>
                  <a:pt x="1255834" y="26924"/>
                </a:moveTo>
                <a:lnTo>
                  <a:pt x="1242880" y="28956"/>
                </a:lnTo>
                <a:lnTo>
                  <a:pt x="1296957" y="28956"/>
                </a:lnTo>
                <a:lnTo>
                  <a:pt x="1297490" y="28575"/>
                </a:lnTo>
                <a:lnTo>
                  <a:pt x="1299283" y="27050"/>
                </a:lnTo>
                <a:lnTo>
                  <a:pt x="1255453" y="27050"/>
                </a:lnTo>
                <a:lnTo>
                  <a:pt x="1255834" y="26924"/>
                </a:lnTo>
                <a:close/>
              </a:path>
              <a:path w="1306830" h="49530">
                <a:moveTo>
                  <a:pt x="1301935" y="25018"/>
                </a:moveTo>
                <a:lnTo>
                  <a:pt x="1265135" y="25018"/>
                </a:lnTo>
                <a:lnTo>
                  <a:pt x="1255453" y="27050"/>
                </a:lnTo>
                <a:lnTo>
                  <a:pt x="1299283" y="27050"/>
                </a:lnTo>
                <a:lnTo>
                  <a:pt x="1300030" y="26416"/>
                </a:lnTo>
                <a:lnTo>
                  <a:pt x="1300954" y="25654"/>
                </a:lnTo>
                <a:lnTo>
                  <a:pt x="1300792" y="25654"/>
                </a:lnTo>
                <a:lnTo>
                  <a:pt x="1301554" y="25146"/>
                </a:lnTo>
                <a:lnTo>
                  <a:pt x="1301681" y="25146"/>
                </a:lnTo>
                <a:lnTo>
                  <a:pt x="1301935" y="25018"/>
                </a:lnTo>
                <a:close/>
              </a:path>
              <a:path w="1306830" h="49530">
                <a:moveTo>
                  <a:pt x="1300053" y="26416"/>
                </a:moveTo>
                <a:lnTo>
                  <a:pt x="1299903" y="26543"/>
                </a:lnTo>
                <a:lnTo>
                  <a:pt x="1300053" y="26416"/>
                </a:lnTo>
                <a:close/>
              </a:path>
              <a:path w="1306830" h="49530">
                <a:moveTo>
                  <a:pt x="1301554" y="25146"/>
                </a:moveTo>
                <a:lnTo>
                  <a:pt x="1300792" y="25654"/>
                </a:lnTo>
                <a:lnTo>
                  <a:pt x="1301329" y="25336"/>
                </a:lnTo>
                <a:lnTo>
                  <a:pt x="1301554" y="25146"/>
                </a:lnTo>
                <a:close/>
              </a:path>
              <a:path w="1306830" h="49530">
                <a:moveTo>
                  <a:pt x="1301104" y="25527"/>
                </a:moveTo>
                <a:lnTo>
                  <a:pt x="1300792" y="25654"/>
                </a:lnTo>
                <a:lnTo>
                  <a:pt x="1300954" y="25654"/>
                </a:lnTo>
                <a:lnTo>
                  <a:pt x="1301104" y="25527"/>
                </a:lnTo>
                <a:close/>
              </a:path>
              <a:path w="1306830" h="49530">
                <a:moveTo>
                  <a:pt x="1301224" y="25425"/>
                </a:moveTo>
                <a:lnTo>
                  <a:pt x="1301046" y="25527"/>
                </a:lnTo>
                <a:lnTo>
                  <a:pt x="1301224" y="25425"/>
                </a:lnTo>
                <a:close/>
              </a:path>
              <a:path w="1306830" h="49530">
                <a:moveTo>
                  <a:pt x="1301681" y="25146"/>
                </a:moveTo>
                <a:lnTo>
                  <a:pt x="1301554" y="25146"/>
                </a:lnTo>
                <a:lnTo>
                  <a:pt x="1301263" y="25392"/>
                </a:lnTo>
                <a:lnTo>
                  <a:pt x="1301681" y="25146"/>
                </a:lnTo>
                <a:close/>
              </a:path>
              <a:path w="1306830" h="49530">
                <a:moveTo>
                  <a:pt x="1302302" y="24892"/>
                </a:moveTo>
                <a:lnTo>
                  <a:pt x="1265740" y="24892"/>
                </a:lnTo>
                <a:lnTo>
                  <a:pt x="1265232" y="25018"/>
                </a:lnTo>
                <a:lnTo>
                  <a:pt x="1301935" y="25018"/>
                </a:lnTo>
                <a:lnTo>
                  <a:pt x="1301793" y="25100"/>
                </a:lnTo>
                <a:lnTo>
                  <a:pt x="1302302" y="24892"/>
                </a:lnTo>
                <a:close/>
              </a:path>
              <a:path w="1306830" h="49530">
                <a:moveTo>
                  <a:pt x="1265543" y="24933"/>
                </a:moveTo>
                <a:lnTo>
                  <a:pt x="1265135" y="25018"/>
                </a:lnTo>
                <a:lnTo>
                  <a:pt x="1265543" y="24933"/>
                </a:lnTo>
                <a:close/>
              </a:path>
              <a:path w="1306830" h="49530">
                <a:moveTo>
                  <a:pt x="1305406" y="22606"/>
                </a:moveTo>
                <a:lnTo>
                  <a:pt x="1273995" y="22606"/>
                </a:lnTo>
                <a:lnTo>
                  <a:pt x="1273614" y="22733"/>
                </a:lnTo>
                <a:lnTo>
                  <a:pt x="1265543" y="24933"/>
                </a:lnTo>
                <a:lnTo>
                  <a:pt x="1265740" y="24892"/>
                </a:lnTo>
                <a:lnTo>
                  <a:pt x="1302302" y="24892"/>
                </a:lnTo>
                <a:lnTo>
                  <a:pt x="1304475" y="24003"/>
                </a:lnTo>
                <a:lnTo>
                  <a:pt x="1305406" y="22606"/>
                </a:lnTo>
                <a:close/>
              </a:path>
              <a:path w="1306830" h="49530">
                <a:moveTo>
                  <a:pt x="1273903" y="22631"/>
                </a:moveTo>
                <a:lnTo>
                  <a:pt x="1273534" y="22733"/>
                </a:lnTo>
                <a:lnTo>
                  <a:pt x="1273903" y="22631"/>
                </a:lnTo>
                <a:close/>
              </a:path>
              <a:path w="1306830" h="49530">
                <a:moveTo>
                  <a:pt x="1284879" y="18646"/>
                </a:moveTo>
                <a:lnTo>
                  <a:pt x="1280218" y="20447"/>
                </a:lnTo>
                <a:lnTo>
                  <a:pt x="1273903" y="22631"/>
                </a:lnTo>
                <a:lnTo>
                  <a:pt x="1305406" y="22606"/>
                </a:lnTo>
                <a:lnTo>
                  <a:pt x="1306168" y="21462"/>
                </a:lnTo>
                <a:lnTo>
                  <a:pt x="1306292" y="20447"/>
                </a:lnTo>
                <a:lnTo>
                  <a:pt x="1306347" y="19177"/>
                </a:lnTo>
                <a:lnTo>
                  <a:pt x="1284155" y="19177"/>
                </a:lnTo>
                <a:lnTo>
                  <a:pt x="1284879" y="18646"/>
                </a:lnTo>
                <a:close/>
              </a:path>
              <a:path w="1306830" h="49530">
                <a:moveTo>
                  <a:pt x="1280472" y="20320"/>
                </a:moveTo>
                <a:lnTo>
                  <a:pt x="1280111" y="20447"/>
                </a:lnTo>
                <a:lnTo>
                  <a:pt x="1280472" y="20320"/>
                </a:lnTo>
                <a:close/>
              </a:path>
              <a:path w="1306830" h="49530">
                <a:moveTo>
                  <a:pt x="1285806" y="18287"/>
                </a:moveTo>
                <a:lnTo>
                  <a:pt x="1284879" y="18646"/>
                </a:lnTo>
                <a:lnTo>
                  <a:pt x="1284155" y="19177"/>
                </a:lnTo>
                <a:lnTo>
                  <a:pt x="1285806" y="18287"/>
                </a:lnTo>
                <a:close/>
              </a:path>
              <a:path w="1306830" h="49530">
                <a:moveTo>
                  <a:pt x="1306391" y="18287"/>
                </a:moveTo>
                <a:lnTo>
                  <a:pt x="1285806" y="18287"/>
                </a:lnTo>
                <a:lnTo>
                  <a:pt x="1284155" y="19177"/>
                </a:lnTo>
                <a:lnTo>
                  <a:pt x="1306347" y="19177"/>
                </a:lnTo>
                <a:lnTo>
                  <a:pt x="1306391" y="18287"/>
                </a:lnTo>
                <a:close/>
              </a:path>
              <a:path w="1306830" h="49530">
                <a:moveTo>
                  <a:pt x="1287812" y="16495"/>
                </a:moveTo>
                <a:lnTo>
                  <a:pt x="1284879" y="18646"/>
                </a:lnTo>
                <a:lnTo>
                  <a:pt x="1285806" y="18287"/>
                </a:lnTo>
                <a:lnTo>
                  <a:pt x="1306391" y="18287"/>
                </a:lnTo>
                <a:lnTo>
                  <a:pt x="1306480" y="17272"/>
                </a:lnTo>
                <a:lnTo>
                  <a:pt x="1287076" y="17272"/>
                </a:lnTo>
                <a:lnTo>
                  <a:pt x="1287812" y="16495"/>
                </a:lnTo>
                <a:close/>
              </a:path>
              <a:path w="1306830" h="49530">
                <a:moveTo>
                  <a:pt x="114122" y="14605"/>
                </a:moveTo>
                <a:lnTo>
                  <a:pt x="7297" y="14605"/>
                </a:lnTo>
                <a:lnTo>
                  <a:pt x="8567" y="14731"/>
                </a:lnTo>
                <a:lnTo>
                  <a:pt x="10726" y="14986"/>
                </a:lnTo>
                <a:lnTo>
                  <a:pt x="14663" y="15240"/>
                </a:lnTo>
                <a:lnTo>
                  <a:pt x="17584" y="15367"/>
                </a:lnTo>
                <a:lnTo>
                  <a:pt x="20759" y="15621"/>
                </a:lnTo>
                <a:lnTo>
                  <a:pt x="24696" y="15875"/>
                </a:lnTo>
                <a:lnTo>
                  <a:pt x="29014" y="16256"/>
                </a:lnTo>
                <a:lnTo>
                  <a:pt x="43111" y="17145"/>
                </a:lnTo>
                <a:lnTo>
                  <a:pt x="49969" y="17399"/>
                </a:lnTo>
                <a:lnTo>
                  <a:pt x="62796" y="17653"/>
                </a:lnTo>
                <a:lnTo>
                  <a:pt x="69019" y="17653"/>
                </a:lnTo>
                <a:lnTo>
                  <a:pt x="69146" y="17525"/>
                </a:lnTo>
                <a:lnTo>
                  <a:pt x="76639" y="17399"/>
                </a:lnTo>
                <a:lnTo>
                  <a:pt x="91117" y="16637"/>
                </a:lnTo>
                <a:lnTo>
                  <a:pt x="99372" y="16002"/>
                </a:lnTo>
                <a:lnTo>
                  <a:pt x="114122" y="14605"/>
                </a:lnTo>
                <a:close/>
              </a:path>
              <a:path w="1306830" h="49530">
                <a:moveTo>
                  <a:pt x="1287965" y="16383"/>
                </a:moveTo>
                <a:lnTo>
                  <a:pt x="1287812" y="16495"/>
                </a:lnTo>
                <a:lnTo>
                  <a:pt x="1287076" y="17272"/>
                </a:lnTo>
                <a:lnTo>
                  <a:pt x="1287965" y="16383"/>
                </a:lnTo>
                <a:close/>
              </a:path>
              <a:path w="1306830" h="49530">
                <a:moveTo>
                  <a:pt x="1306557" y="16383"/>
                </a:moveTo>
                <a:lnTo>
                  <a:pt x="1287965" y="16383"/>
                </a:lnTo>
                <a:lnTo>
                  <a:pt x="1287076" y="17272"/>
                </a:lnTo>
                <a:lnTo>
                  <a:pt x="1306480" y="17272"/>
                </a:lnTo>
                <a:lnTo>
                  <a:pt x="1306557" y="16383"/>
                </a:lnTo>
                <a:close/>
              </a:path>
              <a:path w="1306830" h="49530">
                <a:moveTo>
                  <a:pt x="1300157" y="9525"/>
                </a:moveTo>
                <a:lnTo>
                  <a:pt x="1296982" y="9525"/>
                </a:lnTo>
                <a:lnTo>
                  <a:pt x="1294442" y="10922"/>
                </a:lnTo>
                <a:lnTo>
                  <a:pt x="1292791" y="11937"/>
                </a:lnTo>
                <a:lnTo>
                  <a:pt x="1291775" y="12700"/>
                </a:lnTo>
                <a:lnTo>
                  <a:pt x="1291267" y="13208"/>
                </a:lnTo>
                <a:lnTo>
                  <a:pt x="1289616" y="14731"/>
                </a:lnTo>
                <a:lnTo>
                  <a:pt x="1289362" y="14859"/>
                </a:lnTo>
                <a:lnTo>
                  <a:pt x="1287812" y="16495"/>
                </a:lnTo>
                <a:lnTo>
                  <a:pt x="1287965" y="16383"/>
                </a:lnTo>
                <a:lnTo>
                  <a:pt x="1306557" y="16383"/>
                </a:lnTo>
                <a:lnTo>
                  <a:pt x="1306496" y="15240"/>
                </a:lnTo>
                <a:lnTo>
                  <a:pt x="1305110" y="12700"/>
                </a:lnTo>
                <a:lnTo>
                  <a:pt x="1302697" y="11175"/>
                </a:lnTo>
                <a:lnTo>
                  <a:pt x="1300157" y="9525"/>
                </a:lnTo>
                <a:close/>
              </a:path>
              <a:path w="1306830" h="49530">
                <a:moveTo>
                  <a:pt x="4376" y="5461"/>
                </a:moveTo>
                <a:lnTo>
                  <a:pt x="0" y="10922"/>
                </a:lnTo>
                <a:lnTo>
                  <a:pt x="1709" y="13970"/>
                </a:lnTo>
                <a:lnTo>
                  <a:pt x="3487" y="14859"/>
                </a:lnTo>
                <a:lnTo>
                  <a:pt x="5392" y="14731"/>
                </a:lnTo>
                <a:lnTo>
                  <a:pt x="6408" y="14605"/>
                </a:lnTo>
                <a:lnTo>
                  <a:pt x="114122" y="14605"/>
                </a:lnTo>
                <a:lnTo>
                  <a:pt x="118422" y="14224"/>
                </a:lnTo>
                <a:lnTo>
                  <a:pt x="128582" y="13208"/>
                </a:lnTo>
                <a:lnTo>
                  <a:pt x="139885" y="12192"/>
                </a:lnTo>
                <a:lnTo>
                  <a:pt x="150934" y="11303"/>
                </a:lnTo>
                <a:lnTo>
                  <a:pt x="160840" y="10668"/>
                </a:lnTo>
                <a:lnTo>
                  <a:pt x="173032" y="10033"/>
                </a:lnTo>
                <a:lnTo>
                  <a:pt x="184462" y="9652"/>
                </a:lnTo>
                <a:lnTo>
                  <a:pt x="184335" y="9652"/>
                </a:lnTo>
                <a:lnTo>
                  <a:pt x="196273" y="9525"/>
                </a:lnTo>
                <a:lnTo>
                  <a:pt x="383693" y="9525"/>
                </a:lnTo>
                <a:lnTo>
                  <a:pt x="382455" y="9398"/>
                </a:lnTo>
                <a:lnTo>
                  <a:pt x="55684" y="9398"/>
                </a:lnTo>
                <a:lnTo>
                  <a:pt x="50223" y="9271"/>
                </a:lnTo>
                <a:lnTo>
                  <a:pt x="50350" y="9271"/>
                </a:lnTo>
                <a:lnTo>
                  <a:pt x="39174" y="8890"/>
                </a:lnTo>
                <a:lnTo>
                  <a:pt x="29522" y="8255"/>
                </a:lnTo>
                <a:lnTo>
                  <a:pt x="25204" y="7874"/>
                </a:lnTo>
                <a:lnTo>
                  <a:pt x="25331" y="7874"/>
                </a:lnTo>
                <a:lnTo>
                  <a:pt x="21394" y="7620"/>
                </a:lnTo>
                <a:lnTo>
                  <a:pt x="18092" y="7366"/>
                </a:lnTo>
                <a:lnTo>
                  <a:pt x="18219" y="7366"/>
                </a:lnTo>
                <a:lnTo>
                  <a:pt x="15298" y="7112"/>
                </a:lnTo>
                <a:lnTo>
                  <a:pt x="15425" y="7112"/>
                </a:lnTo>
                <a:lnTo>
                  <a:pt x="13266" y="6858"/>
                </a:lnTo>
                <a:lnTo>
                  <a:pt x="11488" y="6604"/>
                </a:lnTo>
                <a:lnTo>
                  <a:pt x="9329" y="6477"/>
                </a:lnTo>
                <a:lnTo>
                  <a:pt x="7932" y="6350"/>
                </a:lnTo>
                <a:lnTo>
                  <a:pt x="8186" y="6350"/>
                </a:lnTo>
                <a:lnTo>
                  <a:pt x="7297" y="6223"/>
                </a:lnTo>
                <a:lnTo>
                  <a:pt x="7170" y="6223"/>
                </a:lnTo>
                <a:lnTo>
                  <a:pt x="6408" y="6096"/>
                </a:lnTo>
                <a:lnTo>
                  <a:pt x="6662" y="6096"/>
                </a:lnTo>
                <a:lnTo>
                  <a:pt x="6154" y="5968"/>
                </a:lnTo>
                <a:lnTo>
                  <a:pt x="4376" y="5461"/>
                </a:lnTo>
                <a:close/>
              </a:path>
              <a:path w="1306830" h="49530">
                <a:moveTo>
                  <a:pt x="220784" y="0"/>
                </a:moveTo>
                <a:lnTo>
                  <a:pt x="209100" y="0"/>
                </a:lnTo>
                <a:lnTo>
                  <a:pt x="184208" y="508"/>
                </a:lnTo>
                <a:lnTo>
                  <a:pt x="160332" y="1650"/>
                </a:lnTo>
                <a:lnTo>
                  <a:pt x="150172" y="2286"/>
                </a:lnTo>
                <a:lnTo>
                  <a:pt x="98610" y="7366"/>
                </a:lnTo>
                <a:lnTo>
                  <a:pt x="98737" y="7366"/>
                </a:lnTo>
                <a:lnTo>
                  <a:pt x="90482" y="8128"/>
                </a:lnTo>
                <a:lnTo>
                  <a:pt x="83370" y="8636"/>
                </a:lnTo>
                <a:lnTo>
                  <a:pt x="76258" y="9017"/>
                </a:lnTo>
                <a:lnTo>
                  <a:pt x="68765" y="9271"/>
                </a:lnTo>
                <a:lnTo>
                  <a:pt x="62796" y="9398"/>
                </a:lnTo>
                <a:lnTo>
                  <a:pt x="382455" y="9398"/>
                </a:lnTo>
                <a:lnTo>
                  <a:pt x="357309" y="6858"/>
                </a:lnTo>
                <a:lnTo>
                  <a:pt x="328480" y="4445"/>
                </a:lnTo>
                <a:lnTo>
                  <a:pt x="314383" y="3429"/>
                </a:lnTo>
                <a:lnTo>
                  <a:pt x="286951" y="1905"/>
                </a:lnTo>
                <a:lnTo>
                  <a:pt x="234246" y="127"/>
                </a:lnTo>
                <a:lnTo>
                  <a:pt x="220784" y="0"/>
                </a:lnTo>
                <a:close/>
              </a:path>
              <a:path w="1306830" h="49530">
                <a:moveTo>
                  <a:pt x="6408" y="6096"/>
                </a:moveTo>
                <a:lnTo>
                  <a:pt x="7170" y="6223"/>
                </a:lnTo>
                <a:lnTo>
                  <a:pt x="7001" y="6180"/>
                </a:lnTo>
                <a:lnTo>
                  <a:pt x="6408" y="6096"/>
                </a:lnTo>
                <a:close/>
              </a:path>
              <a:path w="1306830" h="49530">
                <a:moveTo>
                  <a:pt x="7001" y="6180"/>
                </a:moveTo>
                <a:lnTo>
                  <a:pt x="7170" y="6223"/>
                </a:lnTo>
                <a:lnTo>
                  <a:pt x="7297" y="6223"/>
                </a:lnTo>
                <a:lnTo>
                  <a:pt x="7001" y="6180"/>
                </a:lnTo>
                <a:close/>
              </a:path>
              <a:path w="1306830" h="49530">
                <a:moveTo>
                  <a:pt x="6662" y="6096"/>
                </a:moveTo>
                <a:lnTo>
                  <a:pt x="6408" y="6096"/>
                </a:lnTo>
                <a:lnTo>
                  <a:pt x="7001" y="6180"/>
                </a:lnTo>
                <a:lnTo>
                  <a:pt x="6662" y="60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95"/>
              </a:spcBef>
            </a:pPr>
            <a:r>
              <a:rPr dirty="0"/>
              <a:t>PRELIMINARY</a:t>
            </a:r>
            <a:r>
              <a:rPr spc="-120" dirty="0"/>
              <a:t> </a:t>
            </a:r>
            <a:r>
              <a:rPr spc="-130" dirty="0"/>
              <a:t>DATA</a:t>
            </a:r>
            <a:r>
              <a:rPr spc="-3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BUTLER</a:t>
            </a:r>
            <a:r>
              <a:rPr spc="-75" dirty="0"/>
              <a:t> </a:t>
            </a:r>
            <a:r>
              <a:rPr spc="-10" dirty="0"/>
              <a:t>TRUCKING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811" y="1115567"/>
            <a:ext cx="6576059" cy="33950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87D9-0F84-B7E5-1753-84F0044A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EEF5A-452E-5FD2-75ED-C912F4E9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39" y="1183054"/>
            <a:ext cx="7718322" cy="335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84FD3-7CBF-4033-3F3A-B5F20E36D007}"/>
              </a:ext>
            </a:extLst>
          </p:cNvPr>
          <p:cNvSpPr txBox="1"/>
          <p:nvPr/>
        </p:nvSpPr>
        <p:spPr>
          <a:xfrm>
            <a:off x="4191000" y="120015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2085218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181225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python</a:t>
            </a:r>
            <a:r>
              <a:rPr spc="-55" dirty="0"/>
              <a:t> </a:t>
            </a:r>
            <a:r>
              <a:rPr dirty="0"/>
              <a:t>import</a:t>
            </a:r>
            <a:r>
              <a:rPr spc="-6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544" y="1638300"/>
            <a:ext cx="7296911" cy="1866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66D59-F098-EAC4-6A11-E5EC6D494CF0}"/>
              </a:ext>
            </a:extLst>
          </p:cNvPr>
          <p:cNvSpPr/>
          <p:nvPr/>
        </p:nvSpPr>
        <p:spPr>
          <a:xfrm>
            <a:off x="1828800" y="2114550"/>
            <a:ext cx="42672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4918" y="385953"/>
            <a:ext cx="75558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950585" algn="l"/>
              </a:tabLst>
            </a:pPr>
            <a:r>
              <a:rPr spc="-10" dirty="0"/>
              <a:t>Scatter</a:t>
            </a:r>
            <a:r>
              <a:rPr spc="-105" dirty="0"/>
              <a:t> </a:t>
            </a:r>
            <a:r>
              <a:rPr dirty="0"/>
              <a:t>Diagram</a:t>
            </a:r>
            <a:r>
              <a:rPr spc="-9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Preliminary</a:t>
            </a:r>
            <a:r>
              <a:rPr spc="-6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25" dirty="0"/>
              <a:t>For</a:t>
            </a:r>
            <a:r>
              <a:rPr dirty="0"/>
              <a:t>	</a:t>
            </a:r>
            <a:r>
              <a:rPr spc="-20" dirty="0"/>
              <a:t>Trucking</a:t>
            </a:r>
            <a:r>
              <a:rPr spc="-80" dirty="0"/>
              <a:t> </a:t>
            </a:r>
            <a:r>
              <a:rPr spc="-25" dirty="0"/>
              <a:t>x</a:t>
            </a:r>
            <a:r>
              <a:rPr sz="2775" spc="-37" baseline="-21021" dirty="0"/>
              <a:t>1</a:t>
            </a:r>
            <a:endParaRPr sz="2775" baseline="-21021"/>
          </a:p>
        </p:txBody>
      </p:sp>
      <p:grpSp>
        <p:nvGrpSpPr>
          <p:cNvPr id="3" name="object 3"/>
          <p:cNvGrpSpPr/>
          <p:nvPr/>
        </p:nvGrpSpPr>
        <p:grpSpPr>
          <a:xfrm>
            <a:off x="1895855" y="1200911"/>
            <a:ext cx="5724145" cy="3733039"/>
            <a:chOff x="1895855" y="1200911"/>
            <a:chExt cx="5352415" cy="3453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855" y="1200911"/>
              <a:ext cx="5352288" cy="33939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8248" y="4483290"/>
              <a:ext cx="303420" cy="1703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2124" y="3419094"/>
              <a:ext cx="191911" cy="3505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8220" y="2732074"/>
              <a:ext cx="2533650" cy="1422400"/>
            </a:xfrm>
            <a:custGeom>
              <a:avLst/>
              <a:gdLst/>
              <a:ahLst/>
              <a:cxnLst/>
              <a:rect l="l" t="t" r="r" b="b"/>
              <a:pathLst>
                <a:path w="2533650" h="1422400">
                  <a:moveTo>
                    <a:pt x="9525" y="1409700"/>
                  </a:moveTo>
                  <a:lnTo>
                    <a:pt x="254" y="1409700"/>
                  </a:lnTo>
                  <a:lnTo>
                    <a:pt x="0" y="1422400"/>
                  </a:lnTo>
                  <a:lnTo>
                    <a:pt x="9143" y="1422400"/>
                  </a:lnTo>
                  <a:lnTo>
                    <a:pt x="9525" y="1409700"/>
                  </a:lnTo>
                  <a:close/>
                </a:path>
                <a:path w="2533650" h="1422400">
                  <a:moveTo>
                    <a:pt x="22987" y="1397000"/>
                  </a:moveTo>
                  <a:lnTo>
                    <a:pt x="6985" y="1397000"/>
                  </a:lnTo>
                  <a:lnTo>
                    <a:pt x="4953" y="1409700"/>
                  </a:lnTo>
                  <a:lnTo>
                    <a:pt x="15112" y="1409700"/>
                  </a:lnTo>
                  <a:lnTo>
                    <a:pt x="22987" y="1397000"/>
                  </a:lnTo>
                  <a:close/>
                </a:path>
                <a:path w="2533650" h="1422400">
                  <a:moveTo>
                    <a:pt x="46101" y="1384300"/>
                  </a:moveTo>
                  <a:lnTo>
                    <a:pt x="27686" y="1384300"/>
                  </a:lnTo>
                  <a:lnTo>
                    <a:pt x="22733" y="1397000"/>
                  </a:lnTo>
                  <a:lnTo>
                    <a:pt x="39243" y="1397000"/>
                  </a:lnTo>
                  <a:lnTo>
                    <a:pt x="46101" y="1384300"/>
                  </a:lnTo>
                  <a:close/>
                </a:path>
                <a:path w="2533650" h="1422400">
                  <a:moveTo>
                    <a:pt x="71501" y="1371600"/>
                  </a:moveTo>
                  <a:lnTo>
                    <a:pt x="48641" y="1371600"/>
                  </a:lnTo>
                  <a:lnTo>
                    <a:pt x="41021" y="1384300"/>
                  </a:lnTo>
                  <a:lnTo>
                    <a:pt x="62356" y="1384300"/>
                  </a:lnTo>
                  <a:lnTo>
                    <a:pt x="71501" y="1371600"/>
                  </a:lnTo>
                  <a:close/>
                </a:path>
                <a:path w="2533650" h="1422400">
                  <a:moveTo>
                    <a:pt x="91186" y="1358900"/>
                  </a:moveTo>
                  <a:lnTo>
                    <a:pt x="66548" y="1358900"/>
                  </a:lnTo>
                  <a:lnTo>
                    <a:pt x="57531" y="1371600"/>
                  </a:lnTo>
                  <a:lnTo>
                    <a:pt x="81280" y="1371600"/>
                  </a:lnTo>
                  <a:lnTo>
                    <a:pt x="91186" y="1358900"/>
                  </a:lnTo>
                  <a:close/>
                </a:path>
                <a:path w="2533650" h="1422400">
                  <a:moveTo>
                    <a:pt x="112014" y="1346200"/>
                  </a:moveTo>
                  <a:lnTo>
                    <a:pt x="97028" y="1346200"/>
                  </a:lnTo>
                  <a:lnTo>
                    <a:pt x="86360" y="1358900"/>
                  </a:lnTo>
                  <a:lnTo>
                    <a:pt x="101854" y="1358900"/>
                  </a:lnTo>
                  <a:lnTo>
                    <a:pt x="112014" y="1346200"/>
                  </a:lnTo>
                  <a:close/>
                </a:path>
                <a:path w="2533650" h="1422400">
                  <a:moveTo>
                    <a:pt x="135255" y="1333500"/>
                  </a:moveTo>
                  <a:lnTo>
                    <a:pt x="118618" y="1333500"/>
                  </a:lnTo>
                  <a:lnTo>
                    <a:pt x="107315" y="1346200"/>
                  </a:lnTo>
                  <a:lnTo>
                    <a:pt x="123190" y="1346200"/>
                  </a:lnTo>
                  <a:lnTo>
                    <a:pt x="135255" y="1333500"/>
                  </a:lnTo>
                  <a:close/>
                </a:path>
                <a:path w="2533650" h="1422400">
                  <a:moveTo>
                    <a:pt x="159385" y="1320800"/>
                  </a:moveTo>
                  <a:lnTo>
                    <a:pt x="142240" y="1320800"/>
                  </a:lnTo>
                  <a:lnTo>
                    <a:pt x="130683" y="1333500"/>
                  </a:lnTo>
                  <a:lnTo>
                    <a:pt x="146812" y="1333500"/>
                  </a:lnTo>
                  <a:lnTo>
                    <a:pt x="159385" y="1320800"/>
                  </a:lnTo>
                  <a:close/>
                </a:path>
                <a:path w="2533650" h="1422400">
                  <a:moveTo>
                    <a:pt x="184785" y="1308100"/>
                  </a:moveTo>
                  <a:lnTo>
                    <a:pt x="167640" y="1308100"/>
                  </a:lnTo>
                  <a:lnTo>
                    <a:pt x="154940" y="1320800"/>
                  </a:lnTo>
                  <a:lnTo>
                    <a:pt x="171958" y="1320800"/>
                  </a:lnTo>
                  <a:lnTo>
                    <a:pt x="184785" y="1308100"/>
                  </a:lnTo>
                  <a:close/>
                </a:path>
                <a:path w="2533650" h="1422400">
                  <a:moveTo>
                    <a:pt x="211962" y="1295400"/>
                  </a:moveTo>
                  <a:lnTo>
                    <a:pt x="194564" y="1295400"/>
                  </a:lnTo>
                  <a:lnTo>
                    <a:pt x="180467" y="1308100"/>
                  </a:lnTo>
                  <a:lnTo>
                    <a:pt x="198881" y="1308100"/>
                  </a:lnTo>
                  <a:lnTo>
                    <a:pt x="211962" y="1295400"/>
                  </a:lnTo>
                  <a:close/>
                </a:path>
                <a:path w="2533650" h="1422400">
                  <a:moveTo>
                    <a:pt x="239394" y="1282700"/>
                  </a:moveTo>
                  <a:lnTo>
                    <a:pt x="221488" y="1282700"/>
                  </a:lnTo>
                  <a:lnTo>
                    <a:pt x="207645" y="1295400"/>
                  </a:lnTo>
                  <a:lnTo>
                    <a:pt x="225806" y="1295400"/>
                  </a:lnTo>
                  <a:lnTo>
                    <a:pt x="239394" y="1282700"/>
                  </a:lnTo>
                  <a:close/>
                </a:path>
                <a:path w="2533650" h="1422400">
                  <a:moveTo>
                    <a:pt x="267843" y="1270000"/>
                  </a:moveTo>
                  <a:lnTo>
                    <a:pt x="249681" y="1270000"/>
                  </a:lnTo>
                  <a:lnTo>
                    <a:pt x="235204" y="1282700"/>
                  </a:lnTo>
                  <a:lnTo>
                    <a:pt x="253873" y="1282700"/>
                  </a:lnTo>
                  <a:lnTo>
                    <a:pt x="267843" y="1270000"/>
                  </a:lnTo>
                  <a:close/>
                </a:path>
                <a:path w="2533650" h="1422400">
                  <a:moveTo>
                    <a:pt x="538861" y="1155700"/>
                  </a:moveTo>
                  <a:lnTo>
                    <a:pt x="517398" y="1155700"/>
                  </a:lnTo>
                  <a:lnTo>
                    <a:pt x="501015" y="1168400"/>
                  </a:lnTo>
                  <a:lnTo>
                    <a:pt x="483869" y="1168400"/>
                  </a:lnTo>
                  <a:lnTo>
                    <a:pt x="466725" y="1181100"/>
                  </a:lnTo>
                  <a:lnTo>
                    <a:pt x="449961" y="1181100"/>
                  </a:lnTo>
                  <a:lnTo>
                    <a:pt x="416941" y="1206500"/>
                  </a:lnTo>
                  <a:lnTo>
                    <a:pt x="400431" y="1206500"/>
                  </a:lnTo>
                  <a:lnTo>
                    <a:pt x="384429" y="1219200"/>
                  </a:lnTo>
                  <a:lnTo>
                    <a:pt x="368554" y="1219200"/>
                  </a:lnTo>
                  <a:lnTo>
                    <a:pt x="337693" y="1231900"/>
                  </a:lnTo>
                  <a:lnTo>
                    <a:pt x="307848" y="1244600"/>
                  </a:lnTo>
                  <a:lnTo>
                    <a:pt x="292862" y="1257300"/>
                  </a:lnTo>
                  <a:lnTo>
                    <a:pt x="278892" y="1257300"/>
                  </a:lnTo>
                  <a:lnTo>
                    <a:pt x="263652" y="1270000"/>
                  </a:lnTo>
                  <a:lnTo>
                    <a:pt x="283209" y="1270000"/>
                  </a:lnTo>
                  <a:lnTo>
                    <a:pt x="312039" y="1257300"/>
                  </a:lnTo>
                  <a:lnTo>
                    <a:pt x="326517" y="1244600"/>
                  </a:lnTo>
                  <a:lnTo>
                    <a:pt x="356362" y="1231900"/>
                  </a:lnTo>
                  <a:lnTo>
                    <a:pt x="372744" y="1231900"/>
                  </a:lnTo>
                  <a:lnTo>
                    <a:pt x="388493" y="1219200"/>
                  </a:lnTo>
                  <a:lnTo>
                    <a:pt x="454152" y="1193800"/>
                  </a:lnTo>
                  <a:lnTo>
                    <a:pt x="521843" y="1168400"/>
                  </a:lnTo>
                  <a:lnTo>
                    <a:pt x="538861" y="1155700"/>
                  </a:lnTo>
                  <a:close/>
                </a:path>
                <a:path w="2533650" h="1422400">
                  <a:moveTo>
                    <a:pt x="839343" y="1016000"/>
                  </a:moveTo>
                  <a:lnTo>
                    <a:pt x="812800" y="1016000"/>
                  </a:lnTo>
                  <a:lnTo>
                    <a:pt x="792226" y="1028700"/>
                  </a:lnTo>
                  <a:lnTo>
                    <a:pt x="772032" y="1041400"/>
                  </a:lnTo>
                  <a:lnTo>
                    <a:pt x="733552" y="1054100"/>
                  </a:lnTo>
                  <a:lnTo>
                    <a:pt x="715009" y="1066800"/>
                  </a:lnTo>
                  <a:lnTo>
                    <a:pt x="696087" y="1079500"/>
                  </a:lnTo>
                  <a:lnTo>
                    <a:pt x="678053" y="1079500"/>
                  </a:lnTo>
                  <a:lnTo>
                    <a:pt x="658621" y="1092200"/>
                  </a:lnTo>
                  <a:lnTo>
                    <a:pt x="640207" y="1104900"/>
                  </a:lnTo>
                  <a:lnTo>
                    <a:pt x="621665" y="1104900"/>
                  </a:lnTo>
                  <a:lnTo>
                    <a:pt x="603250" y="1117600"/>
                  </a:lnTo>
                  <a:lnTo>
                    <a:pt x="585216" y="1130300"/>
                  </a:lnTo>
                  <a:lnTo>
                    <a:pt x="567563" y="1130300"/>
                  </a:lnTo>
                  <a:lnTo>
                    <a:pt x="534289" y="1155700"/>
                  </a:lnTo>
                  <a:lnTo>
                    <a:pt x="555498" y="1155700"/>
                  </a:lnTo>
                  <a:lnTo>
                    <a:pt x="572134" y="1143000"/>
                  </a:lnTo>
                  <a:lnTo>
                    <a:pt x="589915" y="1143000"/>
                  </a:lnTo>
                  <a:lnTo>
                    <a:pt x="607949" y="1130300"/>
                  </a:lnTo>
                  <a:lnTo>
                    <a:pt x="626491" y="1117600"/>
                  </a:lnTo>
                  <a:lnTo>
                    <a:pt x="645159" y="1117600"/>
                  </a:lnTo>
                  <a:lnTo>
                    <a:pt x="663575" y="1104900"/>
                  </a:lnTo>
                  <a:lnTo>
                    <a:pt x="682879" y="1092200"/>
                  </a:lnTo>
                  <a:lnTo>
                    <a:pt x="701040" y="1092200"/>
                  </a:lnTo>
                  <a:lnTo>
                    <a:pt x="720090" y="1079500"/>
                  </a:lnTo>
                  <a:lnTo>
                    <a:pt x="738505" y="1066800"/>
                  </a:lnTo>
                  <a:lnTo>
                    <a:pt x="777240" y="1054100"/>
                  </a:lnTo>
                  <a:lnTo>
                    <a:pt x="817880" y="1028700"/>
                  </a:lnTo>
                  <a:lnTo>
                    <a:pt x="839343" y="1016000"/>
                  </a:lnTo>
                  <a:close/>
                </a:path>
                <a:path w="2533650" h="1422400">
                  <a:moveTo>
                    <a:pt x="963803" y="952500"/>
                  </a:moveTo>
                  <a:lnTo>
                    <a:pt x="937894" y="952500"/>
                  </a:lnTo>
                  <a:lnTo>
                    <a:pt x="917702" y="965200"/>
                  </a:lnTo>
                  <a:lnTo>
                    <a:pt x="855853" y="1003300"/>
                  </a:lnTo>
                  <a:lnTo>
                    <a:pt x="834136" y="1016000"/>
                  </a:lnTo>
                  <a:lnTo>
                    <a:pt x="861187" y="1016000"/>
                  </a:lnTo>
                  <a:lnTo>
                    <a:pt x="882395" y="1003300"/>
                  </a:lnTo>
                  <a:lnTo>
                    <a:pt x="963803" y="952500"/>
                  </a:lnTo>
                  <a:close/>
                </a:path>
                <a:path w="2533650" h="1422400">
                  <a:moveTo>
                    <a:pt x="1612392" y="596900"/>
                  </a:moveTo>
                  <a:lnTo>
                    <a:pt x="1590420" y="596900"/>
                  </a:lnTo>
                  <a:lnTo>
                    <a:pt x="1576832" y="609600"/>
                  </a:lnTo>
                  <a:lnTo>
                    <a:pt x="1527175" y="635000"/>
                  </a:lnTo>
                  <a:lnTo>
                    <a:pt x="1503299" y="647700"/>
                  </a:lnTo>
                  <a:lnTo>
                    <a:pt x="1479931" y="660400"/>
                  </a:lnTo>
                  <a:lnTo>
                    <a:pt x="1455546" y="673100"/>
                  </a:lnTo>
                  <a:lnTo>
                    <a:pt x="1433068" y="685800"/>
                  </a:lnTo>
                  <a:lnTo>
                    <a:pt x="1409827" y="698500"/>
                  </a:lnTo>
                  <a:lnTo>
                    <a:pt x="1365504" y="723900"/>
                  </a:lnTo>
                  <a:lnTo>
                    <a:pt x="1342263" y="736600"/>
                  </a:lnTo>
                  <a:lnTo>
                    <a:pt x="1319530" y="749300"/>
                  </a:lnTo>
                  <a:lnTo>
                    <a:pt x="1207643" y="812800"/>
                  </a:lnTo>
                  <a:lnTo>
                    <a:pt x="1164590" y="838200"/>
                  </a:lnTo>
                  <a:lnTo>
                    <a:pt x="1122171" y="863600"/>
                  </a:lnTo>
                  <a:lnTo>
                    <a:pt x="1081278" y="889000"/>
                  </a:lnTo>
                  <a:lnTo>
                    <a:pt x="1060323" y="889000"/>
                  </a:lnTo>
                  <a:lnTo>
                    <a:pt x="1039241" y="901700"/>
                  </a:lnTo>
                  <a:lnTo>
                    <a:pt x="1018540" y="914400"/>
                  </a:lnTo>
                  <a:lnTo>
                    <a:pt x="998346" y="927100"/>
                  </a:lnTo>
                  <a:lnTo>
                    <a:pt x="978662" y="939800"/>
                  </a:lnTo>
                  <a:lnTo>
                    <a:pt x="958342" y="952500"/>
                  </a:lnTo>
                  <a:lnTo>
                    <a:pt x="984123" y="952500"/>
                  </a:lnTo>
                  <a:lnTo>
                    <a:pt x="1024255" y="927100"/>
                  </a:lnTo>
                  <a:lnTo>
                    <a:pt x="1044829" y="914400"/>
                  </a:lnTo>
                  <a:lnTo>
                    <a:pt x="1065911" y="901700"/>
                  </a:lnTo>
                  <a:lnTo>
                    <a:pt x="1086993" y="889000"/>
                  </a:lnTo>
                  <a:lnTo>
                    <a:pt x="1127887" y="876300"/>
                  </a:lnTo>
                  <a:lnTo>
                    <a:pt x="1213484" y="825500"/>
                  </a:lnTo>
                  <a:lnTo>
                    <a:pt x="1258062" y="800100"/>
                  </a:lnTo>
                  <a:lnTo>
                    <a:pt x="1348232" y="749300"/>
                  </a:lnTo>
                  <a:lnTo>
                    <a:pt x="1371473" y="736600"/>
                  </a:lnTo>
                  <a:lnTo>
                    <a:pt x="1393444" y="723900"/>
                  </a:lnTo>
                  <a:lnTo>
                    <a:pt x="1415923" y="711200"/>
                  </a:lnTo>
                  <a:lnTo>
                    <a:pt x="1439164" y="698500"/>
                  </a:lnTo>
                  <a:lnTo>
                    <a:pt x="1461643" y="685800"/>
                  </a:lnTo>
                  <a:lnTo>
                    <a:pt x="1486027" y="673100"/>
                  </a:lnTo>
                  <a:lnTo>
                    <a:pt x="1533398" y="647700"/>
                  </a:lnTo>
                  <a:lnTo>
                    <a:pt x="1583055" y="622300"/>
                  </a:lnTo>
                  <a:lnTo>
                    <a:pt x="1596898" y="609600"/>
                  </a:lnTo>
                  <a:lnTo>
                    <a:pt x="1612392" y="596900"/>
                  </a:lnTo>
                  <a:close/>
                </a:path>
                <a:path w="2533650" h="1422400">
                  <a:moveTo>
                    <a:pt x="1630299" y="584200"/>
                  </a:moveTo>
                  <a:lnTo>
                    <a:pt x="1605661" y="584200"/>
                  </a:lnTo>
                  <a:lnTo>
                    <a:pt x="1590294" y="596900"/>
                  </a:lnTo>
                  <a:lnTo>
                    <a:pt x="1612519" y="596900"/>
                  </a:lnTo>
                  <a:lnTo>
                    <a:pt x="1630299" y="584200"/>
                  </a:lnTo>
                  <a:close/>
                </a:path>
                <a:path w="2533650" h="1422400">
                  <a:moveTo>
                    <a:pt x="2127250" y="203200"/>
                  </a:moveTo>
                  <a:lnTo>
                    <a:pt x="2118741" y="203200"/>
                  </a:lnTo>
                  <a:lnTo>
                    <a:pt x="2078863" y="228600"/>
                  </a:lnTo>
                  <a:lnTo>
                    <a:pt x="2040001" y="254000"/>
                  </a:lnTo>
                  <a:lnTo>
                    <a:pt x="2001266" y="279400"/>
                  </a:lnTo>
                  <a:lnTo>
                    <a:pt x="1962658" y="317500"/>
                  </a:lnTo>
                  <a:lnTo>
                    <a:pt x="1925320" y="342900"/>
                  </a:lnTo>
                  <a:lnTo>
                    <a:pt x="1888998" y="368300"/>
                  </a:lnTo>
                  <a:lnTo>
                    <a:pt x="1888870" y="368300"/>
                  </a:lnTo>
                  <a:lnTo>
                    <a:pt x="1854073" y="406400"/>
                  </a:lnTo>
                  <a:lnTo>
                    <a:pt x="1853945" y="406400"/>
                  </a:lnTo>
                  <a:lnTo>
                    <a:pt x="1821180" y="431800"/>
                  </a:lnTo>
                  <a:lnTo>
                    <a:pt x="1789303" y="457200"/>
                  </a:lnTo>
                  <a:lnTo>
                    <a:pt x="1759331" y="469900"/>
                  </a:lnTo>
                  <a:lnTo>
                    <a:pt x="1707388" y="520700"/>
                  </a:lnTo>
                  <a:lnTo>
                    <a:pt x="1684020" y="533400"/>
                  </a:lnTo>
                  <a:lnTo>
                    <a:pt x="1662049" y="546100"/>
                  </a:lnTo>
                  <a:lnTo>
                    <a:pt x="1641602" y="558800"/>
                  </a:lnTo>
                  <a:lnTo>
                    <a:pt x="1623187" y="571500"/>
                  </a:lnTo>
                  <a:lnTo>
                    <a:pt x="1605533" y="584200"/>
                  </a:lnTo>
                  <a:lnTo>
                    <a:pt x="1630426" y="584200"/>
                  </a:lnTo>
                  <a:lnTo>
                    <a:pt x="1648968" y="571500"/>
                  </a:lnTo>
                  <a:lnTo>
                    <a:pt x="1669542" y="558800"/>
                  </a:lnTo>
                  <a:lnTo>
                    <a:pt x="1691640" y="546100"/>
                  </a:lnTo>
                  <a:lnTo>
                    <a:pt x="1715008" y="520700"/>
                  </a:lnTo>
                  <a:lnTo>
                    <a:pt x="1740662" y="508000"/>
                  </a:lnTo>
                  <a:lnTo>
                    <a:pt x="1797304" y="457200"/>
                  </a:lnTo>
                  <a:lnTo>
                    <a:pt x="1829181" y="431800"/>
                  </a:lnTo>
                  <a:lnTo>
                    <a:pt x="1862074" y="406400"/>
                  </a:lnTo>
                  <a:lnTo>
                    <a:pt x="1897126" y="381000"/>
                  </a:lnTo>
                  <a:lnTo>
                    <a:pt x="1933448" y="355600"/>
                  </a:lnTo>
                  <a:lnTo>
                    <a:pt x="1970913" y="330200"/>
                  </a:lnTo>
                  <a:lnTo>
                    <a:pt x="2009648" y="292100"/>
                  </a:lnTo>
                  <a:lnTo>
                    <a:pt x="2048383" y="266700"/>
                  </a:lnTo>
                  <a:lnTo>
                    <a:pt x="2087245" y="241300"/>
                  </a:lnTo>
                  <a:lnTo>
                    <a:pt x="2127250" y="203200"/>
                  </a:lnTo>
                  <a:close/>
                </a:path>
                <a:path w="2533650" h="1422400">
                  <a:moveTo>
                    <a:pt x="2314321" y="88900"/>
                  </a:moveTo>
                  <a:lnTo>
                    <a:pt x="2271522" y="88900"/>
                  </a:lnTo>
                  <a:lnTo>
                    <a:pt x="2235073" y="114300"/>
                  </a:lnTo>
                  <a:lnTo>
                    <a:pt x="2234946" y="114300"/>
                  </a:lnTo>
                  <a:lnTo>
                    <a:pt x="2196211" y="139700"/>
                  </a:lnTo>
                  <a:lnTo>
                    <a:pt x="2196084" y="139700"/>
                  </a:lnTo>
                  <a:lnTo>
                    <a:pt x="2157857" y="165100"/>
                  </a:lnTo>
                  <a:lnTo>
                    <a:pt x="2118868" y="203200"/>
                  </a:lnTo>
                  <a:lnTo>
                    <a:pt x="2127123" y="203200"/>
                  </a:lnTo>
                  <a:lnTo>
                    <a:pt x="2166239" y="177800"/>
                  </a:lnTo>
                  <a:lnTo>
                    <a:pt x="2204466" y="152400"/>
                  </a:lnTo>
                  <a:lnTo>
                    <a:pt x="2243074" y="127000"/>
                  </a:lnTo>
                  <a:lnTo>
                    <a:pt x="2242947" y="127000"/>
                  </a:lnTo>
                  <a:lnTo>
                    <a:pt x="2279523" y="101600"/>
                  </a:lnTo>
                  <a:lnTo>
                    <a:pt x="2279269" y="101600"/>
                  </a:lnTo>
                  <a:lnTo>
                    <a:pt x="2314321" y="88900"/>
                  </a:lnTo>
                  <a:close/>
                </a:path>
                <a:path w="2533650" h="1422400">
                  <a:moveTo>
                    <a:pt x="2401316" y="38100"/>
                  </a:moveTo>
                  <a:lnTo>
                    <a:pt x="2369058" y="38100"/>
                  </a:lnTo>
                  <a:lnTo>
                    <a:pt x="2339467" y="50800"/>
                  </a:lnTo>
                  <a:lnTo>
                    <a:pt x="2306828" y="76200"/>
                  </a:lnTo>
                  <a:lnTo>
                    <a:pt x="2271649" y="88900"/>
                  </a:lnTo>
                  <a:lnTo>
                    <a:pt x="2314067" y="88900"/>
                  </a:lnTo>
                  <a:lnTo>
                    <a:pt x="2346833" y="63500"/>
                  </a:lnTo>
                  <a:lnTo>
                    <a:pt x="2346579" y="63500"/>
                  </a:lnTo>
                  <a:lnTo>
                    <a:pt x="2375916" y="50800"/>
                  </a:lnTo>
                  <a:lnTo>
                    <a:pt x="2375662" y="50800"/>
                  </a:lnTo>
                  <a:lnTo>
                    <a:pt x="2401316" y="38100"/>
                  </a:lnTo>
                  <a:close/>
                </a:path>
                <a:path w="2533650" h="1422400">
                  <a:moveTo>
                    <a:pt x="2532761" y="38100"/>
                  </a:moveTo>
                  <a:lnTo>
                    <a:pt x="2519299" y="38100"/>
                  </a:lnTo>
                  <a:lnTo>
                    <a:pt x="2519426" y="50800"/>
                  </a:lnTo>
                  <a:lnTo>
                    <a:pt x="2529332" y="50800"/>
                  </a:lnTo>
                  <a:lnTo>
                    <a:pt x="2532761" y="38100"/>
                  </a:lnTo>
                  <a:close/>
                </a:path>
                <a:path w="2533650" h="1422400">
                  <a:moveTo>
                    <a:pt x="2442845" y="25400"/>
                  </a:moveTo>
                  <a:lnTo>
                    <a:pt x="2394966" y="25400"/>
                  </a:lnTo>
                  <a:lnTo>
                    <a:pt x="2369439" y="38100"/>
                  </a:lnTo>
                  <a:lnTo>
                    <a:pt x="2423414" y="38100"/>
                  </a:lnTo>
                  <a:lnTo>
                    <a:pt x="2442845" y="25400"/>
                  </a:lnTo>
                  <a:close/>
                </a:path>
                <a:path w="2533650" h="1422400">
                  <a:moveTo>
                    <a:pt x="2533650" y="25400"/>
                  </a:moveTo>
                  <a:lnTo>
                    <a:pt x="2519553" y="25400"/>
                  </a:lnTo>
                  <a:lnTo>
                    <a:pt x="2519934" y="38100"/>
                  </a:lnTo>
                  <a:lnTo>
                    <a:pt x="2532888" y="38100"/>
                  </a:lnTo>
                  <a:lnTo>
                    <a:pt x="2533650" y="25400"/>
                  </a:lnTo>
                  <a:close/>
                </a:path>
                <a:path w="2533650" h="1422400">
                  <a:moveTo>
                    <a:pt x="2472436" y="12700"/>
                  </a:moveTo>
                  <a:lnTo>
                    <a:pt x="2418207" y="12700"/>
                  </a:lnTo>
                  <a:lnTo>
                    <a:pt x="2395347" y="25400"/>
                  </a:lnTo>
                  <a:lnTo>
                    <a:pt x="2458085" y="25400"/>
                  </a:lnTo>
                  <a:lnTo>
                    <a:pt x="2472436" y="12700"/>
                  </a:lnTo>
                  <a:close/>
                </a:path>
                <a:path w="2533650" h="1422400">
                  <a:moveTo>
                    <a:pt x="2513076" y="12700"/>
                  </a:moveTo>
                  <a:lnTo>
                    <a:pt x="2512187" y="12700"/>
                  </a:lnTo>
                  <a:lnTo>
                    <a:pt x="2514854" y="25400"/>
                  </a:lnTo>
                  <a:lnTo>
                    <a:pt x="2513076" y="12700"/>
                  </a:lnTo>
                  <a:close/>
                </a:path>
                <a:path w="2533650" h="1422400">
                  <a:moveTo>
                    <a:pt x="2532126" y="12700"/>
                  </a:moveTo>
                  <a:lnTo>
                    <a:pt x="2513076" y="12700"/>
                  </a:lnTo>
                  <a:lnTo>
                    <a:pt x="2518410" y="25400"/>
                  </a:lnTo>
                  <a:lnTo>
                    <a:pt x="2533523" y="25400"/>
                  </a:lnTo>
                  <a:lnTo>
                    <a:pt x="2532126" y="12700"/>
                  </a:lnTo>
                  <a:close/>
                </a:path>
                <a:path w="2533650" h="1422400">
                  <a:moveTo>
                    <a:pt x="2520315" y="0"/>
                  </a:moveTo>
                  <a:lnTo>
                    <a:pt x="2469388" y="0"/>
                  </a:lnTo>
                  <a:lnTo>
                    <a:pt x="2455037" y="12700"/>
                  </a:lnTo>
                  <a:lnTo>
                    <a:pt x="2525649" y="12700"/>
                  </a:lnTo>
                  <a:lnTo>
                    <a:pt x="252031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7A480-11BD-26ED-2BD1-B0A828534320}"/>
              </a:ext>
            </a:extLst>
          </p:cNvPr>
          <p:cNvSpPr txBox="1"/>
          <p:nvPr/>
        </p:nvSpPr>
        <p:spPr>
          <a:xfrm>
            <a:off x="3657600" y="474890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Miles travelled X1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Scatter</a:t>
            </a:r>
            <a:r>
              <a:rPr spc="-105" dirty="0"/>
              <a:t> </a:t>
            </a:r>
            <a:r>
              <a:rPr dirty="0"/>
              <a:t>Diagram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Preliminary</a:t>
            </a:r>
            <a:r>
              <a:rPr spc="-65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spc="-20" dirty="0"/>
              <a:t>Trucking</a:t>
            </a:r>
            <a:r>
              <a:rPr spc="-80" dirty="0"/>
              <a:t> </a:t>
            </a:r>
            <a:r>
              <a:rPr spc="-25" dirty="0"/>
              <a:t>x</a:t>
            </a:r>
            <a:r>
              <a:rPr sz="2775" spc="-37" baseline="-21021" dirty="0"/>
              <a:t>2</a:t>
            </a:r>
            <a:endParaRPr sz="2775" baseline="-2102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482" y="1200910"/>
            <a:ext cx="6414517" cy="3629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937385">
              <a:lnSpc>
                <a:spcPct val="100000"/>
              </a:lnSpc>
              <a:spcBef>
                <a:spcPts val="95"/>
              </a:spcBef>
            </a:pPr>
            <a:r>
              <a:rPr dirty="0"/>
              <a:t>Scatter</a:t>
            </a:r>
            <a:r>
              <a:rPr spc="-90" dirty="0"/>
              <a:t> </a:t>
            </a:r>
            <a:r>
              <a:rPr dirty="0"/>
              <a:t>Diagram</a:t>
            </a:r>
            <a:r>
              <a:rPr spc="-8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x</a:t>
            </a:r>
            <a:r>
              <a:rPr sz="2775" baseline="-21021" dirty="0"/>
              <a:t>1</a:t>
            </a:r>
            <a:r>
              <a:rPr sz="2775" spc="187" baseline="-21021" dirty="0"/>
              <a:t> </a:t>
            </a:r>
            <a:r>
              <a:rPr sz="2800" dirty="0"/>
              <a:t>and</a:t>
            </a:r>
            <a:r>
              <a:rPr sz="2800" spc="-80" dirty="0"/>
              <a:t> </a:t>
            </a:r>
            <a:r>
              <a:rPr sz="2800" spc="-25" dirty="0"/>
              <a:t>x</a:t>
            </a:r>
            <a:r>
              <a:rPr sz="2775" spc="-37" baseline="-21021" dirty="0"/>
              <a:t>2</a:t>
            </a:r>
            <a:endParaRPr sz="2775" baseline="-2102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200150"/>
            <a:ext cx="6248400" cy="36298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20" dirty="0"/>
              <a:t> </a:t>
            </a:r>
            <a:r>
              <a:rPr dirty="0"/>
              <a:t>regression</a:t>
            </a:r>
            <a:r>
              <a:rPr spc="-100" dirty="0"/>
              <a:t> </a:t>
            </a:r>
            <a:r>
              <a:rPr dirty="0"/>
              <a:t>Vs.</a:t>
            </a:r>
            <a:r>
              <a:rPr spc="-105" dirty="0"/>
              <a:t> </a:t>
            </a:r>
            <a:r>
              <a:rPr dirty="0"/>
              <a:t>multiple</a:t>
            </a:r>
            <a:r>
              <a:rPr spc="-90" dirty="0"/>
              <a:t> </a:t>
            </a:r>
            <a:r>
              <a:rPr spc="-10" dirty="0"/>
              <a:t>regression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154" y="1246758"/>
            <a:ext cx="2130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5807" y="1740446"/>
            <a:ext cx="3288793" cy="983704"/>
            <a:chOff x="3035807" y="1740446"/>
            <a:chExt cx="2563495" cy="554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5807" y="1740446"/>
              <a:ext cx="2563368" cy="5540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2865" y="2173731"/>
              <a:ext cx="1843405" cy="118745"/>
            </a:xfrm>
            <a:custGeom>
              <a:avLst/>
              <a:gdLst/>
              <a:ahLst/>
              <a:cxnLst/>
              <a:rect l="l" t="t" r="r" b="b"/>
              <a:pathLst>
                <a:path w="1843404" h="118744">
                  <a:moveTo>
                    <a:pt x="1827222" y="104974"/>
                  </a:moveTo>
                  <a:lnTo>
                    <a:pt x="1827688" y="107187"/>
                  </a:lnTo>
                  <a:lnTo>
                    <a:pt x="1828323" y="111506"/>
                  </a:lnTo>
                  <a:lnTo>
                    <a:pt x="1830863" y="115569"/>
                  </a:lnTo>
                  <a:lnTo>
                    <a:pt x="1833657" y="117856"/>
                  </a:lnTo>
                  <a:lnTo>
                    <a:pt x="1835562" y="118237"/>
                  </a:lnTo>
                  <a:lnTo>
                    <a:pt x="1839118" y="117220"/>
                  </a:lnTo>
                  <a:lnTo>
                    <a:pt x="1842873" y="106044"/>
                  </a:lnTo>
                  <a:lnTo>
                    <a:pt x="1828450" y="106044"/>
                  </a:lnTo>
                  <a:lnTo>
                    <a:pt x="1827621" y="105059"/>
                  </a:lnTo>
                  <a:lnTo>
                    <a:pt x="1827222" y="104974"/>
                  </a:lnTo>
                  <a:close/>
                </a:path>
                <a:path w="1843404" h="118744">
                  <a:moveTo>
                    <a:pt x="1827561" y="107061"/>
                  </a:moveTo>
                  <a:close/>
                </a:path>
                <a:path w="1843404" h="118744">
                  <a:moveTo>
                    <a:pt x="1827621" y="105059"/>
                  </a:moveTo>
                  <a:lnTo>
                    <a:pt x="1828450" y="106044"/>
                  </a:lnTo>
                  <a:lnTo>
                    <a:pt x="1828046" y="105207"/>
                  </a:lnTo>
                  <a:lnTo>
                    <a:pt x="1827847" y="105108"/>
                  </a:lnTo>
                  <a:lnTo>
                    <a:pt x="1827621" y="105059"/>
                  </a:lnTo>
                  <a:close/>
                </a:path>
                <a:path w="1843404" h="118744">
                  <a:moveTo>
                    <a:pt x="1842719" y="102362"/>
                  </a:moveTo>
                  <a:lnTo>
                    <a:pt x="1826672" y="102362"/>
                  </a:lnTo>
                  <a:lnTo>
                    <a:pt x="1827777" y="104651"/>
                  </a:lnTo>
                  <a:lnTo>
                    <a:pt x="1829466" y="105918"/>
                  </a:lnTo>
                  <a:lnTo>
                    <a:pt x="1828389" y="105918"/>
                  </a:lnTo>
                  <a:lnTo>
                    <a:pt x="1842873" y="106044"/>
                  </a:lnTo>
                  <a:lnTo>
                    <a:pt x="1829466" y="105918"/>
                  </a:lnTo>
                  <a:lnTo>
                    <a:pt x="1828046" y="105207"/>
                  </a:lnTo>
                  <a:lnTo>
                    <a:pt x="1842925" y="105207"/>
                  </a:lnTo>
                  <a:lnTo>
                    <a:pt x="1842719" y="102362"/>
                  </a:lnTo>
                  <a:close/>
                </a:path>
                <a:path w="1843404" h="118744">
                  <a:moveTo>
                    <a:pt x="1827777" y="104651"/>
                  </a:moveTo>
                  <a:lnTo>
                    <a:pt x="1827975" y="105059"/>
                  </a:lnTo>
                  <a:lnTo>
                    <a:pt x="1828046" y="105207"/>
                  </a:lnTo>
                  <a:lnTo>
                    <a:pt x="1829466" y="105918"/>
                  </a:lnTo>
                  <a:lnTo>
                    <a:pt x="1827777" y="104651"/>
                  </a:lnTo>
                  <a:close/>
                </a:path>
                <a:path w="1843404" h="118744">
                  <a:moveTo>
                    <a:pt x="1827847" y="105108"/>
                  </a:moveTo>
                  <a:lnTo>
                    <a:pt x="1828046" y="105207"/>
                  </a:lnTo>
                  <a:lnTo>
                    <a:pt x="1827847" y="105108"/>
                  </a:lnTo>
                  <a:close/>
                </a:path>
                <a:path w="1843404" h="118744">
                  <a:moveTo>
                    <a:pt x="1828016" y="105144"/>
                  </a:moveTo>
                  <a:close/>
                </a:path>
                <a:path w="1843404" h="118744">
                  <a:moveTo>
                    <a:pt x="1827515" y="104934"/>
                  </a:moveTo>
                  <a:lnTo>
                    <a:pt x="1827847" y="105108"/>
                  </a:lnTo>
                  <a:lnTo>
                    <a:pt x="1828016" y="105144"/>
                  </a:lnTo>
                  <a:lnTo>
                    <a:pt x="1827515" y="104934"/>
                  </a:lnTo>
                  <a:close/>
                </a:path>
                <a:path w="1843404" h="118744">
                  <a:moveTo>
                    <a:pt x="1827037" y="104096"/>
                  </a:moveTo>
                  <a:lnTo>
                    <a:pt x="1827113" y="104457"/>
                  </a:lnTo>
                  <a:lnTo>
                    <a:pt x="1827515" y="104934"/>
                  </a:lnTo>
                  <a:lnTo>
                    <a:pt x="1828010" y="105132"/>
                  </a:lnTo>
                  <a:lnTo>
                    <a:pt x="1827777" y="104651"/>
                  </a:lnTo>
                  <a:lnTo>
                    <a:pt x="1827037" y="104096"/>
                  </a:lnTo>
                  <a:close/>
                </a:path>
                <a:path w="1843404" h="118744">
                  <a:moveTo>
                    <a:pt x="1827527" y="104948"/>
                  </a:moveTo>
                  <a:lnTo>
                    <a:pt x="1827847" y="105108"/>
                  </a:lnTo>
                  <a:lnTo>
                    <a:pt x="1827527" y="104948"/>
                  </a:lnTo>
                  <a:close/>
                </a:path>
                <a:path w="1843404" h="118744">
                  <a:moveTo>
                    <a:pt x="1827113" y="104457"/>
                  </a:moveTo>
                  <a:lnTo>
                    <a:pt x="1827222" y="104974"/>
                  </a:lnTo>
                  <a:lnTo>
                    <a:pt x="1827621" y="105059"/>
                  </a:lnTo>
                  <a:lnTo>
                    <a:pt x="1827113" y="104457"/>
                  </a:lnTo>
                  <a:close/>
                </a:path>
                <a:path w="1843404" h="118744">
                  <a:moveTo>
                    <a:pt x="1826739" y="104012"/>
                  </a:moveTo>
                  <a:lnTo>
                    <a:pt x="1823370" y="104012"/>
                  </a:lnTo>
                  <a:lnTo>
                    <a:pt x="1826926" y="104775"/>
                  </a:lnTo>
                  <a:lnTo>
                    <a:pt x="1826291" y="104775"/>
                  </a:lnTo>
                  <a:lnTo>
                    <a:pt x="1827222" y="104974"/>
                  </a:lnTo>
                  <a:lnTo>
                    <a:pt x="1827113" y="104457"/>
                  </a:lnTo>
                  <a:lnTo>
                    <a:pt x="1826739" y="104012"/>
                  </a:lnTo>
                  <a:close/>
                </a:path>
                <a:path w="1843404" h="118744">
                  <a:moveTo>
                    <a:pt x="1827488" y="104901"/>
                  </a:moveTo>
                  <a:close/>
                </a:path>
                <a:path w="1843404" h="118744">
                  <a:moveTo>
                    <a:pt x="1826672" y="102362"/>
                  </a:moveTo>
                  <a:lnTo>
                    <a:pt x="1827037" y="104096"/>
                  </a:lnTo>
                  <a:lnTo>
                    <a:pt x="1827777" y="104651"/>
                  </a:lnTo>
                  <a:lnTo>
                    <a:pt x="1826672" y="102362"/>
                  </a:lnTo>
                  <a:close/>
                </a:path>
                <a:path w="1843404" h="118744">
                  <a:moveTo>
                    <a:pt x="1826418" y="103631"/>
                  </a:moveTo>
                  <a:lnTo>
                    <a:pt x="1827113" y="104457"/>
                  </a:lnTo>
                  <a:lnTo>
                    <a:pt x="1827037" y="104096"/>
                  </a:lnTo>
                  <a:lnTo>
                    <a:pt x="1826418" y="103631"/>
                  </a:lnTo>
                  <a:close/>
                </a:path>
                <a:path w="1843404" h="118744">
                  <a:moveTo>
                    <a:pt x="130311" y="8636"/>
                  </a:moveTo>
                  <a:lnTo>
                    <a:pt x="47529" y="8636"/>
                  </a:lnTo>
                  <a:lnTo>
                    <a:pt x="51720" y="8762"/>
                  </a:lnTo>
                  <a:lnTo>
                    <a:pt x="51593" y="8762"/>
                  </a:lnTo>
                  <a:lnTo>
                    <a:pt x="55530" y="9017"/>
                  </a:lnTo>
                  <a:lnTo>
                    <a:pt x="59721" y="9270"/>
                  </a:lnTo>
                  <a:lnTo>
                    <a:pt x="64293" y="9906"/>
                  </a:lnTo>
                  <a:lnTo>
                    <a:pt x="69373" y="10287"/>
                  </a:lnTo>
                  <a:lnTo>
                    <a:pt x="74453" y="11175"/>
                  </a:lnTo>
                  <a:lnTo>
                    <a:pt x="79787" y="11811"/>
                  </a:lnTo>
                  <a:lnTo>
                    <a:pt x="85883" y="12445"/>
                  </a:lnTo>
                  <a:lnTo>
                    <a:pt x="99472" y="13969"/>
                  </a:lnTo>
                  <a:lnTo>
                    <a:pt x="115093" y="15875"/>
                  </a:lnTo>
                  <a:lnTo>
                    <a:pt x="124237" y="16637"/>
                  </a:lnTo>
                  <a:lnTo>
                    <a:pt x="176815" y="21717"/>
                  </a:lnTo>
                  <a:lnTo>
                    <a:pt x="216947" y="24256"/>
                  </a:lnTo>
                  <a:lnTo>
                    <a:pt x="264699" y="26543"/>
                  </a:lnTo>
                  <a:lnTo>
                    <a:pt x="320579" y="28193"/>
                  </a:lnTo>
                  <a:lnTo>
                    <a:pt x="665511" y="35051"/>
                  </a:lnTo>
                  <a:lnTo>
                    <a:pt x="874299" y="42037"/>
                  </a:lnTo>
                  <a:lnTo>
                    <a:pt x="967390" y="46862"/>
                  </a:lnTo>
                  <a:lnTo>
                    <a:pt x="1030636" y="51181"/>
                  </a:lnTo>
                  <a:lnTo>
                    <a:pt x="1126140" y="59181"/>
                  </a:lnTo>
                  <a:lnTo>
                    <a:pt x="1158017" y="62356"/>
                  </a:lnTo>
                  <a:lnTo>
                    <a:pt x="1157890" y="62356"/>
                  </a:lnTo>
                  <a:lnTo>
                    <a:pt x="1223168" y="69595"/>
                  </a:lnTo>
                  <a:lnTo>
                    <a:pt x="1288446" y="77850"/>
                  </a:lnTo>
                  <a:lnTo>
                    <a:pt x="1320196" y="81406"/>
                  </a:lnTo>
                  <a:lnTo>
                    <a:pt x="1352708" y="84962"/>
                  </a:lnTo>
                  <a:lnTo>
                    <a:pt x="1384458" y="87756"/>
                  </a:lnTo>
                  <a:lnTo>
                    <a:pt x="1384585" y="88011"/>
                  </a:lnTo>
                  <a:lnTo>
                    <a:pt x="1448212" y="92963"/>
                  </a:lnTo>
                  <a:lnTo>
                    <a:pt x="1509807" y="96900"/>
                  </a:lnTo>
                  <a:lnTo>
                    <a:pt x="1567719" y="99694"/>
                  </a:lnTo>
                  <a:lnTo>
                    <a:pt x="1675923" y="103250"/>
                  </a:lnTo>
                  <a:lnTo>
                    <a:pt x="1721770" y="104012"/>
                  </a:lnTo>
                  <a:lnTo>
                    <a:pt x="1774856" y="104393"/>
                  </a:lnTo>
                  <a:lnTo>
                    <a:pt x="1788572" y="104393"/>
                  </a:lnTo>
                  <a:lnTo>
                    <a:pt x="1799113" y="104012"/>
                  </a:lnTo>
                  <a:lnTo>
                    <a:pt x="1808511" y="103505"/>
                  </a:lnTo>
                  <a:lnTo>
                    <a:pt x="1826913" y="103505"/>
                  </a:lnTo>
                  <a:lnTo>
                    <a:pt x="1826672" y="102362"/>
                  </a:lnTo>
                  <a:lnTo>
                    <a:pt x="1842719" y="102362"/>
                  </a:lnTo>
                  <a:lnTo>
                    <a:pt x="1842547" y="100075"/>
                  </a:lnTo>
                  <a:lnTo>
                    <a:pt x="1840769" y="95631"/>
                  </a:lnTo>
                  <a:lnTo>
                    <a:pt x="1838864" y="93344"/>
                  </a:lnTo>
                  <a:lnTo>
                    <a:pt x="1835816" y="90931"/>
                  </a:lnTo>
                  <a:lnTo>
                    <a:pt x="1833784" y="90043"/>
                  </a:lnTo>
                  <a:lnTo>
                    <a:pt x="1833149" y="89662"/>
                  </a:lnTo>
                  <a:lnTo>
                    <a:pt x="1831244" y="89281"/>
                  </a:lnTo>
                  <a:lnTo>
                    <a:pt x="1830482" y="88900"/>
                  </a:lnTo>
                  <a:lnTo>
                    <a:pt x="1829297" y="88645"/>
                  </a:lnTo>
                  <a:lnTo>
                    <a:pt x="1741328" y="88645"/>
                  </a:lnTo>
                  <a:lnTo>
                    <a:pt x="1676177" y="88392"/>
                  </a:lnTo>
                  <a:lnTo>
                    <a:pt x="1625504" y="87630"/>
                  </a:lnTo>
                  <a:lnTo>
                    <a:pt x="1597183" y="86994"/>
                  </a:lnTo>
                  <a:lnTo>
                    <a:pt x="1510442" y="83693"/>
                  </a:lnTo>
                  <a:lnTo>
                    <a:pt x="1479581" y="82042"/>
                  </a:lnTo>
                  <a:lnTo>
                    <a:pt x="1449101" y="80137"/>
                  </a:lnTo>
                  <a:lnTo>
                    <a:pt x="1417859" y="77850"/>
                  </a:lnTo>
                  <a:lnTo>
                    <a:pt x="1385601" y="75437"/>
                  </a:lnTo>
                  <a:lnTo>
                    <a:pt x="1321593" y="69342"/>
                  </a:lnTo>
                  <a:lnTo>
                    <a:pt x="1289843" y="65786"/>
                  </a:lnTo>
                  <a:lnTo>
                    <a:pt x="1224692" y="57531"/>
                  </a:lnTo>
                  <a:lnTo>
                    <a:pt x="1224565" y="57531"/>
                  </a:lnTo>
                  <a:lnTo>
                    <a:pt x="1192688" y="53975"/>
                  </a:lnTo>
                  <a:lnTo>
                    <a:pt x="1127283" y="47243"/>
                  </a:lnTo>
                  <a:lnTo>
                    <a:pt x="1062513" y="41656"/>
                  </a:lnTo>
                  <a:lnTo>
                    <a:pt x="937545" y="33400"/>
                  </a:lnTo>
                  <a:lnTo>
                    <a:pt x="843565" y="29082"/>
                  </a:lnTo>
                  <a:lnTo>
                    <a:pt x="694848" y="24637"/>
                  </a:lnTo>
                  <a:lnTo>
                    <a:pt x="362489" y="18668"/>
                  </a:lnTo>
                  <a:lnTo>
                    <a:pt x="362616" y="18668"/>
                  </a:lnTo>
                  <a:lnTo>
                    <a:pt x="302037" y="17399"/>
                  </a:lnTo>
                  <a:lnTo>
                    <a:pt x="232441" y="14731"/>
                  </a:lnTo>
                  <a:lnTo>
                    <a:pt x="217455" y="13969"/>
                  </a:lnTo>
                  <a:lnTo>
                    <a:pt x="203231" y="13462"/>
                  </a:lnTo>
                  <a:lnTo>
                    <a:pt x="189261" y="12445"/>
                  </a:lnTo>
                  <a:lnTo>
                    <a:pt x="166020" y="11175"/>
                  </a:lnTo>
                  <a:lnTo>
                    <a:pt x="154971" y="10413"/>
                  </a:lnTo>
                  <a:lnTo>
                    <a:pt x="130311" y="8636"/>
                  </a:lnTo>
                  <a:close/>
                </a:path>
                <a:path w="1843404" h="118744">
                  <a:moveTo>
                    <a:pt x="1826418" y="103631"/>
                  </a:moveTo>
                  <a:lnTo>
                    <a:pt x="1820830" y="103631"/>
                  </a:lnTo>
                  <a:lnTo>
                    <a:pt x="1824005" y="104267"/>
                  </a:lnTo>
                  <a:lnTo>
                    <a:pt x="1823370" y="104012"/>
                  </a:lnTo>
                  <a:lnTo>
                    <a:pt x="1826739" y="104012"/>
                  </a:lnTo>
                  <a:lnTo>
                    <a:pt x="1826418" y="103631"/>
                  </a:lnTo>
                  <a:close/>
                </a:path>
                <a:path w="1843404" h="118744">
                  <a:moveTo>
                    <a:pt x="1826940" y="103631"/>
                  </a:moveTo>
                  <a:lnTo>
                    <a:pt x="1826418" y="103631"/>
                  </a:lnTo>
                  <a:lnTo>
                    <a:pt x="1827037" y="104096"/>
                  </a:lnTo>
                  <a:lnTo>
                    <a:pt x="1826940" y="103631"/>
                  </a:lnTo>
                  <a:close/>
                </a:path>
                <a:path w="1843404" h="118744">
                  <a:moveTo>
                    <a:pt x="1826913" y="103505"/>
                  </a:moveTo>
                  <a:lnTo>
                    <a:pt x="1815746" y="103513"/>
                  </a:lnTo>
                  <a:lnTo>
                    <a:pt x="1821465" y="103886"/>
                  </a:lnTo>
                  <a:lnTo>
                    <a:pt x="1820830" y="103631"/>
                  </a:lnTo>
                  <a:lnTo>
                    <a:pt x="1826940" y="103631"/>
                  </a:lnTo>
                  <a:close/>
                </a:path>
                <a:path w="1843404" h="118744">
                  <a:moveTo>
                    <a:pt x="1815623" y="103505"/>
                  </a:moveTo>
                  <a:lnTo>
                    <a:pt x="1808487" y="103513"/>
                  </a:lnTo>
                  <a:lnTo>
                    <a:pt x="1808130" y="103631"/>
                  </a:lnTo>
                  <a:lnTo>
                    <a:pt x="1815746" y="103513"/>
                  </a:lnTo>
                  <a:close/>
                </a:path>
                <a:path w="1843404" h="118744">
                  <a:moveTo>
                    <a:pt x="1826926" y="88137"/>
                  </a:moveTo>
                  <a:lnTo>
                    <a:pt x="1798478" y="88137"/>
                  </a:lnTo>
                  <a:lnTo>
                    <a:pt x="1787937" y="88518"/>
                  </a:lnTo>
                  <a:lnTo>
                    <a:pt x="1759362" y="88645"/>
                  </a:lnTo>
                  <a:lnTo>
                    <a:pt x="1829297" y="88645"/>
                  </a:lnTo>
                  <a:lnTo>
                    <a:pt x="1826926" y="88137"/>
                  </a:lnTo>
                  <a:close/>
                </a:path>
                <a:path w="1843404" h="118744">
                  <a:moveTo>
                    <a:pt x="1816512" y="87375"/>
                  </a:moveTo>
                  <a:lnTo>
                    <a:pt x="1807495" y="87375"/>
                  </a:lnTo>
                  <a:lnTo>
                    <a:pt x="1798351" y="88137"/>
                  </a:lnTo>
                  <a:lnTo>
                    <a:pt x="1826164" y="88137"/>
                  </a:lnTo>
                  <a:lnTo>
                    <a:pt x="1822989" y="87756"/>
                  </a:lnTo>
                  <a:lnTo>
                    <a:pt x="1822481" y="87630"/>
                  </a:lnTo>
                  <a:lnTo>
                    <a:pt x="1816512" y="87375"/>
                  </a:lnTo>
                  <a:close/>
                </a:path>
                <a:path w="1843404" h="118744">
                  <a:moveTo>
                    <a:pt x="1894" y="18626"/>
                  </a:moveTo>
                  <a:lnTo>
                    <a:pt x="158" y="19938"/>
                  </a:lnTo>
                  <a:lnTo>
                    <a:pt x="116" y="20319"/>
                  </a:lnTo>
                  <a:lnTo>
                    <a:pt x="0" y="22351"/>
                  </a:lnTo>
                  <a:lnTo>
                    <a:pt x="1125" y="23875"/>
                  </a:lnTo>
                  <a:lnTo>
                    <a:pt x="2063" y="25400"/>
                  </a:lnTo>
                  <a:lnTo>
                    <a:pt x="4095" y="25781"/>
                  </a:lnTo>
                  <a:lnTo>
                    <a:pt x="5746" y="25018"/>
                  </a:lnTo>
                  <a:lnTo>
                    <a:pt x="6508" y="24637"/>
                  </a:lnTo>
                  <a:lnTo>
                    <a:pt x="7905" y="23875"/>
                  </a:lnTo>
                  <a:lnTo>
                    <a:pt x="10064" y="21717"/>
                  </a:lnTo>
                  <a:lnTo>
                    <a:pt x="11207" y="20193"/>
                  </a:lnTo>
                  <a:lnTo>
                    <a:pt x="11334" y="19938"/>
                  </a:lnTo>
                  <a:lnTo>
                    <a:pt x="12026" y="19050"/>
                  </a:lnTo>
                  <a:lnTo>
                    <a:pt x="1682" y="19050"/>
                  </a:lnTo>
                  <a:lnTo>
                    <a:pt x="1894" y="18626"/>
                  </a:lnTo>
                  <a:close/>
                </a:path>
                <a:path w="1843404" h="118744">
                  <a:moveTo>
                    <a:pt x="2317" y="18287"/>
                  </a:moveTo>
                  <a:lnTo>
                    <a:pt x="1894" y="18626"/>
                  </a:lnTo>
                  <a:lnTo>
                    <a:pt x="1682" y="19050"/>
                  </a:lnTo>
                  <a:lnTo>
                    <a:pt x="2317" y="18287"/>
                  </a:lnTo>
                  <a:close/>
                </a:path>
                <a:path w="1843404" h="118744">
                  <a:moveTo>
                    <a:pt x="12682" y="18287"/>
                  </a:moveTo>
                  <a:lnTo>
                    <a:pt x="2317" y="18287"/>
                  </a:lnTo>
                  <a:lnTo>
                    <a:pt x="1682" y="19050"/>
                  </a:lnTo>
                  <a:lnTo>
                    <a:pt x="12026" y="19050"/>
                  </a:lnTo>
                  <a:lnTo>
                    <a:pt x="12223" y="18795"/>
                  </a:lnTo>
                  <a:lnTo>
                    <a:pt x="12682" y="18287"/>
                  </a:lnTo>
                  <a:close/>
                </a:path>
                <a:path w="1843404" h="118744">
                  <a:moveTo>
                    <a:pt x="12292" y="18795"/>
                  </a:moveTo>
                  <a:lnTo>
                    <a:pt x="12096" y="19050"/>
                  </a:lnTo>
                  <a:lnTo>
                    <a:pt x="12292" y="18795"/>
                  </a:lnTo>
                  <a:close/>
                </a:path>
                <a:path w="1843404" h="118744">
                  <a:moveTo>
                    <a:pt x="44100" y="0"/>
                  </a:moveTo>
                  <a:lnTo>
                    <a:pt x="40417" y="126"/>
                  </a:lnTo>
                  <a:lnTo>
                    <a:pt x="36480" y="381"/>
                  </a:lnTo>
                  <a:lnTo>
                    <a:pt x="36226" y="381"/>
                  </a:lnTo>
                  <a:lnTo>
                    <a:pt x="33432" y="762"/>
                  </a:lnTo>
                  <a:lnTo>
                    <a:pt x="33305" y="762"/>
                  </a:lnTo>
                  <a:lnTo>
                    <a:pt x="30130" y="1143"/>
                  </a:lnTo>
                  <a:lnTo>
                    <a:pt x="26447" y="1650"/>
                  </a:lnTo>
                  <a:lnTo>
                    <a:pt x="24034" y="2031"/>
                  </a:lnTo>
                  <a:lnTo>
                    <a:pt x="20986" y="2793"/>
                  </a:lnTo>
                  <a:lnTo>
                    <a:pt x="17303" y="3937"/>
                  </a:lnTo>
                  <a:lnTo>
                    <a:pt x="17049" y="3937"/>
                  </a:lnTo>
                  <a:lnTo>
                    <a:pt x="15652" y="4444"/>
                  </a:lnTo>
                  <a:lnTo>
                    <a:pt x="15017" y="4825"/>
                  </a:lnTo>
                  <a:lnTo>
                    <a:pt x="12858" y="5968"/>
                  </a:lnTo>
                  <a:lnTo>
                    <a:pt x="12223" y="6476"/>
                  </a:lnTo>
                  <a:lnTo>
                    <a:pt x="10318" y="8255"/>
                  </a:lnTo>
                  <a:lnTo>
                    <a:pt x="9937" y="8381"/>
                  </a:lnTo>
                  <a:lnTo>
                    <a:pt x="8052" y="10413"/>
                  </a:lnTo>
                  <a:lnTo>
                    <a:pt x="6762" y="11937"/>
                  </a:lnTo>
                  <a:lnTo>
                    <a:pt x="6635" y="12192"/>
                  </a:lnTo>
                  <a:lnTo>
                    <a:pt x="5365" y="13843"/>
                  </a:lnTo>
                  <a:lnTo>
                    <a:pt x="3333" y="16637"/>
                  </a:lnTo>
                  <a:lnTo>
                    <a:pt x="2063" y="18287"/>
                  </a:lnTo>
                  <a:lnTo>
                    <a:pt x="1894" y="18626"/>
                  </a:lnTo>
                  <a:lnTo>
                    <a:pt x="2317" y="18287"/>
                  </a:lnTo>
                  <a:lnTo>
                    <a:pt x="12682" y="18287"/>
                  </a:lnTo>
                  <a:lnTo>
                    <a:pt x="13269" y="17525"/>
                  </a:lnTo>
                  <a:lnTo>
                    <a:pt x="14636" y="15620"/>
                  </a:lnTo>
                  <a:lnTo>
                    <a:pt x="14763" y="15620"/>
                  </a:lnTo>
                  <a:lnTo>
                    <a:pt x="16033" y="14350"/>
                  </a:lnTo>
                  <a:lnTo>
                    <a:pt x="17215" y="13462"/>
                  </a:lnTo>
                  <a:lnTo>
                    <a:pt x="17049" y="13462"/>
                  </a:lnTo>
                  <a:lnTo>
                    <a:pt x="17684" y="13081"/>
                  </a:lnTo>
                  <a:lnTo>
                    <a:pt x="18878" y="12445"/>
                  </a:lnTo>
                  <a:lnTo>
                    <a:pt x="18700" y="12445"/>
                  </a:lnTo>
                  <a:lnTo>
                    <a:pt x="19970" y="11937"/>
                  </a:lnTo>
                  <a:lnTo>
                    <a:pt x="20574" y="11937"/>
                  </a:lnTo>
                  <a:lnTo>
                    <a:pt x="23145" y="11175"/>
                  </a:lnTo>
                  <a:lnTo>
                    <a:pt x="23018" y="11175"/>
                  </a:lnTo>
                  <a:lnTo>
                    <a:pt x="25812" y="10413"/>
                  </a:lnTo>
                  <a:lnTo>
                    <a:pt x="27971" y="9906"/>
                  </a:lnTo>
                  <a:lnTo>
                    <a:pt x="31400" y="9525"/>
                  </a:lnTo>
                  <a:lnTo>
                    <a:pt x="31146" y="9525"/>
                  </a:lnTo>
                  <a:lnTo>
                    <a:pt x="34321" y="9143"/>
                  </a:lnTo>
                  <a:lnTo>
                    <a:pt x="36988" y="8762"/>
                  </a:lnTo>
                  <a:lnTo>
                    <a:pt x="36861" y="8762"/>
                  </a:lnTo>
                  <a:lnTo>
                    <a:pt x="40798" y="8636"/>
                  </a:lnTo>
                  <a:lnTo>
                    <a:pt x="130311" y="8636"/>
                  </a:lnTo>
                  <a:lnTo>
                    <a:pt x="124999" y="8255"/>
                  </a:lnTo>
                  <a:lnTo>
                    <a:pt x="65309" y="1524"/>
                  </a:lnTo>
                  <a:lnTo>
                    <a:pt x="60483" y="888"/>
                  </a:lnTo>
                  <a:lnTo>
                    <a:pt x="56165" y="507"/>
                  </a:lnTo>
                  <a:lnTo>
                    <a:pt x="52228" y="381"/>
                  </a:lnTo>
                  <a:lnTo>
                    <a:pt x="44100" y="0"/>
                  </a:lnTo>
                  <a:close/>
                </a:path>
                <a:path w="1843404" h="118744">
                  <a:moveTo>
                    <a:pt x="13366" y="17399"/>
                  </a:moveTo>
                  <a:close/>
                </a:path>
                <a:path w="1843404" h="118744">
                  <a:moveTo>
                    <a:pt x="14763" y="15620"/>
                  </a:moveTo>
                  <a:lnTo>
                    <a:pt x="14636" y="15620"/>
                  </a:lnTo>
                  <a:lnTo>
                    <a:pt x="14509" y="15875"/>
                  </a:lnTo>
                  <a:lnTo>
                    <a:pt x="14763" y="15620"/>
                  </a:lnTo>
                  <a:close/>
                </a:path>
                <a:path w="1843404" h="118744">
                  <a:moveTo>
                    <a:pt x="16121" y="14350"/>
                  </a:moveTo>
                  <a:lnTo>
                    <a:pt x="15652" y="14731"/>
                  </a:lnTo>
                  <a:lnTo>
                    <a:pt x="16121" y="14350"/>
                  </a:lnTo>
                  <a:close/>
                </a:path>
                <a:path w="1843404" h="118744">
                  <a:moveTo>
                    <a:pt x="17684" y="13081"/>
                  </a:moveTo>
                  <a:lnTo>
                    <a:pt x="17049" y="13462"/>
                  </a:lnTo>
                  <a:lnTo>
                    <a:pt x="17574" y="13170"/>
                  </a:lnTo>
                  <a:close/>
                </a:path>
                <a:path w="1843404" h="118744">
                  <a:moveTo>
                    <a:pt x="17574" y="13170"/>
                  </a:moveTo>
                  <a:lnTo>
                    <a:pt x="17049" y="13462"/>
                  </a:lnTo>
                  <a:lnTo>
                    <a:pt x="17215" y="13462"/>
                  </a:lnTo>
                  <a:lnTo>
                    <a:pt x="17574" y="13170"/>
                  </a:lnTo>
                  <a:close/>
                </a:path>
                <a:path w="1843404" h="118744">
                  <a:moveTo>
                    <a:pt x="17735" y="13081"/>
                  </a:moveTo>
                  <a:lnTo>
                    <a:pt x="17574" y="13170"/>
                  </a:lnTo>
                  <a:lnTo>
                    <a:pt x="17735" y="13081"/>
                  </a:lnTo>
                  <a:close/>
                </a:path>
                <a:path w="1843404" h="118744">
                  <a:moveTo>
                    <a:pt x="19335" y="12192"/>
                  </a:moveTo>
                  <a:lnTo>
                    <a:pt x="18700" y="12445"/>
                  </a:lnTo>
                  <a:lnTo>
                    <a:pt x="18878" y="12445"/>
                  </a:lnTo>
                  <a:lnTo>
                    <a:pt x="19335" y="12192"/>
                  </a:lnTo>
                  <a:close/>
                </a:path>
                <a:path w="1843404" h="118744">
                  <a:moveTo>
                    <a:pt x="20574" y="11937"/>
                  </a:moveTo>
                  <a:lnTo>
                    <a:pt x="19970" y="11937"/>
                  </a:lnTo>
                  <a:lnTo>
                    <a:pt x="19716" y="12192"/>
                  </a:lnTo>
                  <a:lnTo>
                    <a:pt x="20574" y="119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20" dirty="0"/>
              <a:t> </a:t>
            </a:r>
            <a:r>
              <a:rPr dirty="0"/>
              <a:t>regression</a:t>
            </a:r>
            <a:r>
              <a:rPr spc="-100" dirty="0"/>
              <a:t> </a:t>
            </a:r>
            <a:r>
              <a:rPr dirty="0"/>
              <a:t>Vs.</a:t>
            </a:r>
            <a:r>
              <a:rPr spc="-105" dirty="0"/>
              <a:t> </a:t>
            </a:r>
            <a:r>
              <a:rPr dirty="0"/>
              <a:t>multiple</a:t>
            </a:r>
            <a:r>
              <a:rPr spc="-90" dirty="0"/>
              <a:t> </a:t>
            </a:r>
            <a:r>
              <a:rPr spc="-10" dirty="0"/>
              <a:t>regression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2918" y="2808223"/>
            <a:ext cx="571348" cy="1963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5129" y="2840101"/>
            <a:ext cx="131318" cy="2514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5810" y="3205860"/>
            <a:ext cx="200406" cy="1635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00242" y="3156585"/>
            <a:ext cx="722905" cy="31343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28476" y="1268793"/>
            <a:ext cx="6310630" cy="3393948"/>
            <a:chOff x="1437132" y="1200911"/>
            <a:chExt cx="6310630" cy="3393948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7132" y="1200911"/>
              <a:ext cx="6269736" cy="33939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56154" y="3149345"/>
              <a:ext cx="539750" cy="708660"/>
            </a:xfrm>
            <a:custGeom>
              <a:avLst/>
              <a:gdLst/>
              <a:ahLst/>
              <a:cxnLst/>
              <a:rect l="l" t="t" r="r" b="b"/>
              <a:pathLst>
                <a:path w="539750" h="708660">
                  <a:moveTo>
                    <a:pt x="0" y="708659"/>
                  </a:moveTo>
                  <a:lnTo>
                    <a:pt x="539495" y="708659"/>
                  </a:lnTo>
                  <a:lnTo>
                    <a:pt x="539495" y="0"/>
                  </a:lnTo>
                  <a:lnTo>
                    <a:pt x="0" y="0"/>
                  </a:lnTo>
                  <a:lnTo>
                    <a:pt x="0" y="708659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0833" y="1448180"/>
              <a:ext cx="487680" cy="33655"/>
            </a:xfrm>
            <a:custGeom>
              <a:avLst/>
              <a:gdLst/>
              <a:ahLst/>
              <a:cxnLst/>
              <a:rect l="l" t="t" r="r" b="b"/>
              <a:pathLst>
                <a:path w="487679" h="33655">
                  <a:moveTo>
                    <a:pt x="238918" y="22479"/>
                  </a:moveTo>
                  <a:lnTo>
                    <a:pt x="180244" y="22479"/>
                  </a:lnTo>
                  <a:lnTo>
                    <a:pt x="193452" y="24257"/>
                  </a:lnTo>
                  <a:lnTo>
                    <a:pt x="207549" y="26416"/>
                  </a:lnTo>
                  <a:lnTo>
                    <a:pt x="214661" y="27559"/>
                  </a:lnTo>
                  <a:lnTo>
                    <a:pt x="229774" y="29718"/>
                  </a:lnTo>
                  <a:lnTo>
                    <a:pt x="238156" y="30734"/>
                  </a:lnTo>
                  <a:lnTo>
                    <a:pt x="292893" y="33274"/>
                  </a:lnTo>
                  <a:lnTo>
                    <a:pt x="312451" y="33528"/>
                  </a:lnTo>
                  <a:lnTo>
                    <a:pt x="323754" y="33528"/>
                  </a:lnTo>
                  <a:lnTo>
                    <a:pt x="378872" y="31369"/>
                  </a:lnTo>
                  <a:lnTo>
                    <a:pt x="440785" y="24892"/>
                  </a:lnTo>
                  <a:lnTo>
                    <a:pt x="303180" y="24892"/>
                  </a:lnTo>
                  <a:lnTo>
                    <a:pt x="293020" y="24765"/>
                  </a:lnTo>
                  <a:lnTo>
                    <a:pt x="256063" y="23749"/>
                  </a:lnTo>
                  <a:lnTo>
                    <a:pt x="247808" y="23241"/>
                  </a:lnTo>
                  <a:lnTo>
                    <a:pt x="247935" y="23241"/>
                  </a:lnTo>
                  <a:lnTo>
                    <a:pt x="238918" y="22479"/>
                  </a:lnTo>
                  <a:close/>
                </a:path>
                <a:path w="487679" h="33655">
                  <a:moveTo>
                    <a:pt x="483012" y="9652"/>
                  </a:moveTo>
                  <a:lnTo>
                    <a:pt x="479075" y="10160"/>
                  </a:lnTo>
                  <a:lnTo>
                    <a:pt x="478821" y="10160"/>
                  </a:lnTo>
                  <a:lnTo>
                    <a:pt x="476027" y="10668"/>
                  </a:lnTo>
                  <a:lnTo>
                    <a:pt x="472217" y="11303"/>
                  </a:lnTo>
                  <a:lnTo>
                    <a:pt x="462946" y="12700"/>
                  </a:lnTo>
                  <a:lnTo>
                    <a:pt x="456469" y="13589"/>
                  </a:lnTo>
                  <a:lnTo>
                    <a:pt x="448976" y="14732"/>
                  </a:lnTo>
                  <a:lnTo>
                    <a:pt x="420528" y="18542"/>
                  </a:lnTo>
                  <a:lnTo>
                    <a:pt x="410114" y="19812"/>
                  </a:lnTo>
                  <a:lnTo>
                    <a:pt x="400081" y="20955"/>
                  </a:lnTo>
                  <a:lnTo>
                    <a:pt x="388905" y="21971"/>
                  </a:lnTo>
                  <a:lnTo>
                    <a:pt x="367823" y="23495"/>
                  </a:lnTo>
                  <a:lnTo>
                    <a:pt x="356774" y="24003"/>
                  </a:lnTo>
                  <a:lnTo>
                    <a:pt x="345090" y="24511"/>
                  </a:lnTo>
                  <a:lnTo>
                    <a:pt x="333914" y="24765"/>
                  </a:lnTo>
                  <a:lnTo>
                    <a:pt x="323627" y="24892"/>
                  </a:lnTo>
                  <a:lnTo>
                    <a:pt x="440785" y="24892"/>
                  </a:lnTo>
                  <a:lnTo>
                    <a:pt x="470185" y="21336"/>
                  </a:lnTo>
                  <a:lnTo>
                    <a:pt x="471159" y="21336"/>
                  </a:lnTo>
                  <a:lnTo>
                    <a:pt x="473360" y="21082"/>
                  </a:lnTo>
                  <a:lnTo>
                    <a:pt x="477424" y="20701"/>
                  </a:lnTo>
                  <a:lnTo>
                    <a:pt x="477297" y="20701"/>
                  </a:lnTo>
                  <a:lnTo>
                    <a:pt x="479487" y="20601"/>
                  </a:lnTo>
                  <a:lnTo>
                    <a:pt x="479075" y="20574"/>
                  </a:lnTo>
                  <a:lnTo>
                    <a:pt x="483938" y="20574"/>
                  </a:lnTo>
                  <a:lnTo>
                    <a:pt x="485171" y="20066"/>
                  </a:lnTo>
                  <a:lnTo>
                    <a:pt x="486187" y="18288"/>
                  </a:lnTo>
                  <a:lnTo>
                    <a:pt x="487330" y="16383"/>
                  </a:lnTo>
                  <a:lnTo>
                    <a:pt x="487330" y="14224"/>
                  </a:lnTo>
                  <a:lnTo>
                    <a:pt x="486156" y="12387"/>
                  </a:lnTo>
                  <a:lnTo>
                    <a:pt x="485171" y="10541"/>
                  </a:lnTo>
                  <a:lnTo>
                    <a:pt x="483012" y="9652"/>
                  </a:lnTo>
                  <a:close/>
                </a:path>
                <a:path w="487679" h="33655">
                  <a:moveTo>
                    <a:pt x="229883" y="21336"/>
                  </a:moveTo>
                  <a:lnTo>
                    <a:pt x="160432" y="21336"/>
                  </a:lnTo>
                  <a:lnTo>
                    <a:pt x="166528" y="21590"/>
                  </a:lnTo>
                  <a:lnTo>
                    <a:pt x="173386" y="21971"/>
                  </a:lnTo>
                  <a:lnTo>
                    <a:pt x="173259" y="21971"/>
                  </a:lnTo>
                  <a:lnTo>
                    <a:pt x="180371" y="22606"/>
                  </a:lnTo>
                  <a:lnTo>
                    <a:pt x="239045" y="22479"/>
                  </a:lnTo>
                  <a:lnTo>
                    <a:pt x="230790" y="21463"/>
                  </a:lnTo>
                  <a:lnTo>
                    <a:pt x="229883" y="21336"/>
                  </a:lnTo>
                  <a:close/>
                </a:path>
                <a:path w="487679" h="33655">
                  <a:moveTo>
                    <a:pt x="51071" y="8890"/>
                  </a:moveTo>
                  <a:lnTo>
                    <a:pt x="31273" y="8890"/>
                  </a:lnTo>
                  <a:lnTo>
                    <a:pt x="35210" y="10414"/>
                  </a:lnTo>
                  <a:lnTo>
                    <a:pt x="38639" y="11811"/>
                  </a:lnTo>
                  <a:lnTo>
                    <a:pt x="42830" y="13208"/>
                  </a:lnTo>
                  <a:lnTo>
                    <a:pt x="43084" y="13335"/>
                  </a:lnTo>
                  <a:lnTo>
                    <a:pt x="47021" y="14478"/>
                  </a:lnTo>
                  <a:lnTo>
                    <a:pt x="51466" y="15621"/>
                  </a:lnTo>
                  <a:lnTo>
                    <a:pt x="56292" y="16637"/>
                  </a:lnTo>
                  <a:lnTo>
                    <a:pt x="61499" y="17653"/>
                  </a:lnTo>
                  <a:lnTo>
                    <a:pt x="61626" y="17653"/>
                  </a:lnTo>
                  <a:lnTo>
                    <a:pt x="66833" y="18669"/>
                  </a:lnTo>
                  <a:lnTo>
                    <a:pt x="78009" y="20066"/>
                  </a:lnTo>
                  <a:lnTo>
                    <a:pt x="83724" y="20574"/>
                  </a:lnTo>
                  <a:lnTo>
                    <a:pt x="97186" y="21463"/>
                  </a:lnTo>
                  <a:lnTo>
                    <a:pt x="110775" y="21717"/>
                  </a:lnTo>
                  <a:lnTo>
                    <a:pt x="117633" y="21717"/>
                  </a:lnTo>
                  <a:lnTo>
                    <a:pt x="124110" y="21590"/>
                  </a:lnTo>
                  <a:lnTo>
                    <a:pt x="131730" y="21590"/>
                  </a:lnTo>
                  <a:lnTo>
                    <a:pt x="145446" y="21336"/>
                  </a:lnTo>
                  <a:lnTo>
                    <a:pt x="229883" y="21336"/>
                  </a:lnTo>
                  <a:lnTo>
                    <a:pt x="223678" y="20574"/>
                  </a:lnTo>
                  <a:lnTo>
                    <a:pt x="215931" y="19431"/>
                  </a:lnTo>
                  <a:lnTo>
                    <a:pt x="208692" y="18288"/>
                  </a:lnTo>
                  <a:lnTo>
                    <a:pt x="194595" y="16129"/>
                  </a:lnTo>
                  <a:lnTo>
                    <a:pt x="188118" y="15240"/>
                  </a:lnTo>
                  <a:lnTo>
                    <a:pt x="181260" y="14351"/>
                  </a:lnTo>
                  <a:lnTo>
                    <a:pt x="181006" y="14351"/>
                  </a:lnTo>
                  <a:lnTo>
                    <a:pt x="175672" y="13970"/>
                  </a:lnTo>
                  <a:lnTo>
                    <a:pt x="97440" y="13970"/>
                  </a:lnTo>
                  <a:lnTo>
                    <a:pt x="84232" y="13462"/>
                  </a:lnTo>
                  <a:lnTo>
                    <a:pt x="78644" y="13081"/>
                  </a:lnTo>
                  <a:lnTo>
                    <a:pt x="78771" y="13081"/>
                  </a:lnTo>
                  <a:lnTo>
                    <a:pt x="72802" y="12573"/>
                  </a:lnTo>
                  <a:lnTo>
                    <a:pt x="67849" y="11938"/>
                  </a:lnTo>
                  <a:lnTo>
                    <a:pt x="67976" y="11938"/>
                  </a:lnTo>
                  <a:lnTo>
                    <a:pt x="62642" y="11176"/>
                  </a:lnTo>
                  <a:lnTo>
                    <a:pt x="57562" y="10287"/>
                  </a:lnTo>
                  <a:lnTo>
                    <a:pt x="57689" y="10287"/>
                  </a:lnTo>
                  <a:lnTo>
                    <a:pt x="53578" y="9398"/>
                  </a:lnTo>
                  <a:lnTo>
                    <a:pt x="52990" y="9398"/>
                  </a:lnTo>
                  <a:lnTo>
                    <a:pt x="51071" y="8890"/>
                  </a:lnTo>
                  <a:close/>
                </a:path>
                <a:path w="487679" h="33655">
                  <a:moveTo>
                    <a:pt x="471159" y="21336"/>
                  </a:moveTo>
                  <a:lnTo>
                    <a:pt x="470185" y="21336"/>
                  </a:lnTo>
                  <a:lnTo>
                    <a:pt x="470058" y="21463"/>
                  </a:lnTo>
                  <a:lnTo>
                    <a:pt x="471159" y="21336"/>
                  </a:lnTo>
                  <a:close/>
                </a:path>
                <a:path w="487679" h="33655">
                  <a:moveTo>
                    <a:pt x="483938" y="20574"/>
                  </a:moveTo>
                  <a:lnTo>
                    <a:pt x="480091" y="20574"/>
                  </a:lnTo>
                  <a:lnTo>
                    <a:pt x="479487" y="20601"/>
                  </a:lnTo>
                  <a:lnTo>
                    <a:pt x="480980" y="20701"/>
                  </a:lnTo>
                  <a:lnTo>
                    <a:pt x="483012" y="20955"/>
                  </a:lnTo>
                  <a:lnTo>
                    <a:pt x="483938" y="20574"/>
                  </a:lnTo>
                  <a:close/>
                </a:path>
                <a:path w="487679" h="33655">
                  <a:moveTo>
                    <a:pt x="480091" y="20574"/>
                  </a:moveTo>
                  <a:lnTo>
                    <a:pt x="479075" y="20574"/>
                  </a:lnTo>
                  <a:lnTo>
                    <a:pt x="479487" y="20601"/>
                  </a:lnTo>
                  <a:lnTo>
                    <a:pt x="480091" y="20574"/>
                  </a:lnTo>
                  <a:close/>
                </a:path>
                <a:path w="487679" h="33655">
                  <a:moveTo>
                    <a:pt x="8921" y="12065"/>
                  </a:moveTo>
                  <a:lnTo>
                    <a:pt x="1397" y="12065"/>
                  </a:lnTo>
                  <a:lnTo>
                    <a:pt x="1047" y="12446"/>
                  </a:lnTo>
                  <a:lnTo>
                    <a:pt x="920" y="12700"/>
                  </a:lnTo>
                  <a:lnTo>
                    <a:pt x="74" y="13970"/>
                  </a:lnTo>
                  <a:lnTo>
                    <a:pt x="0" y="14732"/>
                  </a:lnTo>
                  <a:lnTo>
                    <a:pt x="285" y="16256"/>
                  </a:lnTo>
                  <a:lnTo>
                    <a:pt x="1809" y="17399"/>
                  </a:lnTo>
                  <a:lnTo>
                    <a:pt x="3206" y="18542"/>
                  </a:lnTo>
                  <a:lnTo>
                    <a:pt x="5238" y="18288"/>
                  </a:lnTo>
                  <a:lnTo>
                    <a:pt x="6508" y="17018"/>
                  </a:lnTo>
                  <a:lnTo>
                    <a:pt x="6635" y="16764"/>
                  </a:lnTo>
                  <a:lnTo>
                    <a:pt x="7270" y="16002"/>
                  </a:lnTo>
                  <a:lnTo>
                    <a:pt x="7651" y="15240"/>
                  </a:lnTo>
                  <a:lnTo>
                    <a:pt x="7905" y="14351"/>
                  </a:lnTo>
                  <a:lnTo>
                    <a:pt x="8032" y="14224"/>
                  </a:lnTo>
                  <a:lnTo>
                    <a:pt x="8223" y="13716"/>
                  </a:lnTo>
                  <a:lnTo>
                    <a:pt x="8286" y="13462"/>
                  </a:lnTo>
                  <a:lnTo>
                    <a:pt x="8459" y="13081"/>
                  </a:lnTo>
                  <a:lnTo>
                    <a:pt x="8540" y="12700"/>
                  </a:lnTo>
                  <a:lnTo>
                    <a:pt x="8921" y="12065"/>
                  </a:lnTo>
                  <a:close/>
                </a:path>
                <a:path w="487679" h="33655">
                  <a:moveTo>
                    <a:pt x="160686" y="13208"/>
                  </a:moveTo>
                  <a:lnTo>
                    <a:pt x="145319" y="13208"/>
                  </a:lnTo>
                  <a:lnTo>
                    <a:pt x="138842" y="13335"/>
                  </a:lnTo>
                  <a:lnTo>
                    <a:pt x="131603" y="13589"/>
                  </a:lnTo>
                  <a:lnTo>
                    <a:pt x="110775" y="13970"/>
                  </a:lnTo>
                  <a:lnTo>
                    <a:pt x="175672" y="13970"/>
                  </a:lnTo>
                  <a:lnTo>
                    <a:pt x="173894" y="13843"/>
                  </a:lnTo>
                  <a:lnTo>
                    <a:pt x="166909" y="13462"/>
                  </a:lnTo>
                  <a:lnTo>
                    <a:pt x="160686" y="13208"/>
                  </a:lnTo>
                  <a:close/>
                </a:path>
                <a:path w="487679" h="33655">
                  <a:moveTo>
                    <a:pt x="8413" y="13208"/>
                  </a:moveTo>
                  <a:lnTo>
                    <a:pt x="8286" y="13462"/>
                  </a:lnTo>
                  <a:lnTo>
                    <a:pt x="8413" y="13208"/>
                  </a:lnTo>
                  <a:close/>
                </a:path>
                <a:path w="487679" h="33655">
                  <a:moveTo>
                    <a:pt x="8921" y="12065"/>
                  </a:moveTo>
                  <a:lnTo>
                    <a:pt x="8540" y="12700"/>
                  </a:lnTo>
                  <a:lnTo>
                    <a:pt x="8775" y="12387"/>
                  </a:lnTo>
                  <a:lnTo>
                    <a:pt x="8921" y="12065"/>
                  </a:lnTo>
                  <a:close/>
                </a:path>
                <a:path w="487679" h="33655">
                  <a:moveTo>
                    <a:pt x="8775" y="12387"/>
                  </a:moveTo>
                  <a:lnTo>
                    <a:pt x="8540" y="12700"/>
                  </a:lnTo>
                  <a:lnTo>
                    <a:pt x="8775" y="12387"/>
                  </a:lnTo>
                  <a:close/>
                </a:path>
                <a:path w="487679" h="33655">
                  <a:moveTo>
                    <a:pt x="9556" y="11303"/>
                  </a:moveTo>
                  <a:lnTo>
                    <a:pt x="1936" y="11303"/>
                  </a:lnTo>
                  <a:lnTo>
                    <a:pt x="1428" y="12065"/>
                  </a:lnTo>
                  <a:lnTo>
                    <a:pt x="8921" y="12065"/>
                  </a:lnTo>
                  <a:lnTo>
                    <a:pt x="8775" y="12387"/>
                  </a:lnTo>
                  <a:lnTo>
                    <a:pt x="9302" y="11684"/>
                  </a:lnTo>
                  <a:lnTo>
                    <a:pt x="9429" y="11430"/>
                  </a:lnTo>
                  <a:close/>
                </a:path>
                <a:path w="487679" h="33655">
                  <a:moveTo>
                    <a:pt x="1682" y="11684"/>
                  </a:moveTo>
                  <a:lnTo>
                    <a:pt x="1397" y="12065"/>
                  </a:lnTo>
                  <a:lnTo>
                    <a:pt x="1682" y="11684"/>
                  </a:lnTo>
                  <a:close/>
                </a:path>
                <a:path w="487679" h="33655">
                  <a:moveTo>
                    <a:pt x="18319" y="0"/>
                  </a:moveTo>
                  <a:lnTo>
                    <a:pt x="18065" y="0"/>
                  </a:lnTo>
                  <a:lnTo>
                    <a:pt x="16160" y="127"/>
                  </a:lnTo>
                  <a:lnTo>
                    <a:pt x="15779" y="127"/>
                  </a:lnTo>
                  <a:lnTo>
                    <a:pt x="6889" y="4699"/>
                  </a:lnTo>
                  <a:lnTo>
                    <a:pt x="6762" y="4699"/>
                  </a:lnTo>
                  <a:lnTo>
                    <a:pt x="5492" y="6096"/>
                  </a:lnTo>
                  <a:lnTo>
                    <a:pt x="4476" y="7239"/>
                  </a:lnTo>
                  <a:lnTo>
                    <a:pt x="3460" y="8763"/>
                  </a:lnTo>
                  <a:lnTo>
                    <a:pt x="3206" y="9017"/>
                  </a:lnTo>
                  <a:lnTo>
                    <a:pt x="2286" y="10668"/>
                  </a:lnTo>
                  <a:lnTo>
                    <a:pt x="1809" y="11430"/>
                  </a:lnTo>
                  <a:lnTo>
                    <a:pt x="9556" y="11303"/>
                  </a:lnTo>
                  <a:lnTo>
                    <a:pt x="9683" y="11176"/>
                  </a:lnTo>
                  <a:lnTo>
                    <a:pt x="10826" y="10160"/>
                  </a:lnTo>
                  <a:lnTo>
                    <a:pt x="11461" y="9525"/>
                  </a:lnTo>
                  <a:lnTo>
                    <a:pt x="11334" y="9525"/>
                  </a:lnTo>
                  <a:lnTo>
                    <a:pt x="12604" y="8509"/>
                  </a:lnTo>
                  <a:lnTo>
                    <a:pt x="13028" y="8255"/>
                  </a:lnTo>
                  <a:lnTo>
                    <a:pt x="13366" y="8001"/>
                  </a:lnTo>
                  <a:lnTo>
                    <a:pt x="14763" y="7366"/>
                  </a:lnTo>
                  <a:lnTo>
                    <a:pt x="16795" y="6985"/>
                  </a:lnTo>
                  <a:lnTo>
                    <a:pt x="17494" y="6985"/>
                  </a:lnTo>
                  <a:lnTo>
                    <a:pt x="18446" y="6858"/>
                  </a:lnTo>
                  <a:lnTo>
                    <a:pt x="43508" y="6858"/>
                  </a:lnTo>
                  <a:lnTo>
                    <a:pt x="41137" y="5969"/>
                  </a:lnTo>
                  <a:lnTo>
                    <a:pt x="40925" y="5969"/>
                  </a:lnTo>
                  <a:lnTo>
                    <a:pt x="33686" y="3048"/>
                  </a:lnTo>
                  <a:lnTo>
                    <a:pt x="30003" y="1778"/>
                  </a:lnTo>
                  <a:lnTo>
                    <a:pt x="29749" y="1651"/>
                  </a:lnTo>
                  <a:lnTo>
                    <a:pt x="27463" y="1016"/>
                  </a:lnTo>
                  <a:lnTo>
                    <a:pt x="27082" y="889"/>
                  </a:lnTo>
                  <a:lnTo>
                    <a:pt x="23399" y="381"/>
                  </a:lnTo>
                  <a:lnTo>
                    <a:pt x="20859" y="127"/>
                  </a:lnTo>
                  <a:lnTo>
                    <a:pt x="18319" y="0"/>
                  </a:lnTo>
                  <a:close/>
                </a:path>
                <a:path w="487679" h="33655">
                  <a:moveTo>
                    <a:pt x="9683" y="11176"/>
                  </a:moveTo>
                  <a:lnTo>
                    <a:pt x="9429" y="11430"/>
                  </a:lnTo>
                  <a:lnTo>
                    <a:pt x="9577" y="11303"/>
                  </a:lnTo>
                  <a:close/>
                </a:path>
                <a:path w="487679" h="33655">
                  <a:moveTo>
                    <a:pt x="9607" y="11277"/>
                  </a:moveTo>
                  <a:lnTo>
                    <a:pt x="9429" y="11430"/>
                  </a:lnTo>
                  <a:lnTo>
                    <a:pt x="9607" y="11277"/>
                  </a:lnTo>
                  <a:close/>
                </a:path>
                <a:path w="487679" h="33655">
                  <a:moveTo>
                    <a:pt x="9726" y="11176"/>
                  </a:moveTo>
                  <a:close/>
                </a:path>
                <a:path w="487679" h="33655">
                  <a:moveTo>
                    <a:pt x="11588" y="9398"/>
                  </a:moveTo>
                  <a:lnTo>
                    <a:pt x="11334" y="9525"/>
                  </a:lnTo>
                  <a:lnTo>
                    <a:pt x="11461" y="9525"/>
                  </a:lnTo>
                  <a:close/>
                </a:path>
                <a:path w="487679" h="33655">
                  <a:moveTo>
                    <a:pt x="52990" y="9271"/>
                  </a:moveTo>
                  <a:lnTo>
                    <a:pt x="53578" y="9398"/>
                  </a:lnTo>
                  <a:lnTo>
                    <a:pt x="52990" y="9271"/>
                  </a:lnTo>
                  <a:close/>
                </a:path>
                <a:path w="487679" h="33655">
                  <a:moveTo>
                    <a:pt x="46541" y="7747"/>
                  </a:moveTo>
                  <a:lnTo>
                    <a:pt x="27971" y="7747"/>
                  </a:lnTo>
                  <a:lnTo>
                    <a:pt x="31400" y="9017"/>
                  </a:lnTo>
                  <a:lnTo>
                    <a:pt x="51071" y="8890"/>
                  </a:lnTo>
                  <a:lnTo>
                    <a:pt x="49152" y="8382"/>
                  </a:lnTo>
                  <a:lnTo>
                    <a:pt x="48799" y="8382"/>
                  </a:lnTo>
                  <a:lnTo>
                    <a:pt x="46541" y="7747"/>
                  </a:lnTo>
                  <a:close/>
                </a:path>
                <a:path w="487679" h="33655">
                  <a:moveTo>
                    <a:pt x="12689" y="8509"/>
                  </a:moveTo>
                  <a:lnTo>
                    <a:pt x="12350" y="8763"/>
                  </a:lnTo>
                  <a:lnTo>
                    <a:pt x="12689" y="8509"/>
                  </a:lnTo>
                  <a:close/>
                </a:path>
                <a:path w="487679" h="33655">
                  <a:moveTo>
                    <a:pt x="48672" y="8255"/>
                  </a:moveTo>
                  <a:lnTo>
                    <a:pt x="49152" y="8382"/>
                  </a:lnTo>
                  <a:lnTo>
                    <a:pt x="48672" y="8255"/>
                  </a:lnTo>
                  <a:close/>
                </a:path>
                <a:path w="487679" h="33655">
                  <a:moveTo>
                    <a:pt x="13366" y="8001"/>
                  </a:moveTo>
                  <a:lnTo>
                    <a:pt x="12985" y="8255"/>
                  </a:lnTo>
                  <a:lnTo>
                    <a:pt x="13112" y="8191"/>
                  </a:lnTo>
                  <a:lnTo>
                    <a:pt x="13366" y="8001"/>
                  </a:lnTo>
                  <a:close/>
                </a:path>
                <a:path w="487679" h="33655">
                  <a:moveTo>
                    <a:pt x="13112" y="8191"/>
                  </a:moveTo>
                  <a:lnTo>
                    <a:pt x="12985" y="8255"/>
                  </a:lnTo>
                  <a:lnTo>
                    <a:pt x="13112" y="8191"/>
                  </a:lnTo>
                  <a:close/>
                </a:path>
                <a:path w="487679" h="33655">
                  <a:moveTo>
                    <a:pt x="13493" y="8001"/>
                  </a:moveTo>
                  <a:lnTo>
                    <a:pt x="13112" y="8191"/>
                  </a:lnTo>
                  <a:lnTo>
                    <a:pt x="13493" y="8001"/>
                  </a:lnTo>
                  <a:close/>
                </a:path>
                <a:path w="487679" h="33655">
                  <a:moveTo>
                    <a:pt x="44524" y="7239"/>
                  </a:moveTo>
                  <a:lnTo>
                    <a:pt x="25812" y="7239"/>
                  </a:lnTo>
                  <a:lnTo>
                    <a:pt x="28225" y="7874"/>
                  </a:lnTo>
                  <a:lnTo>
                    <a:pt x="27971" y="7747"/>
                  </a:lnTo>
                  <a:lnTo>
                    <a:pt x="46541" y="7747"/>
                  </a:lnTo>
                  <a:lnTo>
                    <a:pt x="45187" y="7366"/>
                  </a:lnTo>
                  <a:lnTo>
                    <a:pt x="44862" y="7366"/>
                  </a:lnTo>
                  <a:lnTo>
                    <a:pt x="44524" y="7239"/>
                  </a:lnTo>
                  <a:close/>
                </a:path>
                <a:path w="487679" h="33655">
                  <a:moveTo>
                    <a:pt x="15144" y="7366"/>
                  </a:moveTo>
                  <a:lnTo>
                    <a:pt x="14763" y="7366"/>
                  </a:lnTo>
                  <a:lnTo>
                    <a:pt x="14255" y="7620"/>
                  </a:lnTo>
                  <a:lnTo>
                    <a:pt x="15144" y="7366"/>
                  </a:lnTo>
                  <a:close/>
                </a:path>
                <a:path w="487679" h="33655">
                  <a:moveTo>
                    <a:pt x="43508" y="6858"/>
                  </a:moveTo>
                  <a:lnTo>
                    <a:pt x="22510" y="6858"/>
                  </a:lnTo>
                  <a:lnTo>
                    <a:pt x="26193" y="7366"/>
                  </a:lnTo>
                  <a:lnTo>
                    <a:pt x="25812" y="7239"/>
                  </a:lnTo>
                  <a:lnTo>
                    <a:pt x="44524" y="7239"/>
                  </a:lnTo>
                  <a:lnTo>
                    <a:pt x="43508" y="6858"/>
                  </a:lnTo>
                  <a:close/>
                </a:path>
                <a:path w="487679" h="33655">
                  <a:moveTo>
                    <a:pt x="44735" y="7239"/>
                  </a:moveTo>
                  <a:lnTo>
                    <a:pt x="45187" y="7366"/>
                  </a:lnTo>
                  <a:lnTo>
                    <a:pt x="44735" y="7239"/>
                  </a:lnTo>
                  <a:close/>
                </a:path>
                <a:path w="487679" h="33655">
                  <a:moveTo>
                    <a:pt x="17494" y="6985"/>
                  </a:moveTo>
                  <a:lnTo>
                    <a:pt x="16795" y="6985"/>
                  </a:lnTo>
                  <a:lnTo>
                    <a:pt x="16541" y="7112"/>
                  </a:lnTo>
                  <a:lnTo>
                    <a:pt x="17494" y="6985"/>
                  </a:lnTo>
                  <a:close/>
                </a:path>
                <a:path w="487679" h="33655">
                  <a:moveTo>
                    <a:pt x="20605" y="6858"/>
                  </a:moveTo>
                  <a:lnTo>
                    <a:pt x="18446" y="6858"/>
                  </a:lnTo>
                  <a:lnTo>
                    <a:pt x="18319" y="6985"/>
                  </a:lnTo>
                  <a:lnTo>
                    <a:pt x="20605" y="6858"/>
                  </a:lnTo>
                  <a:close/>
                </a:path>
                <a:path w="487679" h="33655">
                  <a:moveTo>
                    <a:pt x="40798" y="5842"/>
                  </a:moveTo>
                  <a:lnTo>
                    <a:pt x="41137" y="5969"/>
                  </a:lnTo>
                  <a:lnTo>
                    <a:pt x="40798" y="584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8334" y="1432178"/>
              <a:ext cx="111662" cy="293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06539" y="2711322"/>
              <a:ext cx="226313" cy="5240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31532" y="2826130"/>
              <a:ext cx="316230" cy="181610"/>
            </a:xfrm>
            <a:custGeom>
              <a:avLst/>
              <a:gdLst/>
              <a:ahLst/>
              <a:cxnLst/>
              <a:rect l="l" t="t" r="r" b="b"/>
              <a:pathLst>
                <a:path w="316229" h="181610">
                  <a:moveTo>
                    <a:pt x="165" y="173329"/>
                  </a:moveTo>
                  <a:lnTo>
                    <a:pt x="76" y="172008"/>
                  </a:lnTo>
                  <a:lnTo>
                    <a:pt x="0" y="172974"/>
                  </a:lnTo>
                  <a:lnTo>
                    <a:pt x="165" y="173329"/>
                  </a:lnTo>
                  <a:close/>
                </a:path>
                <a:path w="316229" h="181610">
                  <a:moveTo>
                    <a:pt x="114046" y="54229"/>
                  </a:moveTo>
                  <a:lnTo>
                    <a:pt x="112395" y="52451"/>
                  </a:lnTo>
                  <a:lnTo>
                    <a:pt x="100457" y="50927"/>
                  </a:lnTo>
                  <a:lnTo>
                    <a:pt x="100076" y="50927"/>
                  </a:lnTo>
                  <a:lnTo>
                    <a:pt x="88265" y="50038"/>
                  </a:lnTo>
                  <a:lnTo>
                    <a:pt x="76581" y="49403"/>
                  </a:lnTo>
                  <a:lnTo>
                    <a:pt x="65405" y="49022"/>
                  </a:lnTo>
                  <a:lnTo>
                    <a:pt x="53721" y="49022"/>
                  </a:lnTo>
                  <a:lnTo>
                    <a:pt x="44704" y="49276"/>
                  </a:lnTo>
                  <a:lnTo>
                    <a:pt x="44323" y="49276"/>
                  </a:lnTo>
                  <a:lnTo>
                    <a:pt x="17145" y="61595"/>
                  </a:lnTo>
                  <a:lnTo>
                    <a:pt x="17272" y="66040"/>
                  </a:lnTo>
                  <a:lnTo>
                    <a:pt x="22733" y="71755"/>
                  </a:lnTo>
                  <a:lnTo>
                    <a:pt x="27178" y="72136"/>
                  </a:lnTo>
                  <a:lnTo>
                    <a:pt x="30226" y="69723"/>
                  </a:lnTo>
                  <a:lnTo>
                    <a:pt x="31115" y="68961"/>
                  </a:lnTo>
                  <a:lnTo>
                    <a:pt x="31242" y="68961"/>
                  </a:lnTo>
                  <a:lnTo>
                    <a:pt x="32689" y="67818"/>
                  </a:lnTo>
                  <a:lnTo>
                    <a:pt x="33070" y="67513"/>
                  </a:lnTo>
                  <a:lnTo>
                    <a:pt x="33909" y="67056"/>
                  </a:lnTo>
                  <a:lnTo>
                    <a:pt x="34150" y="66929"/>
                  </a:lnTo>
                  <a:lnTo>
                    <a:pt x="34620" y="66675"/>
                  </a:lnTo>
                  <a:lnTo>
                    <a:pt x="36779" y="66167"/>
                  </a:lnTo>
                  <a:lnTo>
                    <a:pt x="39497" y="65532"/>
                  </a:lnTo>
                  <a:lnTo>
                    <a:pt x="38608" y="65786"/>
                  </a:lnTo>
                  <a:lnTo>
                    <a:pt x="40970" y="65532"/>
                  </a:lnTo>
                  <a:lnTo>
                    <a:pt x="45720" y="65024"/>
                  </a:lnTo>
                  <a:lnTo>
                    <a:pt x="54610" y="64262"/>
                  </a:lnTo>
                  <a:lnTo>
                    <a:pt x="54356" y="64389"/>
                  </a:lnTo>
                  <a:lnTo>
                    <a:pt x="56591" y="64262"/>
                  </a:lnTo>
                  <a:lnTo>
                    <a:pt x="65532" y="63754"/>
                  </a:lnTo>
                  <a:lnTo>
                    <a:pt x="88138" y="62738"/>
                  </a:lnTo>
                  <a:lnTo>
                    <a:pt x="100076" y="61849"/>
                  </a:lnTo>
                  <a:lnTo>
                    <a:pt x="100457" y="61849"/>
                  </a:lnTo>
                  <a:lnTo>
                    <a:pt x="112395" y="60325"/>
                  </a:lnTo>
                  <a:lnTo>
                    <a:pt x="114046" y="58547"/>
                  </a:lnTo>
                  <a:lnTo>
                    <a:pt x="114046" y="54229"/>
                  </a:lnTo>
                  <a:close/>
                </a:path>
                <a:path w="316229" h="181610">
                  <a:moveTo>
                    <a:pt x="127381" y="168402"/>
                  </a:moveTo>
                  <a:lnTo>
                    <a:pt x="126619" y="164592"/>
                  </a:lnTo>
                  <a:lnTo>
                    <a:pt x="126009" y="164084"/>
                  </a:lnTo>
                  <a:lnTo>
                    <a:pt x="124968" y="163195"/>
                  </a:lnTo>
                  <a:lnTo>
                    <a:pt x="122936" y="163322"/>
                  </a:lnTo>
                  <a:lnTo>
                    <a:pt x="109728" y="163830"/>
                  </a:lnTo>
                  <a:lnTo>
                    <a:pt x="94615" y="164084"/>
                  </a:lnTo>
                  <a:lnTo>
                    <a:pt x="65278" y="164084"/>
                  </a:lnTo>
                  <a:lnTo>
                    <a:pt x="26670" y="163449"/>
                  </a:lnTo>
                  <a:lnTo>
                    <a:pt x="22860" y="163449"/>
                  </a:lnTo>
                  <a:lnTo>
                    <a:pt x="22733" y="163322"/>
                  </a:lnTo>
                  <a:lnTo>
                    <a:pt x="18161" y="163449"/>
                  </a:lnTo>
                  <a:lnTo>
                    <a:pt x="13970" y="163449"/>
                  </a:lnTo>
                  <a:lnTo>
                    <a:pt x="13970" y="179832"/>
                  </a:lnTo>
                  <a:lnTo>
                    <a:pt x="11252" y="180035"/>
                  </a:lnTo>
                  <a:lnTo>
                    <a:pt x="12255" y="179959"/>
                  </a:lnTo>
                  <a:lnTo>
                    <a:pt x="13970" y="179832"/>
                  </a:lnTo>
                  <a:lnTo>
                    <a:pt x="13970" y="163449"/>
                  </a:lnTo>
                  <a:lnTo>
                    <a:pt x="10033" y="163449"/>
                  </a:lnTo>
                  <a:lnTo>
                    <a:pt x="9652" y="163449"/>
                  </a:lnTo>
                  <a:lnTo>
                    <a:pt x="6604" y="163195"/>
                  </a:lnTo>
                  <a:lnTo>
                    <a:pt x="6045" y="163449"/>
                  </a:lnTo>
                  <a:lnTo>
                    <a:pt x="5715" y="163449"/>
                  </a:lnTo>
                  <a:lnTo>
                    <a:pt x="4686" y="164071"/>
                  </a:lnTo>
                  <a:lnTo>
                    <a:pt x="3556" y="164592"/>
                  </a:lnTo>
                  <a:lnTo>
                    <a:pt x="3365" y="164884"/>
                  </a:lnTo>
                  <a:lnTo>
                    <a:pt x="2794" y="165227"/>
                  </a:lnTo>
                  <a:lnTo>
                    <a:pt x="1574" y="167665"/>
                  </a:lnTo>
                  <a:lnTo>
                    <a:pt x="254" y="169799"/>
                  </a:lnTo>
                  <a:lnTo>
                    <a:pt x="190" y="170535"/>
                  </a:lnTo>
                  <a:lnTo>
                    <a:pt x="279" y="170332"/>
                  </a:lnTo>
                  <a:lnTo>
                    <a:pt x="165" y="173329"/>
                  </a:lnTo>
                  <a:lnTo>
                    <a:pt x="254" y="174371"/>
                  </a:lnTo>
                  <a:lnTo>
                    <a:pt x="1689" y="176301"/>
                  </a:lnTo>
                  <a:lnTo>
                    <a:pt x="2921" y="178435"/>
                  </a:lnTo>
                  <a:lnTo>
                    <a:pt x="3898" y="179095"/>
                  </a:lnTo>
                  <a:lnTo>
                    <a:pt x="4191" y="179451"/>
                  </a:lnTo>
                  <a:lnTo>
                    <a:pt x="4826" y="179705"/>
                  </a:lnTo>
                  <a:lnTo>
                    <a:pt x="5588" y="180213"/>
                  </a:lnTo>
                  <a:lnTo>
                    <a:pt x="6146" y="180238"/>
                  </a:lnTo>
                  <a:lnTo>
                    <a:pt x="7366" y="180721"/>
                  </a:lnTo>
                  <a:lnTo>
                    <a:pt x="9588" y="180365"/>
                  </a:lnTo>
                  <a:lnTo>
                    <a:pt x="12319" y="180467"/>
                  </a:lnTo>
                  <a:lnTo>
                    <a:pt x="18542" y="180467"/>
                  </a:lnTo>
                  <a:lnTo>
                    <a:pt x="50292" y="181102"/>
                  </a:lnTo>
                  <a:lnTo>
                    <a:pt x="65532" y="181102"/>
                  </a:lnTo>
                  <a:lnTo>
                    <a:pt x="80772" y="180467"/>
                  </a:lnTo>
                  <a:lnTo>
                    <a:pt x="81280" y="180340"/>
                  </a:lnTo>
                  <a:lnTo>
                    <a:pt x="95631" y="178689"/>
                  </a:lnTo>
                  <a:lnTo>
                    <a:pt x="110998" y="175514"/>
                  </a:lnTo>
                  <a:lnTo>
                    <a:pt x="111760" y="175387"/>
                  </a:lnTo>
                  <a:lnTo>
                    <a:pt x="126238" y="170307"/>
                  </a:lnTo>
                  <a:lnTo>
                    <a:pt x="127381" y="168402"/>
                  </a:lnTo>
                  <a:close/>
                </a:path>
                <a:path w="316229" h="181610">
                  <a:moveTo>
                    <a:pt x="315722" y="43942"/>
                  </a:moveTo>
                  <a:lnTo>
                    <a:pt x="315709" y="26670"/>
                  </a:lnTo>
                  <a:lnTo>
                    <a:pt x="315595" y="19685"/>
                  </a:lnTo>
                  <a:lnTo>
                    <a:pt x="315468" y="13716"/>
                  </a:lnTo>
                  <a:lnTo>
                    <a:pt x="315442" y="8636"/>
                  </a:lnTo>
                  <a:lnTo>
                    <a:pt x="315214" y="6096"/>
                  </a:lnTo>
                  <a:lnTo>
                    <a:pt x="314706" y="4064"/>
                  </a:lnTo>
                  <a:lnTo>
                    <a:pt x="313944" y="2667"/>
                  </a:lnTo>
                  <a:lnTo>
                    <a:pt x="313182" y="1016"/>
                  </a:lnTo>
                  <a:lnTo>
                    <a:pt x="311658" y="0"/>
                  </a:lnTo>
                  <a:lnTo>
                    <a:pt x="308102" y="0"/>
                  </a:lnTo>
                  <a:lnTo>
                    <a:pt x="306451" y="889"/>
                  </a:lnTo>
                  <a:lnTo>
                    <a:pt x="305689" y="2413"/>
                  </a:lnTo>
                  <a:lnTo>
                    <a:pt x="304927" y="3810"/>
                  </a:lnTo>
                  <a:lnTo>
                    <a:pt x="304292" y="5715"/>
                  </a:lnTo>
                  <a:lnTo>
                    <a:pt x="303911" y="8636"/>
                  </a:lnTo>
                  <a:lnTo>
                    <a:pt x="303784" y="9017"/>
                  </a:lnTo>
                  <a:lnTo>
                    <a:pt x="303504" y="13716"/>
                  </a:lnTo>
                  <a:lnTo>
                    <a:pt x="303250" y="19685"/>
                  </a:lnTo>
                  <a:lnTo>
                    <a:pt x="302882" y="26924"/>
                  </a:lnTo>
                  <a:lnTo>
                    <a:pt x="302628" y="34925"/>
                  </a:lnTo>
                  <a:lnTo>
                    <a:pt x="302260" y="43942"/>
                  </a:lnTo>
                  <a:lnTo>
                    <a:pt x="301752" y="53594"/>
                  </a:lnTo>
                  <a:lnTo>
                    <a:pt x="301739" y="53721"/>
                  </a:lnTo>
                  <a:lnTo>
                    <a:pt x="301117" y="63500"/>
                  </a:lnTo>
                  <a:lnTo>
                    <a:pt x="301104" y="63627"/>
                  </a:lnTo>
                  <a:lnTo>
                    <a:pt x="300113" y="74676"/>
                  </a:lnTo>
                  <a:lnTo>
                    <a:pt x="299212" y="84328"/>
                  </a:lnTo>
                  <a:lnTo>
                    <a:pt x="298234" y="96647"/>
                  </a:lnTo>
                  <a:lnTo>
                    <a:pt x="297497" y="107823"/>
                  </a:lnTo>
                  <a:lnTo>
                    <a:pt x="296926" y="117729"/>
                  </a:lnTo>
                  <a:lnTo>
                    <a:pt x="296799" y="138176"/>
                  </a:lnTo>
                  <a:lnTo>
                    <a:pt x="297688" y="146685"/>
                  </a:lnTo>
                  <a:lnTo>
                    <a:pt x="298069" y="148463"/>
                  </a:lnTo>
                  <a:lnTo>
                    <a:pt x="300355" y="153797"/>
                  </a:lnTo>
                  <a:lnTo>
                    <a:pt x="300990" y="154940"/>
                  </a:lnTo>
                  <a:lnTo>
                    <a:pt x="304165" y="158877"/>
                  </a:lnTo>
                  <a:lnTo>
                    <a:pt x="305435" y="160528"/>
                  </a:lnTo>
                  <a:lnTo>
                    <a:pt x="307594" y="161036"/>
                  </a:lnTo>
                  <a:lnTo>
                    <a:pt x="309372" y="160274"/>
                  </a:lnTo>
                  <a:lnTo>
                    <a:pt x="311277" y="159385"/>
                  </a:lnTo>
                  <a:lnTo>
                    <a:pt x="312293" y="157353"/>
                  </a:lnTo>
                  <a:lnTo>
                    <a:pt x="311823" y="154940"/>
                  </a:lnTo>
                  <a:lnTo>
                    <a:pt x="310997" y="151003"/>
                  </a:lnTo>
                  <a:lnTo>
                    <a:pt x="310896" y="150495"/>
                  </a:lnTo>
                  <a:lnTo>
                    <a:pt x="310896" y="151003"/>
                  </a:lnTo>
                  <a:lnTo>
                    <a:pt x="310502" y="146685"/>
                  </a:lnTo>
                  <a:lnTo>
                    <a:pt x="310388" y="146050"/>
                  </a:lnTo>
                  <a:lnTo>
                    <a:pt x="310388" y="145592"/>
                  </a:lnTo>
                  <a:lnTo>
                    <a:pt x="310515" y="137541"/>
                  </a:lnTo>
                  <a:lnTo>
                    <a:pt x="310781" y="128270"/>
                  </a:lnTo>
                  <a:lnTo>
                    <a:pt x="311150" y="118364"/>
                  </a:lnTo>
                  <a:lnTo>
                    <a:pt x="311785" y="107823"/>
                  </a:lnTo>
                  <a:lnTo>
                    <a:pt x="311785" y="107696"/>
                  </a:lnTo>
                  <a:lnTo>
                    <a:pt x="311848" y="106807"/>
                  </a:lnTo>
                  <a:lnTo>
                    <a:pt x="312635" y="95504"/>
                  </a:lnTo>
                  <a:lnTo>
                    <a:pt x="314401" y="73533"/>
                  </a:lnTo>
                  <a:lnTo>
                    <a:pt x="315087" y="64516"/>
                  </a:lnTo>
                  <a:lnTo>
                    <a:pt x="315595" y="54356"/>
                  </a:lnTo>
                  <a:lnTo>
                    <a:pt x="315722" y="4394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7735" y="1975103"/>
              <a:ext cx="414654" cy="17145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20" dirty="0"/>
              <a:t> </a:t>
            </a:r>
            <a:r>
              <a:rPr dirty="0"/>
              <a:t>regression</a:t>
            </a:r>
            <a:r>
              <a:rPr spc="-100" dirty="0"/>
              <a:t> </a:t>
            </a:r>
            <a:r>
              <a:rPr dirty="0"/>
              <a:t>Vs.</a:t>
            </a:r>
            <a:r>
              <a:rPr spc="-100" dirty="0"/>
              <a:t> </a:t>
            </a:r>
            <a:r>
              <a:rPr dirty="0"/>
              <a:t>Multiple</a:t>
            </a:r>
            <a:r>
              <a:rPr spc="-90" dirty="0"/>
              <a:t> </a:t>
            </a:r>
            <a:r>
              <a:rPr spc="-10" dirty="0"/>
              <a:t>regression</a:t>
            </a:r>
            <a:r>
              <a:rPr spc="-114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6913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9420" y="2571026"/>
            <a:ext cx="3573779" cy="5927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680" y="68016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20" dirty="0"/>
              <a:t> </a:t>
            </a:r>
            <a:r>
              <a:rPr dirty="0"/>
              <a:t>regression</a:t>
            </a:r>
            <a:r>
              <a:rPr spc="-100" dirty="0"/>
              <a:t> </a:t>
            </a:r>
            <a:r>
              <a:rPr dirty="0"/>
              <a:t>Vs.</a:t>
            </a:r>
            <a:r>
              <a:rPr spc="-105" dirty="0"/>
              <a:t> </a:t>
            </a:r>
            <a:r>
              <a:rPr dirty="0"/>
              <a:t>Multiple</a:t>
            </a:r>
            <a:r>
              <a:rPr spc="-90" dirty="0"/>
              <a:t> </a:t>
            </a:r>
            <a:r>
              <a:rPr spc="-10" dirty="0"/>
              <a:t>regression</a:t>
            </a:r>
            <a:r>
              <a:rPr spc="-114" dirty="0"/>
              <a:t> </a:t>
            </a:r>
            <a:r>
              <a:rPr spc="-2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52601" y="727048"/>
            <a:ext cx="5837047" cy="4102989"/>
            <a:chOff x="2674772" y="749590"/>
            <a:chExt cx="4914874" cy="373945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4772" y="749590"/>
              <a:ext cx="4195572" cy="37394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03094" y="3194780"/>
              <a:ext cx="1490980" cy="563880"/>
            </a:xfrm>
            <a:custGeom>
              <a:avLst/>
              <a:gdLst/>
              <a:ahLst/>
              <a:cxnLst/>
              <a:rect l="l" t="t" r="r" b="b"/>
              <a:pathLst>
                <a:path w="1490979" h="563879">
                  <a:moveTo>
                    <a:pt x="0" y="563880"/>
                  </a:moveTo>
                  <a:lnTo>
                    <a:pt x="1490472" y="563880"/>
                  </a:lnTo>
                  <a:lnTo>
                    <a:pt x="1490472" y="0"/>
                  </a:lnTo>
                  <a:lnTo>
                    <a:pt x="0" y="0"/>
                  </a:lnTo>
                  <a:lnTo>
                    <a:pt x="0" y="56388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8697" y="1222374"/>
              <a:ext cx="893964" cy="416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9371" y="1718035"/>
              <a:ext cx="421386" cy="3888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72807" y="3802887"/>
              <a:ext cx="116839" cy="78105"/>
            </a:xfrm>
            <a:custGeom>
              <a:avLst/>
              <a:gdLst/>
              <a:ahLst/>
              <a:cxnLst/>
              <a:rect l="l" t="t" r="r" b="b"/>
              <a:pathLst>
                <a:path w="116840" h="78104">
                  <a:moveTo>
                    <a:pt x="33235" y="71793"/>
                  </a:moveTo>
                  <a:lnTo>
                    <a:pt x="32778" y="70662"/>
                  </a:lnTo>
                  <a:lnTo>
                    <a:pt x="33235" y="71793"/>
                  </a:lnTo>
                  <a:close/>
                </a:path>
                <a:path w="116840" h="78104">
                  <a:moveTo>
                    <a:pt x="71501" y="15748"/>
                  </a:moveTo>
                  <a:lnTo>
                    <a:pt x="34798" y="254"/>
                  </a:lnTo>
                  <a:lnTo>
                    <a:pt x="32385" y="0"/>
                  </a:lnTo>
                  <a:lnTo>
                    <a:pt x="23114" y="762"/>
                  </a:lnTo>
                  <a:lnTo>
                    <a:pt x="0" y="15113"/>
                  </a:lnTo>
                  <a:lnTo>
                    <a:pt x="2806" y="20701"/>
                  </a:lnTo>
                  <a:lnTo>
                    <a:pt x="4445" y="23876"/>
                  </a:lnTo>
                  <a:lnTo>
                    <a:pt x="9779" y="25654"/>
                  </a:lnTo>
                  <a:lnTo>
                    <a:pt x="14224" y="23368"/>
                  </a:lnTo>
                  <a:lnTo>
                    <a:pt x="19913" y="20574"/>
                  </a:lnTo>
                  <a:lnTo>
                    <a:pt x="20612" y="20243"/>
                  </a:lnTo>
                  <a:lnTo>
                    <a:pt x="19558" y="20574"/>
                  </a:lnTo>
                  <a:lnTo>
                    <a:pt x="20701" y="20193"/>
                  </a:lnTo>
                  <a:lnTo>
                    <a:pt x="25476" y="18669"/>
                  </a:lnTo>
                  <a:lnTo>
                    <a:pt x="25819" y="18567"/>
                  </a:lnTo>
                  <a:lnTo>
                    <a:pt x="27800" y="18288"/>
                  </a:lnTo>
                  <a:lnTo>
                    <a:pt x="34010" y="17437"/>
                  </a:lnTo>
                  <a:lnTo>
                    <a:pt x="43942" y="17780"/>
                  </a:lnTo>
                  <a:lnTo>
                    <a:pt x="56388" y="19685"/>
                  </a:lnTo>
                  <a:lnTo>
                    <a:pt x="56896" y="19812"/>
                  </a:lnTo>
                  <a:lnTo>
                    <a:pt x="66802" y="20447"/>
                  </a:lnTo>
                  <a:lnTo>
                    <a:pt x="68707" y="20701"/>
                  </a:lnTo>
                  <a:lnTo>
                    <a:pt x="70358" y="19431"/>
                  </a:lnTo>
                  <a:lnTo>
                    <a:pt x="70942" y="17780"/>
                  </a:lnTo>
                  <a:lnTo>
                    <a:pt x="70993" y="17653"/>
                  </a:lnTo>
                  <a:lnTo>
                    <a:pt x="71056" y="17399"/>
                  </a:lnTo>
                  <a:lnTo>
                    <a:pt x="71501" y="15748"/>
                  </a:lnTo>
                  <a:close/>
                </a:path>
                <a:path w="116840" h="78104">
                  <a:moveTo>
                    <a:pt x="116840" y="58420"/>
                  </a:moveTo>
                  <a:lnTo>
                    <a:pt x="115938" y="56515"/>
                  </a:lnTo>
                  <a:lnTo>
                    <a:pt x="114808" y="53975"/>
                  </a:lnTo>
                  <a:lnTo>
                    <a:pt x="112395" y="52832"/>
                  </a:lnTo>
                  <a:lnTo>
                    <a:pt x="109982" y="53467"/>
                  </a:lnTo>
                  <a:lnTo>
                    <a:pt x="99441" y="56515"/>
                  </a:lnTo>
                  <a:lnTo>
                    <a:pt x="99822" y="56388"/>
                  </a:lnTo>
                  <a:lnTo>
                    <a:pt x="89979" y="58610"/>
                  </a:lnTo>
                  <a:lnTo>
                    <a:pt x="78994" y="59944"/>
                  </a:lnTo>
                  <a:lnTo>
                    <a:pt x="79756" y="59817"/>
                  </a:lnTo>
                  <a:lnTo>
                    <a:pt x="69723" y="60071"/>
                  </a:lnTo>
                  <a:lnTo>
                    <a:pt x="63017" y="60071"/>
                  </a:lnTo>
                  <a:lnTo>
                    <a:pt x="61595" y="59182"/>
                  </a:lnTo>
                  <a:lnTo>
                    <a:pt x="61595" y="68961"/>
                  </a:lnTo>
                  <a:lnTo>
                    <a:pt x="55587" y="71793"/>
                  </a:lnTo>
                  <a:lnTo>
                    <a:pt x="61595" y="68961"/>
                  </a:lnTo>
                  <a:lnTo>
                    <a:pt x="61595" y="59182"/>
                  </a:lnTo>
                  <a:lnTo>
                    <a:pt x="61214" y="58928"/>
                  </a:lnTo>
                  <a:lnTo>
                    <a:pt x="58674" y="59309"/>
                  </a:lnTo>
                  <a:lnTo>
                    <a:pt x="54267" y="60071"/>
                  </a:lnTo>
                  <a:lnTo>
                    <a:pt x="51308" y="60071"/>
                  </a:lnTo>
                  <a:lnTo>
                    <a:pt x="51308" y="73533"/>
                  </a:lnTo>
                  <a:lnTo>
                    <a:pt x="51181" y="73558"/>
                  </a:lnTo>
                  <a:lnTo>
                    <a:pt x="51308" y="73533"/>
                  </a:lnTo>
                  <a:lnTo>
                    <a:pt x="51308" y="60071"/>
                  </a:lnTo>
                  <a:lnTo>
                    <a:pt x="46189" y="60071"/>
                  </a:lnTo>
                  <a:lnTo>
                    <a:pt x="46189" y="75526"/>
                  </a:lnTo>
                  <a:lnTo>
                    <a:pt x="43561" y="77381"/>
                  </a:lnTo>
                  <a:lnTo>
                    <a:pt x="45707" y="75857"/>
                  </a:lnTo>
                  <a:lnTo>
                    <a:pt x="46189" y="75526"/>
                  </a:lnTo>
                  <a:lnTo>
                    <a:pt x="46189" y="60071"/>
                  </a:lnTo>
                  <a:lnTo>
                    <a:pt x="42799" y="60071"/>
                  </a:lnTo>
                  <a:lnTo>
                    <a:pt x="40767" y="59944"/>
                  </a:lnTo>
                  <a:lnTo>
                    <a:pt x="39331" y="60401"/>
                  </a:lnTo>
                  <a:lnTo>
                    <a:pt x="37592" y="60452"/>
                  </a:lnTo>
                  <a:lnTo>
                    <a:pt x="36207" y="61556"/>
                  </a:lnTo>
                  <a:lnTo>
                    <a:pt x="36068" y="61595"/>
                  </a:lnTo>
                  <a:lnTo>
                    <a:pt x="35877" y="61810"/>
                  </a:lnTo>
                  <a:lnTo>
                    <a:pt x="34417" y="62992"/>
                  </a:lnTo>
                  <a:lnTo>
                    <a:pt x="34226" y="63741"/>
                  </a:lnTo>
                  <a:lnTo>
                    <a:pt x="33782" y="64262"/>
                  </a:lnTo>
                  <a:lnTo>
                    <a:pt x="33299" y="67284"/>
                  </a:lnTo>
                  <a:lnTo>
                    <a:pt x="32512" y="69977"/>
                  </a:lnTo>
                  <a:lnTo>
                    <a:pt x="32778" y="70662"/>
                  </a:lnTo>
                  <a:lnTo>
                    <a:pt x="32867" y="70027"/>
                  </a:lnTo>
                  <a:lnTo>
                    <a:pt x="32829" y="70777"/>
                  </a:lnTo>
                  <a:lnTo>
                    <a:pt x="33235" y="71793"/>
                  </a:lnTo>
                  <a:lnTo>
                    <a:pt x="34036" y="73761"/>
                  </a:lnTo>
                  <a:lnTo>
                    <a:pt x="34226" y="73888"/>
                  </a:lnTo>
                  <a:lnTo>
                    <a:pt x="36207" y="75158"/>
                  </a:lnTo>
                  <a:lnTo>
                    <a:pt x="34226" y="73888"/>
                  </a:lnTo>
                  <a:lnTo>
                    <a:pt x="34290" y="74015"/>
                  </a:lnTo>
                  <a:lnTo>
                    <a:pt x="36283" y="75272"/>
                  </a:lnTo>
                  <a:lnTo>
                    <a:pt x="36652" y="75755"/>
                  </a:lnTo>
                  <a:lnTo>
                    <a:pt x="38608" y="77000"/>
                  </a:lnTo>
                  <a:lnTo>
                    <a:pt x="39484" y="77190"/>
                  </a:lnTo>
                  <a:lnTo>
                    <a:pt x="37084" y="75755"/>
                  </a:lnTo>
                  <a:lnTo>
                    <a:pt x="37553" y="76034"/>
                  </a:lnTo>
                  <a:lnTo>
                    <a:pt x="39484" y="77190"/>
                  </a:lnTo>
                  <a:lnTo>
                    <a:pt x="40005" y="77482"/>
                  </a:lnTo>
                  <a:lnTo>
                    <a:pt x="40855" y="77470"/>
                  </a:lnTo>
                  <a:lnTo>
                    <a:pt x="41910" y="77673"/>
                  </a:lnTo>
                  <a:lnTo>
                    <a:pt x="43307" y="77838"/>
                  </a:lnTo>
                  <a:lnTo>
                    <a:pt x="46101" y="77965"/>
                  </a:lnTo>
                  <a:lnTo>
                    <a:pt x="60579" y="78092"/>
                  </a:lnTo>
                  <a:lnTo>
                    <a:pt x="70231" y="77812"/>
                  </a:lnTo>
                  <a:lnTo>
                    <a:pt x="93992" y="73533"/>
                  </a:lnTo>
                  <a:lnTo>
                    <a:pt x="94742" y="73266"/>
                  </a:lnTo>
                  <a:lnTo>
                    <a:pt x="104775" y="68326"/>
                  </a:lnTo>
                  <a:lnTo>
                    <a:pt x="116078" y="61087"/>
                  </a:lnTo>
                  <a:lnTo>
                    <a:pt x="116395" y="59944"/>
                  </a:lnTo>
                  <a:lnTo>
                    <a:pt x="116763" y="58674"/>
                  </a:lnTo>
                  <a:lnTo>
                    <a:pt x="116801" y="58547"/>
                  </a:lnTo>
                  <a:lnTo>
                    <a:pt x="116840" y="58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25158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Multiple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Determination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613" y="1407138"/>
            <a:ext cx="7149083" cy="27218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Multiple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Determination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for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linear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44" y="1498091"/>
            <a:ext cx="6544056" cy="11628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3969" y="2829179"/>
            <a:ext cx="550671" cy="2155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785742" y="2849752"/>
            <a:ext cx="20320" cy="153035"/>
          </a:xfrm>
          <a:custGeom>
            <a:avLst/>
            <a:gdLst/>
            <a:ahLst/>
            <a:cxnLst/>
            <a:rect l="l" t="t" r="r" b="b"/>
            <a:pathLst>
              <a:path w="20320" h="153035">
                <a:moveTo>
                  <a:pt x="14614" y="24511"/>
                </a:moveTo>
                <a:lnTo>
                  <a:pt x="1778" y="24511"/>
                </a:lnTo>
                <a:lnTo>
                  <a:pt x="1651" y="34925"/>
                </a:lnTo>
                <a:lnTo>
                  <a:pt x="1389" y="46609"/>
                </a:lnTo>
                <a:lnTo>
                  <a:pt x="1011" y="59563"/>
                </a:lnTo>
                <a:lnTo>
                  <a:pt x="762" y="72390"/>
                </a:lnTo>
                <a:lnTo>
                  <a:pt x="762" y="109220"/>
                </a:lnTo>
                <a:lnTo>
                  <a:pt x="1143" y="119507"/>
                </a:lnTo>
                <a:lnTo>
                  <a:pt x="1488" y="126873"/>
                </a:lnTo>
                <a:lnTo>
                  <a:pt x="1524" y="128143"/>
                </a:lnTo>
                <a:lnTo>
                  <a:pt x="12573" y="152146"/>
                </a:lnTo>
                <a:lnTo>
                  <a:pt x="14351" y="153035"/>
                </a:lnTo>
                <a:lnTo>
                  <a:pt x="16510" y="152654"/>
                </a:lnTo>
                <a:lnTo>
                  <a:pt x="19177" y="150241"/>
                </a:lnTo>
                <a:lnTo>
                  <a:pt x="19812" y="149606"/>
                </a:lnTo>
                <a:lnTo>
                  <a:pt x="20320" y="148717"/>
                </a:lnTo>
                <a:lnTo>
                  <a:pt x="20320" y="146685"/>
                </a:lnTo>
                <a:lnTo>
                  <a:pt x="19812" y="145796"/>
                </a:lnTo>
                <a:lnTo>
                  <a:pt x="19035" y="145034"/>
                </a:lnTo>
                <a:lnTo>
                  <a:pt x="18796" y="145034"/>
                </a:lnTo>
                <a:lnTo>
                  <a:pt x="18018" y="144145"/>
                </a:lnTo>
                <a:lnTo>
                  <a:pt x="17780" y="144145"/>
                </a:lnTo>
                <a:lnTo>
                  <a:pt x="17018" y="142367"/>
                </a:lnTo>
                <a:lnTo>
                  <a:pt x="17373" y="142367"/>
                </a:lnTo>
                <a:lnTo>
                  <a:pt x="16909" y="140335"/>
                </a:lnTo>
                <a:lnTo>
                  <a:pt x="16077" y="134874"/>
                </a:lnTo>
                <a:lnTo>
                  <a:pt x="16088" y="134366"/>
                </a:lnTo>
                <a:lnTo>
                  <a:pt x="15489" y="126873"/>
                </a:lnTo>
                <a:lnTo>
                  <a:pt x="15240" y="118999"/>
                </a:lnTo>
                <a:lnTo>
                  <a:pt x="14859" y="109093"/>
                </a:lnTo>
                <a:lnTo>
                  <a:pt x="14732" y="98044"/>
                </a:lnTo>
                <a:lnTo>
                  <a:pt x="14863" y="59309"/>
                </a:lnTo>
                <a:lnTo>
                  <a:pt x="15112" y="46609"/>
                </a:lnTo>
                <a:lnTo>
                  <a:pt x="14981" y="34798"/>
                </a:lnTo>
                <a:lnTo>
                  <a:pt x="14614" y="24511"/>
                </a:lnTo>
                <a:close/>
              </a:path>
              <a:path w="20320" h="153035">
                <a:moveTo>
                  <a:pt x="17907" y="144018"/>
                </a:moveTo>
                <a:lnTo>
                  <a:pt x="18796" y="145034"/>
                </a:lnTo>
                <a:lnTo>
                  <a:pt x="18436" y="144494"/>
                </a:lnTo>
                <a:lnTo>
                  <a:pt x="17907" y="144018"/>
                </a:lnTo>
                <a:close/>
              </a:path>
              <a:path w="20320" h="153035">
                <a:moveTo>
                  <a:pt x="18436" y="144494"/>
                </a:moveTo>
                <a:lnTo>
                  <a:pt x="18796" y="145034"/>
                </a:lnTo>
                <a:lnTo>
                  <a:pt x="19035" y="145034"/>
                </a:lnTo>
                <a:lnTo>
                  <a:pt x="18436" y="144494"/>
                </a:lnTo>
                <a:close/>
              </a:path>
              <a:path w="20320" h="153035">
                <a:moveTo>
                  <a:pt x="18118" y="144018"/>
                </a:moveTo>
                <a:lnTo>
                  <a:pt x="17907" y="144018"/>
                </a:lnTo>
                <a:lnTo>
                  <a:pt x="18436" y="144494"/>
                </a:lnTo>
                <a:lnTo>
                  <a:pt x="18118" y="144018"/>
                </a:lnTo>
                <a:close/>
              </a:path>
              <a:path w="20320" h="153035">
                <a:moveTo>
                  <a:pt x="17018" y="142367"/>
                </a:moveTo>
                <a:lnTo>
                  <a:pt x="17780" y="144145"/>
                </a:lnTo>
                <a:lnTo>
                  <a:pt x="17559" y="143178"/>
                </a:lnTo>
                <a:lnTo>
                  <a:pt x="17018" y="142367"/>
                </a:lnTo>
                <a:close/>
              </a:path>
              <a:path w="20320" h="153035">
                <a:moveTo>
                  <a:pt x="17559" y="143178"/>
                </a:moveTo>
                <a:lnTo>
                  <a:pt x="17780" y="144145"/>
                </a:lnTo>
                <a:lnTo>
                  <a:pt x="18018" y="144145"/>
                </a:lnTo>
                <a:lnTo>
                  <a:pt x="17907" y="144018"/>
                </a:lnTo>
                <a:lnTo>
                  <a:pt x="18118" y="144018"/>
                </a:lnTo>
                <a:lnTo>
                  <a:pt x="17559" y="143178"/>
                </a:lnTo>
                <a:close/>
              </a:path>
              <a:path w="20320" h="153035">
                <a:moveTo>
                  <a:pt x="17373" y="142367"/>
                </a:moveTo>
                <a:lnTo>
                  <a:pt x="17018" y="142367"/>
                </a:lnTo>
                <a:lnTo>
                  <a:pt x="17559" y="143178"/>
                </a:lnTo>
                <a:lnTo>
                  <a:pt x="17373" y="142367"/>
                </a:lnTo>
                <a:close/>
              </a:path>
              <a:path w="20320" h="153035">
                <a:moveTo>
                  <a:pt x="16857" y="140107"/>
                </a:moveTo>
                <a:lnTo>
                  <a:pt x="16891" y="140335"/>
                </a:lnTo>
                <a:lnTo>
                  <a:pt x="16857" y="140107"/>
                </a:lnTo>
                <a:close/>
              </a:path>
              <a:path w="20320" h="153035">
                <a:moveTo>
                  <a:pt x="16796" y="139700"/>
                </a:moveTo>
                <a:lnTo>
                  <a:pt x="16857" y="140107"/>
                </a:lnTo>
                <a:lnTo>
                  <a:pt x="16796" y="139700"/>
                </a:lnTo>
                <a:close/>
              </a:path>
              <a:path w="20320" h="153035">
                <a:moveTo>
                  <a:pt x="16088" y="134366"/>
                </a:moveTo>
                <a:lnTo>
                  <a:pt x="16129" y="134874"/>
                </a:lnTo>
                <a:lnTo>
                  <a:pt x="16088" y="134366"/>
                </a:lnTo>
                <a:close/>
              </a:path>
              <a:path w="20320" h="153035">
                <a:moveTo>
                  <a:pt x="1651" y="34798"/>
                </a:moveTo>
                <a:close/>
              </a:path>
              <a:path w="20320" h="153035">
                <a:moveTo>
                  <a:pt x="14009" y="16383"/>
                </a:moveTo>
                <a:lnTo>
                  <a:pt x="1651" y="16383"/>
                </a:lnTo>
                <a:lnTo>
                  <a:pt x="1777" y="24581"/>
                </a:lnTo>
                <a:lnTo>
                  <a:pt x="14614" y="24511"/>
                </a:lnTo>
                <a:lnTo>
                  <a:pt x="14605" y="24003"/>
                </a:lnTo>
                <a:lnTo>
                  <a:pt x="14009" y="16383"/>
                </a:lnTo>
                <a:close/>
              </a:path>
              <a:path w="20320" h="153035">
                <a:moveTo>
                  <a:pt x="5587" y="0"/>
                </a:moveTo>
                <a:lnTo>
                  <a:pt x="4191" y="381"/>
                </a:lnTo>
                <a:lnTo>
                  <a:pt x="2667" y="889"/>
                </a:lnTo>
                <a:lnTo>
                  <a:pt x="1524" y="1778"/>
                </a:lnTo>
                <a:lnTo>
                  <a:pt x="762" y="3175"/>
                </a:lnTo>
                <a:lnTo>
                  <a:pt x="127" y="4572"/>
                </a:lnTo>
                <a:lnTo>
                  <a:pt x="127" y="4953"/>
                </a:lnTo>
                <a:lnTo>
                  <a:pt x="0" y="7493"/>
                </a:lnTo>
                <a:lnTo>
                  <a:pt x="762" y="11049"/>
                </a:lnTo>
                <a:lnTo>
                  <a:pt x="1651" y="17272"/>
                </a:lnTo>
                <a:lnTo>
                  <a:pt x="1651" y="16383"/>
                </a:lnTo>
                <a:lnTo>
                  <a:pt x="14009" y="16383"/>
                </a:lnTo>
                <a:lnTo>
                  <a:pt x="13970" y="15875"/>
                </a:lnTo>
                <a:lnTo>
                  <a:pt x="13843" y="14986"/>
                </a:lnTo>
                <a:lnTo>
                  <a:pt x="12446" y="8509"/>
                </a:lnTo>
                <a:lnTo>
                  <a:pt x="12446" y="8128"/>
                </a:lnTo>
                <a:lnTo>
                  <a:pt x="11430" y="4699"/>
                </a:lnTo>
                <a:lnTo>
                  <a:pt x="10033" y="2286"/>
                </a:lnTo>
                <a:lnTo>
                  <a:pt x="9779" y="2032"/>
                </a:lnTo>
                <a:lnTo>
                  <a:pt x="8636" y="1143"/>
                </a:lnTo>
                <a:lnTo>
                  <a:pt x="7239" y="254"/>
                </a:lnTo>
                <a:lnTo>
                  <a:pt x="5587" y="0"/>
                </a:lnTo>
                <a:close/>
              </a:path>
              <a:path w="20320" h="153035">
                <a:moveTo>
                  <a:pt x="635" y="10795"/>
                </a:moveTo>
                <a:lnTo>
                  <a:pt x="674" y="11049"/>
                </a:lnTo>
                <a:lnTo>
                  <a:pt x="635" y="107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5057" y="2803905"/>
            <a:ext cx="125888" cy="1943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78985" y="2780919"/>
            <a:ext cx="375532" cy="2048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35277" y="2844164"/>
            <a:ext cx="147213" cy="1733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5134" y="2795016"/>
            <a:ext cx="486663" cy="17360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349875" y="2827908"/>
            <a:ext cx="64135" cy="29209"/>
          </a:xfrm>
          <a:custGeom>
            <a:avLst/>
            <a:gdLst/>
            <a:ahLst/>
            <a:cxnLst/>
            <a:rect l="l" t="t" r="r" b="b"/>
            <a:pathLst>
              <a:path w="64135" h="29210">
                <a:moveTo>
                  <a:pt x="53218" y="16002"/>
                </a:moveTo>
                <a:lnTo>
                  <a:pt x="20954" y="16002"/>
                </a:lnTo>
                <a:lnTo>
                  <a:pt x="19475" y="17419"/>
                </a:lnTo>
                <a:lnTo>
                  <a:pt x="19325" y="17823"/>
                </a:lnTo>
                <a:lnTo>
                  <a:pt x="20447" y="17907"/>
                </a:lnTo>
                <a:lnTo>
                  <a:pt x="19244" y="18040"/>
                </a:lnTo>
                <a:lnTo>
                  <a:pt x="19183" y="18202"/>
                </a:lnTo>
                <a:lnTo>
                  <a:pt x="25526" y="19812"/>
                </a:lnTo>
                <a:lnTo>
                  <a:pt x="35305" y="22987"/>
                </a:lnTo>
                <a:lnTo>
                  <a:pt x="46736" y="26162"/>
                </a:lnTo>
                <a:lnTo>
                  <a:pt x="47116" y="26289"/>
                </a:lnTo>
                <a:lnTo>
                  <a:pt x="58420" y="28702"/>
                </a:lnTo>
                <a:lnTo>
                  <a:pt x="60578" y="29083"/>
                </a:lnTo>
                <a:lnTo>
                  <a:pt x="62611" y="27940"/>
                </a:lnTo>
                <a:lnTo>
                  <a:pt x="63468" y="25781"/>
                </a:lnTo>
                <a:lnTo>
                  <a:pt x="64135" y="24003"/>
                </a:lnTo>
                <a:lnTo>
                  <a:pt x="63373" y="21717"/>
                </a:lnTo>
                <a:lnTo>
                  <a:pt x="61467" y="20701"/>
                </a:lnTo>
                <a:lnTo>
                  <a:pt x="53218" y="16002"/>
                </a:lnTo>
                <a:close/>
              </a:path>
              <a:path w="64135" h="29210">
                <a:moveTo>
                  <a:pt x="18161" y="0"/>
                </a:moveTo>
                <a:lnTo>
                  <a:pt x="11557" y="762"/>
                </a:lnTo>
                <a:lnTo>
                  <a:pt x="9525" y="1778"/>
                </a:lnTo>
                <a:lnTo>
                  <a:pt x="8127" y="3429"/>
                </a:lnTo>
                <a:lnTo>
                  <a:pt x="5207" y="6604"/>
                </a:lnTo>
                <a:lnTo>
                  <a:pt x="3301" y="10033"/>
                </a:lnTo>
                <a:lnTo>
                  <a:pt x="1356" y="16767"/>
                </a:lnTo>
                <a:lnTo>
                  <a:pt x="0" y="21082"/>
                </a:lnTo>
                <a:lnTo>
                  <a:pt x="2539" y="25781"/>
                </a:lnTo>
                <a:lnTo>
                  <a:pt x="6985" y="27305"/>
                </a:lnTo>
                <a:lnTo>
                  <a:pt x="11429" y="28702"/>
                </a:lnTo>
                <a:lnTo>
                  <a:pt x="16255" y="26416"/>
                </a:lnTo>
                <a:lnTo>
                  <a:pt x="17874" y="21717"/>
                </a:lnTo>
                <a:lnTo>
                  <a:pt x="18915" y="18923"/>
                </a:lnTo>
                <a:lnTo>
                  <a:pt x="17907" y="18923"/>
                </a:lnTo>
                <a:lnTo>
                  <a:pt x="18245" y="18415"/>
                </a:lnTo>
                <a:lnTo>
                  <a:pt x="15875" y="18415"/>
                </a:lnTo>
                <a:lnTo>
                  <a:pt x="17318" y="17729"/>
                </a:lnTo>
                <a:lnTo>
                  <a:pt x="17017" y="17653"/>
                </a:lnTo>
                <a:lnTo>
                  <a:pt x="17479" y="17653"/>
                </a:lnTo>
                <a:lnTo>
                  <a:pt x="19344" y="16767"/>
                </a:lnTo>
                <a:lnTo>
                  <a:pt x="20192" y="15493"/>
                </a:lnTo>
                <a:lnTo>
                  <a:pt x="52326" y="15493"/>
                </a:lnTo>
                <a:lnTo>
                  <a:pt x="41148" y="9017"/>
                </a:lnTo>
                <a:lnTo>
                  <a:pt x="31750" y="3937"/>
                </a:lnTo>
                <a:lnTo>
                  <a:pt x="30479" y="3302"/>
                </a:lnTo>
                <a:lnTo>
                  <a:pt x="22351" y="381"/>
                </a:lnTo>
                <a:lnTo>
                  <a:pt x="18161" y="0"/>
                </a:lnTo>
                <a:close/>
              </a:path>
              <a:path w="64135" h="29210">
                <a:moveTo>
                  <a:pt x="25019" y="19685"/>
                </a:moveTo>
                <a:lnTo>
                  <a:pt x="25414" y="19812"/>
                </a:lnTo>
                <a:lnTo>
                  <a:pt x="25019" y="19685"/>
                </a:lnTo>
                <a:close/>
              </a:path>
              <a:path w="64135" h="29210">
                <a:moveTo>
                  <a:pt x="18758" y="18094"/>
                </a:moveTo>
                <a:lnTo>
                  <a:pt x="18435" y="18130"/>
                </a:lnTo>
                <a:lnTo>
                  <a:pt x="17907" y="18923"/>
                </a:lnTo>
                <a:lnTo>
                  <a:pt x="18758" y="18094"/>
                </a:lnTo>
                <a:close/>
              </a:path>
              <a:path w="64135" h="29210">
                <a:moveTo>
                  <a:pt x="18768" y="18097"/>
                </a:moveTo>
                <a:lnTo>
                  <a:pt x="17907" y="18923"/>
                </a:lnTo>
                <a:lnTo>
                  <a:pt x="18915" y="18923"/>
                </a:lnTo>
                <a:lnTo>
                  <a:pt x="19183" y="18202"/>
                </a:lnTo>
                <a:lnTo>
                  <a:pt x="18768" y="18097"/>
                </a:lnTo>
                <a:close/>
              </a:path>
              <a:path w="64135" h="29210">
                <a:moveTo>
                  <a:pt x="17318" y="17729"/>
                </a:moveTo>
                <a:lnTo>
                  <a:pt x="15875" y="18415"/>
                </a:lnTo>
                <a:lnTo>
                  <a:pt x="18435" y="18130"/>
                </a:lnTo>
                <a:lnTo>
                  <a:pt x="17318" y="17729"/>
                </a:lnTo>
                <a:close/>
              </a:path>
              <a:path w="64135" h="29210">
                <a:moveTo>
                  <a:pt x="18435" y="18130"/>
                </a:moveTo>
                <a:lnTo>
                  <a:pt x="15875" y="18415"/>
                </a:lnTo>
                <a:lnTo>
                  <a:pt x="18245" y="18415"/>
                </a:lnTo>
                <a:lnTo>
                  <a:pt x="18435" y="18130"/>
                </a:lnTo>
                <a:close/>
              </a:path>
              <a:path w="64135" h="29210">
                <a:moveTo>
                  <a:pt x="19244" y="18040"/>
                </a:moveTo>
                <a:lnTo>
                  <a:pt x="18768" y="18097"/>
                </a:lnTo>
                <a:lnTo>
                  <a:pt x="19183" y="18202"/>
                </a:lnTo>
                <a:lnTo>
                  <a:pt x="19244" y="18040"/>
                </a:lnTo>
                <a:close/>
              </a:path>
              <a:path w="64135" h="29210">
                <a:moveTo>
                  <a:pt x="18502" y="18029"/>
                </a:moveTo>
                <a:lnTo>
                  <a:pt x="18752" y="18092"/>
                </a:lnTo>
                <a:lnTo>
                  <a:pt x="18502" y="18029"/>
                </a:lnTo>
                <a:close/>
              </a:path>
              <a:path w="64135" h="29210">
                <a:moveTo>
                  <a:pt x="18671" y="17775"/>
                </a:moveTo>
                <a:lnTo>
                  <a:pt x="18545" y="18040"/>
                </a:lnTo>
                <a:lnTo>
                  <a:pt x="18758" y="18094"/>
                </a:lnTo>
                <a:lnTo>
                  <a:pt x="19073" y="17805"/>
                </a:lnTo>
                <a:lnTo>
                  <a:pt x="18671" y="17775"/>
                </a:lnTo>
                <a:close/>
              </a:path>
              <a:path w="64135" h="29210">
                <a:moveTo>
                  <a:pt x="19073" y="17805"/>
                </a:moveTo>
                <a:lnTo>
                  <a:pt x="18773" y="18092"/>
                </a:lnTo>
                <a:lnTo>
                  <a:pt x="19244" y="18040"/>
                </a:lnTo>
                <a:lnTo>
                  <a:pt x="19325" y="17823"/>
                </a:lnTo>
                <a:lnTo>
                  <a:pt x="19073" y="17805"/>
                </a:lnTo>
                <a:close/>
              </a:path>
              <a:path w="64135" h="29210">
                <a:moveTo>
                  <a:pt x="19325" y="17823"/>
                </a:moveTo>
                <a:lnTo>
                  <a:pt x="19244" y="18040"/>
                </a:lnTo>
                <a:lnTo>
                  <a:pt x="20447" y="17907"/>
                </a:lnTo>
                <a:lnTo>
                  <a:pt x="19325" y="17823"/>
                </a:lnTo>
                <a:close/>
              </a:path>
              <a:path w="64135" h="29210">
                <a:moveTo>
                  <a:pt x="17416" y="17682"/>
                </a:moveTo>
                <a:lnTo>
                  <a:pt x="18502" y="18029"/>
                </a:lnTo>
                <a:lnTo>
                  <a:pt x="18671" y="17775"/>
                </a:lnTo>
                <a:lnTo>
                  <a:pt x="17416" y="17682"/>
                </a:lnTo>
                <a:close/>
              </a:path>
              <a:path w="64135" h="29210">
                <a:moveTo>
                  <a:pt x="19475" y="17419"/>
                </a:moveTo>
                <a:lnTo>
                  <a:pt x="19073" y="17805"/>
                </a:lnTo>
                <a:lnTo>
                  <a:pt x="19325" y="17823"/>
                </a:lnTo>
                <a:lnTo>
                  <a:pt x="19475" y="17419"/>
                </a:lnTo>
                <a:close/>
              </a:path>
              <a:path w="64135" h="29210">
                <a:moveTo>
                  <a:pt x="19799" y="16550"/>
                </a:moveTo>
                <a:lnTo>
                  <a:pt x="19344" y="16767"/>
                </a:lnTo>
                <a:lnTo>
                  <a:pt x="18671" y="17775"/>
                </a:lnTo>
                <a:lnTo>
                  <a:pt x="19073" y="17805"/>
                </a:lnTo>
                <a:lnTo>
                  <a:pt x="19475" y="17419"/>
                </a:lnTo>
                <a:lnTo>
                  <a:pt x="19799" y="16550"/>
                </a:lnTo>
                <a:close/>
              </a:path>
              <a:path w="64135" h="29210">
                <a:moveTo>
                  <a:pt x="19344" y="16767"/>
                </a:moveTo>
                <a:lnTo>
                  <a:pt x="17416" y="17682"/>
                </a:lnTo>
                <a:lnTo>
                  <a:pt x="18671" y="17775"/>
                </a:lnTo>
                <a:lnTo>
                  <a:pt x="19344" y="16767"/>
                </a:lnTo>
                <a:close/>
              </a:path>
              <a:path w="64135" h="29210">
                <a:moveTo>
                  <a:pt x="17017" y="17653"/>
                </a:moveTo>
                <a:lnTo>
                  <a:pt x="17318" y="17729"/>
                </a:lnTo>
                <a:lnTo>
                  <a:pt x="17017" y="17653"/>
                </a:lnTo>
                <a:close/>
              </a:path>
              <a:path w="64135" h="29210">
                <a:moveTo>
                  <a:pt x="17479" y="17653"/>
                </a:moveTo>
                <a:lnTo>
                  <a:pt x="17017" y="17653"/>
                </a:lnTo>
                <a:lnTo>
                  <a:pt x="17416" y="17682"/>
                </a:lnTo>
                <a:close/>
              </a:path>
              <a:path w="64135" h="29210">
                <a:moveTo>
                  <a:pt x="20954" y="16002"/>
                </a:moveTo>
                <a:lnTo>
                  <a:pt x="19799" y="16550"/>
                </a:lnTo>
                <a:lnTo>
                  <a:pt x="19475" y="17419"/>
                </a:lnTo>
                <a:lnTo>
                  <a:pt x="20954" y="16002"/>
                </a:lnTo>
                <a:close/>
              </a:path>
              <a:path w="64135" h="29210">
                <a:moveTo>
                  <a:pt x="20192" y="15493"/>
                </a:moveTo>
                <a:lnTo>
                  <a:pt x="19344" y="16767"/>
                </a:lnTo>
                <a:lnTo>
                  <a:pt x="19799" y="16550"/>
                </a:lnTo>
                <a:lnTo>
                  <a:pt x="20192" y="15493"/>
                </a:lnTo>
                <a:close/>
              </a:path>
              <a:path w="64135" h="29210">
                <a:moveTo>
                  <a:pt x="52326" y="15493"/>
                </a:moveTo>
                <a:lnTo>
                  <a:pt x="20192" y="15493"/>
                </a:lnTo>
                <a:lnTo>
                  <a:pt x="19799" y="16550"/>
                </a:lnTo>
                <a:lnTo>
                  <a:pt x="20954" y="16002"/>
                </a:lnTo>
                <a:lnTo>
                  <a:pt x="53218" y="16002"/>
                </a:lnTo>
                <a:lnTo>
                  <a:pt x="52326" y="154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30825" y="2941701"/>
            <a:ext cx="73660" cy="27940"/>
          </a:xfrm>
          <a:custGeom>
            <a:avLst/>
            <a:gdLst/>
            <a:ahLst/>
            <a:cxnLst/>
            <a:rect l="l" t="t" r="r" b="b"/>
            <a:pathLst>
              <a:path w="73660" h="27939">
                <a:moveTo>
                  <a:pt x="14732" y="0"/>
                </a:moveTo>
                <a:lnTo>
                  <a:pt x="10413" y="1016"/>
                </a:lnTo>
                <a:lnTo>
                  <a:pt x="6223" y="3175"/>
                </a:lnTo>
                <a:lnTo>
                  <a:pt x="4190" y="4191"/>
                </a:lnTo>
                <a:lnTo>
                  <a:pt x="2539" y="5968"/>
                </a:lnTo>
                <a:lnTo>
                  <a:pt x="1566" y="8509"/>
                </a:lnTo>
                <a:lnTo>
                  <a:pt x="508" y="11684"/>
                </a:lnTo>
                <a:lnTo>
                  <a:pt x="0" y="15748"/>
                </a:lnTo>
                <a:lnTo>
                  <a:pt x="762" y="23749"/>
                </a:lnTo>
                <a:lnTo>
                  <a:pt x="3810" y="26924"/>
                </a:lnTo>
                <a:lnTo>
                  <a:pt x="7747" y="27178"/>
                </a:lnTo>
                <a:lnTo>
                  <a:pt x="11684" y="27559"/>
                </a:lnTo>
                <a:lnTo>
                  <a:pt x="15366" y="25146"/>
                </a:lnTo>
                <a:lnTo>
                  <a:pt x="16915" y="19938"/>
                </a:lnTo>
                <a:lnTo>
                  <a:pt x="14604" y="19938"/>
                </a:lnTo>
                <a:lnTo>
                  <a:pt x="15824" y="18796"/>
                </a:lnTo>
                <a:lnTo>
                  <a:pt x="14859" y="18796"/>
                </a:lnTo>
                <a:lnTo>
                  <a:pt x="16130" y="18508"/>
                </a:lnTo>
                <a:lnTo>
                  <a:pt x="18669" y="16129"/>
                </a:lnTo>
                <a:lnTo>
                  <a:pt x="57200" y="16129"/>
                </a:lnTo>
                <a:lnTo>
                  <a:pt x="70612" y="14097"/>
                </a:lnTo>
                <a:lnTo>
                  <a:pt x="72009" y="13843"/>
                </a:lnTo>
                <a:lnTo>
                  <a:pt x="73025" y="12700"/>
                </a:lnTo>
                <a:lnTo>
                  <a:pt x="73151" y="9779"/>
                </a:lnTo>
                <a:lnTo>
                  <a:pt x="72136" y="8509"/>
                </a:lnTo>
                <a:lnTo>
                  <a:pt x="70738" y="8255"/>
                </a:lnTo>
                <a:lnTo>
                  <a:pt x="54228" y="4444"/>
                </a:lnTo>
                <a:lnTo>
                  <a:pt x="53975" y="4318"/>
                </a:lnTo>
                <a:lnTo>
                  <a:pt x="39370" y="1524"/>
                </a:lnTo>
                <a:lnTo>
                  <a:pt x="38608" y="1397"/>
                </a:lnTo>
                <a:lnTo>
                  <a:pt x="26415" y="126"/>
                </a:lnTo>
                <a:lnTo>
                  <a:pt x="14732" y="0"/>
                </a:lnTo>
                <a:close/>
              </a:path>
              <a:path w="73660" h="27939">
                <a:moveTo>
                  <a:pt x="17024" y="18745"/>
                </a:moveTo>
                <a:lnTo>
                  <a:pt x="15899" y="18771"/>
                </a:lnTo>
                <a:lnTo>
                  <a:pt x="14604" y="19938"/>
                </a:lnTo>
                <a:lnTo>
                  <a:pt x="16962" y="18796"/>
                </a:lnTo>
                <a:close/>
              </a:path>
              <a:path w="73660" h="27939">
                <a:moveTo>
                  <a:pt x="17012" y="18771"/>
                </a:moveTo>
                <a:lnTo>
                  <a:pt x="14604" y="19938"/>
                </a:lnTo>
                <a:lnTo>
                  <a:pt x="16915" y="19938"/>
                </a:lnTo>
                <a:lnTo>
                  <a:pt x="17099" y="19304"/>
                </a:lnTo>
                <a:lnTo>
                  <a:pt x="16763" y="19304"/>
                </a:lnTo>
                <a:lnTo>
                  <a:pt x="17012" y="18771"/>
                </a:lnTo>
                <a:close/>
              </a:path>
              <a:path w="73660" h="27939">
                <a:moveTo>
                  <a:pt x="17100" y="18743"/>
                </a:moveTo>
                <a:lnTo>
                  <a:pt x="16763" y="19304"/>
                </a:lnTo>
                <a:lnTo>
                  <a:pt x="17100" y="18743"/>
                </a:lnTo>
                <a:close/>
              </a:path>
              <a:path w="73660" h="27939">
                <a:moveTo>
                  <a:pt x="17263" y="18740"/>
                </a:moveTo>
                <a:lnTo>
                  <a:pt x="17100" y="18743"/>
                </a:lnTo>
                <a:lnTo>
                  <a:pt x="16763" y="19304"/>
                </a:lnTo>
                <a:lnTo>
                  <a:pt x="17099" y="19304"/>
                </a:lnTo>
                <a:lnTo>
                  <a:pt x="17263" y="18740"/>
                </a:lnTo>
                <a:close/>
              </a:path>
              <a:path w="73660" h="27939">
                <a:moveTo>
                  <a:pt x="16130" y="18508"/>
                </a:moveTo>
                <a:lnTo>
                  <a:pt x="14859" y="18796"/>
                </a:lnTo>
                <a:lnTo>
                  <a:pt x="15848" y="18772"/>
                </a:lnTo>
                <a:lnTo>
                  <a:pt x="16130" y="18508"/>
                </a:lnTo>
                <a:close/>
              </a:path>
              <a:path w="73660" h="27939">
                <a:moveTo>
                  <a:pt x="15848" y="18772"/>
                </a:moveTo>
                <a:lnTo>
                  <a:pt x="14859" y="18796"/>
                </a:lnTo>
                <a:lnTo>
                  <a:pt x="15824" y="18796"/>
                </a:lnTo>
                <a:close/>
              </a:path>
              <a:path w="73660" h="27939">
                <a:moveTo>
                  <a:pt x="17253" y="18255"/>
                </a:moveTo>
                <a:lnTo>
                  <a:pt x="16130" y="18508"/>
                </a:lnTo>
                <a:lnTo>
                  <a:pt x="15848" y="18772"/>
                </a:lnTo>
                <a:lnTo>
                  <a:pt x="17024" y="18745"/>
                </a:lnTo>
                <a:lnTo>
                  <a:pt x="17253" y="18255"/>
                </a:lnTo>
                <a:close/>
              </a:path>
              <a:path w="73660" h="27939">
                <a:moveTo>
                  <a:pt x="17414" y="18218"/>
                </a:moveTo>
                <a:lnTo>
                  <a:pt x="17253" y="18255"/>
                </a:lnTo>
                <a:lnTo>
                  <a:pt x="17024" y="18745"/>
                </a:lnTo>
                <a:lnTo>
                  <a:pt x="17414" y="18218"/>
                </a:lnTo>
                <a:close/>
              </a:path>
              <a:path w="73660" h="27939">
                <a:moveTo>
                  <a:pt x="17294" y="18635"/>
                </a:moveTo>
                <a:lnTo>
                  <a:pt x="17100" y="18743"/>
                </a:lnTo>
                <a:lnTo>
                  <a:pt x="17263" y="18740"/>
                </a:lnTo>
                <a:close/>
              </a:path>
              <a:path w="73660" h="27939">
                <a:moveTo>
                  <a:pt x="39979" y="17906"/>
                </a:moveTo>
                <a:lnTo>
                  <a:pt x="18796" y="17906"/>
                </a:lnTo>
                <a:lnTo>
                  <a:pt x="17294" y="18635"/>
                </a:lnTo>
                <a:lnTo>
                  <a:pt x="25780" y="18542"/>
                </a:lnTo>
                <a:lnTo>
                  <a:pt x="37973" y="18034"/>
                </a:lnTo>
                <a:lnTo>
                  <a:pt x="38480" y="18034"/>
                </a:lnTo>
                <a:lnTo>
                  <a:pt x="39979" y="17906"/>
                </a:lnTo>
                <a:close/>
              </a:path>
              <a:path w="73660" h="27939">
                <a:moveTo>
                  <a:pt x="17414" y="18219"/>
                </a:moveTo>
                <a:lnTo>
                  <a:pt x="17112" y="18723"/>
                </a:lnTo>
                <a:lnTo>
                  <a:pt x="17294" y="18635"/>
                </a:lnTo>
                <a:lnTo>
                  <a:pt x="17414" y="18219"/>
                </a:lnTo>
                <a:close/>
              </a:path>
              <a:path w="73660" h="27939">
                <a:moveTo>
                  <a:pt x="18796" y="17906"/>
                </a:moveTo>
                <a:lnTo>
                  <a:pt x="17415" y="18218"/>
                </a:lnTo>
                <a:lnTo>
                  <a:pt x="17294" y="18635"/>
                </a:lnTo>
                <a:lnTo>
                  <a:pt x="18796" y="17906"/>
                </a:lnTo>
                <a:close/>
              </a:path>
              <a:path w="73660" h="27939">
                <a:moveTo>
                  <a:pt x="18669" y="16129"/>
                </a:moveTo>
                <a:lnTo>
                  <a:pt x="16130" y="18508"/>
                </a:lnTo>
                <a:lnTo>
                  <a:pt x="17253" y="18255"/>
                </a:lnTo>
                <a:lnTo>
                  <a:pt x="17652" y="17399"/>
                </a:lnTo>
                <a:lnTo>
                  <a:pt x="17907" y="17399"/>
                </a:lnTo>
                <a:lnTo>
                  <a:pt x="18669" y="16129"/>
                </a:lnTo>
                <a:close/>
              </a:path>
              <a:path w="73660" h="27939">
                <a:moveTo>
                  <a:pt x="17652" y="17399"/>
                </a:moveTo>
                <a:lnTo>
                  <a:pt x="17253" y="18255"/>
                </a:lnTo>
                <a:lnTo>
                  <a:pt x="17413" y="18219"/>
                </a:lnTo>
                <a:lnTo>
                  <a:pt x="17652" y="17399"/>
                </a:lnTo>
                <a:close/>
              </a:path>
              <a:path w="73660" h="27939">
                <a:moveTo>
                  <a:pt x="17907" y="17399"/>
                </a:moveTo>
                <a:lnTo>
                  <a:pt x="17652" y="17399"/>
                </a:lnTo>
                <a:lnTo>
                  <a:pt x="17414" y="18218"/>
                </a:lnTo>
                <a:lnTo>
                  <a:pt x="17907" y="17399"/>
                </a:lnTo>
                <a:close/>
              </a:path>
              <a:path w="73660" h="27939">
                <a:moveTo>
                  <a:pt x="57200" y="16129"/>
                </a:moveTo>
                <a:lnTo>
                  <a:pt x="18669" y="16129"/>
                </a:lnTo>
                <a:lnTo>
                  <a:pt x="17415" y="18218"/>
                </a:lnTo>
                <a:lnTo>
                  <a:pt x="18796" y="17906"/>
                </a:lnTo>
                <a:lnTo>
                  <a:pt x="39979" y="17906"/>
                </a:lnTo>
                <a:lnTo>
                  <a:pt x="53466" y="16763"/>
                </a:lnTo>
                <a:lnTo>
                  <a:pt x="53848" y="16637"/>
                </a:lnTo>
                <a:lnTo>
                  <a:pt x="57200" y="16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36183" y="2885567"/>
            <a:ext cx="24765" cy="29209"/>
          </a:xfrm>
          <a:custGeom>
            <a:avLst/>
            <a:gdLst/>
            <a:ahLst/>
            <a:cxnLst/>
            <a:rect l="l" t="t" r="r" b="b"/>
            <a:pathLst>
              <a:path w="24764" h="29210">
                <a:moveTo>
                  <a:pt x="494" y="11374"/>
                </a:moveTo>
                <a:lnTo>
                  <a:pt x="364" y="13334"/>
                </a:lnTo>
                <a:lnTo>
                  <a:pt x="253" y="18160"/>
                </a:lnTo>
                <a:lnTo>
                  <a:pt x="380" y="19431"/>
                </a:lnTo>
                <a:lnTo>
                  <a:pt x="1524" y="23621"/>
                </a:lnTo>
                <a:lnTo>
                  <a:pt x="3047" y="26288"/>
                </a:lnTo>
                <a:lnTo>
                  <a:pt x="6095" y="29082"/>
                </a:lnTo>
                <a:lnTo>
                  <a:pt x="8127" y="29082"/>
                </a:lnTo>
                <a:lnTo>
                  <a:pt x="9525" y="27812"/>
                </a:lnTo>
                <a:lnTo>
                  <a:pt x="10541" y="26796"/>
                </a:lnTo>
                <a:lnTo>
                  <a:pt x="7238" y="24637"/>
                </a:lnTo>
                <a:lnTo>
                  <a:pt x="5587" y="21335"/>
                </a:lnTo>
                <a:lnTo>
                  <a:pt x="3544" y="17144"/>
                </a:lnTo>
                <a:lnTo>
                  <a:pt x="2158" y="14605"/>
                </a:lnTo>
                <a:lnTo>
                  <a:pt x="494" y="11374"/>
                </a:lnTo>
                <a:close/>
              </a:path>
              <a:path w="24764" h="29210">
                <a:moveTo>
                  <a:pt x="20402" y="8944"/>
                </a:moveTo>
                <a:lnTo>
                  <a:pt x="20192" y="13334"/>
                </a:lnTo>
                <a:lnTo>
                  <a:pt x="16890" y="16637"/>
                </a:lnTo>
                <a:lnTo>
                  <a:pt x="16763" y="16890"/>
                </a:lnTo>
                <a:lnTo>
                  <a:pt x="16395" y="17246"/>
                </a:lnTo>
                <a:lnTo>
                  <a:pt x="14604" y="20827"/>
                </a:lnTo>
                <a:lnTo>
                  <a:pt x="14350" y="21462"/>
                </a:lnTo>
                <a:lnTo>
                  <a:pt x="12064" y="25145"/>
                </a:lnTo>
                <a:lnTo>
                  <a:pt x="11049" y="26288"/>
                </a:lnTo>
                <a:lnTo>
                  <a:pt x="10663" y="26674"/>
                </a:lnTo>
                <a:lnTo>
                  <a:pt x="14096" y="26796"/>
                </a:lnTo>
                <a:lnTo>
                  <a:pt x="17779" y="26796"/>
                </a:lnTo>
                <a:lnTo>
                  <a:pt x="21208" y="24764"/>
                </a:lnTo>
                <a:lnTo>
                  <a:pt x="22986" y="21335"/>
                </a:lnTo>
                <a:lnTo>
                  <a:pt x="24511" y="18287"/>
                </a:lnTo>
                <a:lnTo>
                  <a:pt x="24256" y="14350"/>
                </a:lnTo>
                <a:lnTo>
                  <a:pt x="22184" y="11374"/>
                </a:lnTo>
                <a:lnTo>
                  <a:pt x="20402" y="8944"/>
                </a:lnTo>
                <a:close/>
              </a:path>
              <a:path w="24764" h="29210">
                <a:moveTo>
                  <a:pt x="16115" y="17144"/>
                </a:moveTo>
                <a:lnTo>
                  <a:pt x="3555" y="17144"/>
                </a:lnTo>
                <a:lnTo>
                  <a:pt x="3682" y="17399"/>
                </a:lnTo>
                <a:lnTo>
                  <a:pt x="5714" y="21589"/>
                </a:lnTo>
                <a:lnTo>
                  <a:pt x="7238" y="24637"/>
                </a:lnTo>
                <a:lnTo>
                  <a:pt x="10540" y="26669"/>
                </a:lnTo>
                <a:lnTo>
                  <a:pt x="10668" y="26669"/>
                </a:lnTo>
                <a:lnTo>
                  <a:pt x="11049" y="26288"/>
                </a:lnTo>
                <a:lnTo>
                  <a:pt x="12064" y="25145"/>
                </a:lnTo>
                <a:lnTo>
                  <a:pt x="14350" y="21462"/>
                </a:lnTo>
                <a:lnTo>
                  <a:pt x="14604" y="20827"/>
                </a:lnTo>
                <a:lnTo>
                  <a:pt x="15938" y="18160"/>
                </a:lnTo>
                <a:lnTo>
                  <a:pt x="15366" y="18160"/>
                </a:lnTo>
                <a:lnTo>
                  <a:pt x="16115" y="17144"/>
                </a:lnTo>
                <a:close/>
              </a:path>
              <a:path w="24764" h="29210">
                <a:moveTo>
                  <a:pt x="17144" y="15747"/>
                </a:moveTo>
                <a:lnTo>
                  <a:pt x="15366" y="18160"/>
                </a:lnTo>
                <a:lnTo>
                  <a:pt x="16395" y="17246"/>
                </a:lnTo>
                <a:lnTo>
                  <a:pt x="17144" y="15747"/>
                </a:lnTo>
                <a:close/>
              </a:path>
              <a:path w="24764" h="29210">
                <a:moveTo>
                  <a:pt x="16395" y="17246"/>
                </a:moveTo>
                <a:lnTo>
                  <a:pt x="15366" y="18160"/>
                </a:lnTo>
                <a:lnTo>
                  <a:pt x="15938" y="18160"/>
                </a:lnTo>
                <a:lnTo>
                  <a:pt x="16395" y="17246"/>
                </a:lnTo>
                <a:close/>
              </a:path>
              <a:path w="24764" h="29210">
                <a:moveTo>
                  <a:pt x="3648" y="17335"/>
                </a:moveTo>
                <a:close/>
              </a:path>
              <a:path w="24764" h="29210">
                <a:moveTo>
                  <a:pt x="8254" y="762"/>
                </a:moveTo>
                <a:lnTo>
                  <a:pt x="7512" y="1052"/>
                </a:lnTo>
                <a:lnTo>
                  <a:pt x="5206" y="2539"/>
                </a:lnTo>
                <a:lnTo>
                  <a:pt x="4283" y="3165"/>
                </a:lnTo>
                <a:lnTo>
                  <a:pt x="3428" y="4190"/>
                </a:lnTo>
                <a:lnTo>
                  <a:pt x="3175" y="4318"/>
                </a:lnTo>
                <a:lnTo>
                  <a:pt x="1396" y="7746"/>
                </a:lnTo>
                <a:lnTo>
                  <a:pt x="888" y="9270"/>
                </a:lnTo>
                <a:lnTo>
                  <a:pt x="507" y="11175"/>
                </a:lnTo>
                <a:lnTo>
                  <a:pt x="523" y="11430"/>
                </a:lnTo>
                <a:lnTo>
                  <a:pt x="2158" y="14605"/>
                </a:lnTo>
                <a:lnTo>
                  <a:pt x="3648" y="17335"/>
                </a:lnTo>
                <a:lnTo>
                  <a:pt x="3555" y="17144"/>
                </a:lnTo>
                <a:lnTo>
                  <a:pt x="16115" y="17144"/>
                </a:lnTo>
                <a:lnTo>
                  <a:pt x="17144" y="15747"/>
                </a:lnTo>
                <a:lnTo>
                  <a:pt x="17779" y="15747"/>
                </a:lnTo>
                <a:lnTo>
                  <a:pt x="20192" y="13334"/>
                </a:lnTo>
                <a:lnTo>
                  <a:pt x="20402" y="8944"/>
                </a:lnTo>
                <a:lnTo>
                  <a:pt x="19989" y="8381"/>
                </a:lnTo>
                <a:lnTo>
                  <a:pt x="19515" y="7746"/>
                </a:lnTo>
                <a:lnTo>
                  <a:pt x="11175" y="1015"/>
                </a:lnTo>
                <a:lnTo>
                  <a:pt x="8254" y="762"/>
                </a:lnTo>
                <a:close/>
              </a:path>
              <a:path w="24764" h="29210">
                <a:moveTo>
                  <a:pt x="17779" y="15747"/>
                </a:moveTo>
                <a:lnTo>
                  <a:pt x="17144" y="15747"/>
                </a:lnTo>
                <a:lnTo>
                  <a:pt x="16395" y="17246"/>
                </a:lnTo>
                <a:lnTo>
                  <a:pt x="16763" y="16890"/>
                </a:lnTo>
                <a:lnTo>
                  <a:pt x="16890" y="16637"/>
                </a:lnTo>
                <a:lnTo>
                  <a:pt x="17779" y="15747"/>
                </a:lnTo>
                <a:close/>
              </a:path>
              <a:path w="24764" h="29210">
                <a:moveTo>
                  <a:pt x="4283" y="3165"/>
                </a:moveTo>
                <a:lnTo>
                  <a:pt x="1269" y="5206"/>
                </a:lnTo>
                <a:lnTo>
                  <a:pt x="0" y="10413"/>
                </a:lnTo>
                <a:lnTo>
                  <a:pt x="494" y="11374"/>
                </a:lnTo>
                <a:lnTo>
                  <a:pt x="507" y="11175"/>
                </a:lnTo>
                <a:lnTo>
                  <a:pt x="888" y="9270"/>
                </a:lnTo>
                <a:lnTo>
                  <a:pt x="1396" y="7746"/>
                </a:lnTo>
                <a:lnTo>
                  <a:pt x="3175" y="4318"/>
                </a:lnTo>
                <a:lnTo>
                  <a:pt x="3428" y="4190"/>
                </a:lnTo>
                <a:lnTo>
                  <a:pt x="4283" y="3165"/>
                </a:lnTo>
                <a:close/>
              </a:path>
              <a:path w="24764" h="29210">
                <a:moveTo>
                  <a:pt x="17829" y="4838"/>
                </a:moveTo>
                <a:lnTo>
                  <a:pt x="19720" y="8014"/>
                </a:lnTo>
                <a:lnTo>
                  <a:pt x="20402" y="8944"/>
                </a:lnTo>
                <a:lnTo>
                  <a:pt x="20446" y="8000"/>
                </a:lnTo>
                <a:lnTo>
                  <a:pt x="17829" y="4838"/>
                </a:lnTo>
                <a:close/>
              </a:path>
              <a:path w="24764" h="29210">
                <a:moveTo>
                  <a:pt x="19430" y="7619"/>
                </a:moveTo>
                <a:lnTo>
                  <a:pt x="19938" y="8381"/>
                </a:lnTo>
                <a:lnTo>
                  <a:pt x="19710" y="8000"/>
                </a:lnTo>
                <a:lnTo>
                  <a:pt x="19430" y="7619"/>
                </a:lnTo>
                <a:close/>
              </a:path>
              <a:path w="24764" h="29210">
                <a:moveTo>
                  <a:pt x="19720" y="8014"/>
                </a:moveTo>
                <a:lnTo>
                  <a:pt x="19938" y="8381"/>
                </a:lnTo>
                <a:lnTo>
                  <a:pt x="19720" y="8014"/>
                </a:lnTo>
                <a:close/>
              </a:path>
              <a:path w="24764" h="29210">
                <a:moveTo>
                  <a:pt x="19485" y="7619"/>
                </a:moveTo>
                <a:lnTo>
                  <a:pt x="19720" y="8014"/>
                </a:lnTo>
                <a:lnTo>
                  <a:pt x="19485" y="7619"/>
                </a:lnTo>
                <a:close/>
              </a:path>
              <a:path w="24764" h="29210">
                <a:moveTo>
                  <a:pt x="15739" y="2382"/>
                </a:moveTo>
                <a:lnTo>
                  <a:pt x="17829" y="4838"/>
                </a:lnTo>
                <a:lnTo>
                  <a:pt x="16763" y="3047"/>
                </a:lnTo>
                <a:lnTo>
                  <a:pt x="15739" y="2382"/>
                </a:lnTo>
                <a:close/>
              </a:path>
              <a:path w="24764" h="29210">
                <a:moveTo>
                  <a:pt x="7512" y="1052"/>
                </a:moveTo>
                <a:lnTo>
                  <a:pt x="5333" y="1905"/>
                </a:lnTo>
                <a:lnTo>
                  <a:pt x="4283" y="3165"/>
                </a:lnTo>
                <a:lnTo>
                  <a:pt x="5206" y="2539"/>
                </a:lnTo>
                <a:lnTo>
                  <a:pt x="7512" y="1052"/>
                </a:lnTo>
                <a:close/>
              </a:path>
              <a:path w="24764" h="29210">
                <a:moveTo>
                  <a:pt x="14350" y="762"/>
                </a:moveTo>
                <a:lnTo>
                  <a:pt x="8254" y="762"/>
                </a:lnTo>
                <a:lnTo>
                  <a:pt x="11175" y="1015"/>
                </a:lnTo>
                <a:lnTo>
                  <a:pt x="14224" y="1396"/>
                </a:lnTo>
                <a:lnTo>
                  <a:pt x="15739" y="2382"/>
                </a:lnTo>
                <a:lnTo>
                  <a:pt x="14350" y="762"/>
                </a:lnTo>
                <a:close/>
              </a:path>
              <a:path w="24764" h="29210">
                <a:moveTo>
                  <a:pt x="9143" y="0"/>
                </a:moveTo>
                <a:lnTo>
                  <a:pt x="7512" y="1052"/>
                </a:lnTo>
                <a:lnTo>
                  <a:pt x="8254" y="762"/>
                </a:lnTo>
                <a:lnTo>
                  <a:pt x="14350" y="762"/>
                </a:lnTo>
                <a:lnTo>
                  <a:pt x="91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4204" y="2797301"/>
            <a:ext cx="267843" cy="2235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60642" y="2799333"/>
            <a:ext cx="107696" cy="1841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43302" y="2808985"/>
            <a:ext cx="94962" cy="28867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38748" y="3311778"/>
            <a:ext cx="203715" cy="2349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64799" y="3368166"/>
            <a:ext cx="337988" cy="14757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756655" y="3731259"/>
            <a:ext cx="30480" cy="124460"/>
          </a:xfrm>
          <a:custGeom>
            <a:avLst/>
            <a:gdLst/>
            <a:ahLst/>
            <a:cxnLst/>
            <a:rect l="l" t="t" r="r" b="b"/>
            <a:pathLst>
              <a:path w="30479" h="124460">
                <a:moveTo>
                  <a:pt x="27827" y="77088"/>
                </a:moveTo>
                <a:lnTo>
                  <a:pt x="13970" y="77088"/>
                </a:lnTo>
                <a:lnTo>
                  <a:pt x="14224" y="90804"/>
                </a:lnTo>
                <a:lnTo>
                  <a:pt x="14351" y="90931"/>
                </a:lnTo>
                <a:lnTo>
                  <a:pt x="14605" y="97789"/>
                </a:lnTo>
                <a:lnTo>
                  <a:pt x="14605" y="98043"/>
                </a:lnTo>
                <a:lnTo>
                  <a:pt x="14986" y="104647"/>
                </a:lnTo>
                <a:lnTo>
                  <a:pt x="24892" y="123697"/>
                </a:lnTo>
                <a:lnTo>
                  <a:pt x="26162" y="124078"/>
                </a:lnTo>
                <a:lnTo>
                  <a:pt x="27559" y="123697"/>
                </a:lnTo>
                <a:lnTo>
                  <a:pt x="28448" y="122935"/>
                </a:lnTo>
                <a:lnTo>
                  <a:pt x="29464" y="122173"/>
                </a:lnTo>
                <a:lnTo>
                  <a:pt x="29972" y="120903"/>
                </a:lnTo>
                <a:lnTo>
                  <a:pt x="29845" y="117474"/>
                </a:lnTo>
                <a:lnTo>
                  <a:pt x="29421" y="114934"/>
                </a:lnTo>
                <a:lnTo>
                  <a:pt x="29423" y="114426"/>
                </a:lnTo>
                <a:lnTo>
                  <a:pt x="29173" y="111251"/>
                </a:lnTo>
                <a:lnTo>
                  <a:pt x="29083" y="110362"/>
                </a:lnTo>
                <a:lnTo>
                  <a:pt x="28956" y="103504"/>
                </a:lnTo>
                <a:lnTo>
                  <a:pt x="28194" y="90423"/>
                </a:lnTo>
                <a:lnTo>
                  <a:pt x="28067" y="83565"/>
                </a:lnTo>
                <a:lnTo>
                  <a:pt x="27827" y="77088"/>
                </a:lnTo>
                <a:close/>
              </a:path>
              <a:path w="30479" h="124460">
                <a:moveTo>
                  <a:pt x="29423" y="114426"/>
                </a:moveTo>
                <a:lnTo>
                  <a:pt x="29464" y="114934"/>
                </a:lnTo>
                <a:lnTo>
                  <a:pt x="29423" y="114426"/>
                </a:lnTo>
                <a:close/>
              </a:path>
              <a:path w="30479" h="124460">
                <a:moveTo>
                  <a:pt x="29083" y="110108"/>
                </a:moveTo>
                <a:lnTo>
                  <a:pt x="29083" y="110362"/>
                </a:lnTo>
                <a:lnTo>
                  <a:pt x="29083" y="110108"/>
                </a:lnTo>
                <a:close/>
              </a:path>
              <a:path w="30479" h="124460">
                <a:moveTo>
                  <a:pt x="27471" y="70103"/>
                </a:moveTo>
                <a:lnTo>
                  <a:pt x="13716" y="70103"/>
                </a:lnTo>
                <a:lnTo>
                  <a:pt x="13970" y="77215"/>
                </a:lnTo>
                <a:lnTo>
                  <a:pt x="27827" y="77088"/>
                </a:lnTo>
                <a:lnTo>
                  <a:pt x="27471" y="70103"/>
                </a:lnTo>
                <a:close/>
              </a:path>
              <a:path w="30479" h="124460">
                <a:moveTo>
                  <a:pt x="26691" y="62737"/>
                </a:moveTo>
                <a:lnTo>
                  <a:pt x="13081" y="62737"/>
                </a:lnTo>
                <a:lnTo>
                  <a:pt x="13716" y="70230"/>
                </a:lnTo>
                <a:lnTo>
                  <a:pt x="13716" y="70103"/>
                </a:lnTo>
                <a:lnTo>
                  <a:pt x="27471" y="70103"/>
                </a:lnTo>
                <a:lnTo>
                  <a:pt x="27432" y="69087"/>
                </a:lnTo>
                <a:lnTo>
                  <a:pt x="26691" y="62737"/>
                </a:lnTo>
                <a:close/>
              </a:path>
              <a:path w="30479" h="124460">
                <a:moveTo>
                  <a:pt x="25651" y="55371"/>
                </a:moveTo>
                <a:lnTo>
                  <a:pt x="12319" y="55371"/>
                </a:lnTo>
                <a:lnTo>
                  <a:pt x="13081" y="62864"/>
                </a:lnTo>
                <a:lnTo>
                  <a:pt x="13081" y="62737"/>
                </a:lnTo>
                <a:lnTo>
                  <a:pt x="26691" y="62737"/>
                </a:lnTo>
                <a:lnTo>
                  <a:pt x="26543" y="61467"/>
                </a:lnTo>
                <a:lnTo>
                  <a:pt x="26543" y="61213"/>
                </a:lnTo>
                <a:lnTo>
                  <a:pt x="25651" y="55371"/>
                </a:lnTo>
                <a:close/>
              </a:path>
              <a:path w="30479" h="124460">
                <a:moveTo>
                  <a:pt x="24251" y="47243"/>
                </a:moveTo>
                <a:lnTo>
                  <a:pt x="11303" y="47243"/>
                </a:lnTo>
                <a:lnTo>
                  <a:pt x="12319" y="55498"/>
                </a:lnTo>
                <a:lnTo>
                  <a:pt x="12319" y="55371"/>
                </a:lnTo>
                <a:lnTo>
                  <a:pt x="25651" y="55371"/>
                </a:lnTo>
                <a:lnTo>
                  <a:pt x="25400" y="53720"/>
                </a:lnTo>
                <a:lnTo>
                  <a:pt x="25400" y="53466"/>
                </a:lnTo>
                <a:lnTo>
                  <a:pt x="24251" y="47243"/>
                </a:lnTo>
                <a:close/>
              </a:path>
              <a:path w="30479" h="124460">
                <a:moveTo>
                  <a:pt x="22563" y="38988"/>
                </a:moveTo>
                <a:lnTo>
                  <a:pt x="10033" y="38988"/>
                </a:lnTo>
                <a:lnTo>
                  <a:pt x="11303" y="47370"/>
                </a:lnTo>
                <a:lnTo>
                  <a:pt x="11303" y="47243"/>
                </a:lnTo>
                <a:lnTo>
                  <a:pt x="24251" y="47243"/>
                </a:lnTo>
                <a:lnTo>
                  <a:pt x="23876" y="45211"/>
                </a:lnTo>
                <a:lnTo>
                  <a:pt x="23876" y="45084"/>
                </a:lnTo>
                <a:lnTo>
                  <a:pt x="22563" y="38988"/>
                </a:lnTo>
                <a:close/>
              </a:path>
              <a:path w="30479" h="124460">
                <a:moveTo>
                  <a:pt x="18698" y="24510"/>
                </a:moveTo>
                <a:lnTo>
                  <a:pt x="6350" y="24510"/>
                </a:lnTo>
                <a:lnTo>
                  <a:pt x="6477" y="24891"/>
                </a:lnTo>
                <a:lnTo>
                  <a:pt x="8636" y="32257"/>
                </a:lnTo>
                <a:lnTo>
                  <a:pt x="10033" y="39369"/>
                </a:lnTo>
                <a:lnTo>
                  <a:pt x="10033" y="38988"/>
                </a:lnTo>
                <a:lnTo>
                  <a:pt x="22563" y="38988"/>
                </a:lnTo>
                <a:lnTo>
                  <a:pt x="22098" y="36829"/>
                </a:lnTo>
                <a:lnTo>
                  <a:pt x="22098" y="36448"/>
                </a:lnTo>
                <a:lnTo>
                  <a:pt x="20066" y="29082"/>
                </a:lnTo>
                <a:lnTo>
                  <a:pt x="20066" y="28828"/>
                </a:lnTo>
                <a:lnTo>
                  <a:pt x="18698" y="24510"/>
                </a:lnTo>
                <a:close/>
              </a:path>
              <a:path w="30479" h="124460">
                <a:moveTo>
                  <a:pt x="8509" y="31876"/>
                </a:moveTo>
                <a:lnTo>
                  <a:pt x="8586" y="32257"/>
                </a:lnTo>
                <a:lnTo>
                  <a:pt x="8509" y="31876"/>
                </a:lnTo>
                <a:close/>
              </a:path>
              <a:path w="30479" h="124460">
                <a:moveTo>
                  <a:pt x="6388" y="24640"/>
                </a:moveTo>
                <a:lnTo>
                  <a:pt x="6462" y="24891"/>
                </a:lnTo>
                <a:lnTo>
                  <a:pt x="6388" y="24640"/>
                </a:lnTo>
                <a:close/>
              </a:path>
              <a:path w="30479" h="124460">
                <a:moveTo>
                  <a:pt x="13700" y="9397"/>
                </a:moveTo>
                <a:lnTo>
                  <a:pt x="1397" y="9397"/>
                </a:lnTo>
                <a:lnTo>
                  <a:pt x="2159" y="10667"/>
                </a:lnTo>
                <a:lnTo>
                  <a:pt x="1812" y="10667"/>
                </a:lnTo>
                <a:lnTo>
                  <a:pt x="4191" y="18160"/>
                </a:lnTo>
                <a:lnTo>
                  <a:pt x="4191" y="18414"/>
                </a:lnTo>
                <a:lnTo>
                  <a:pt x="6388" y="24640"/>
                </a:lnTo>
                <a:lnTo>
                  <a:pt x="6350" y="24510"/>
                </a:lnTo>
                <a:lnTo>
                  <a:pt x="18698" y="24510"/>
                </a:lnTo>
                <a:lnTo>
                  <a:pt x="17653" y="21208"/>
                </a:lnTo>
                <a:lnTo>
                  <a:pt x="17526" y="20954"/>
                </a:lnTo>
                <a:lnTo>
                  <a:pt x="15249" y="14477"/>
                </a:lnTo>
                <a:lnTo>
                  <a:pt x="13700" y="9397"/>
                </a:lnTo>
                <a:close/>
              </a:path>
              <a:path w="30479" h="124460">
                <a:moveTo>
                  <a:pt x="15316" y="14693"/>
                </a:moveTo>
                <a:lnTo>
                  <a:pt x="15367" y="14858"/>
                </a:lnTo>
                <a:lnTo>
                  <a:pt x="15316" y="14693"/>
                </a:lnTo>
                <a:close/>
              </a:path>
              <a:path w="30479" h="124460">
                <a:moveTo>
                  <a:pt x="15249" y="14477"/>
                </a:moveTo>
                <a:lnTo>
                  <a:pt x="15316" y="14693"/>
                </a:lnTo>
                <a:lnTo>
                  <a:pt x="15249" y="14477"/>
                </a:lnTo>
                <a:close/>
              </a:path>
              <a:path w="30479" h="124460">
                <a:moveTo>
                  <a:pt x="1651" y="10159"/>
                </a:moveTo>
                <a:lnTo>
                  <a:pt x="1812" y="10667"/>
                </a:lnTo>
                <a:lnTo>
                  <a:pt x="1651" y="10159"/>
                </a:lnTo>
                <a:close/>
              </a:path>
              <a:path w="30479" h="124460">
                <a:moveTo>
                  <a:pt x="1735" y="10244"/>
                </a:moveTo>
                <a:lnTo>
                  <a:pt x="1905" y="10667"/>
                </a:lnTo>
                <a:lnTo>
                  <a:pt x="2159" y="10667"/>
                </a:lnTo>
                <a:lnTo>
                  <a:pt x="1735" y="10244"/>
                </a:lnTo>
                <a:close/>
              </a:path>
              <a:path w="30479" h="124460">
                <a:moveTo>
                  <a:pt x="1397" y="9397"/>
                </a:moveTo>
                <a:lnTo>
                  <a:pt x="1735" y="10244"/>
                </a:lnTo>
                <a:lnTo>
                  <a:pt x="2159" y="10667"/>
                </a:lnTo>
                <a:lnTo>
                  <a:pt x="1397" y="9397"/>
                </a:lnTo>
                <a:close/>
              </a:path>
              <a:path w="30479" h="124460">
                <a:moveTo>
                  <a:pt x="4953" y="0"/>
                </a:moveTo>
                <a:lnTo>
                  <a:pt x="2540" y="1142"/>
                </a:lnTo>
                <a:lnTo>
                  <a:pt x="0" y="5460"/>
                </a:lnTo>
                <a:lnTo>
                  <a:pt x="127" y="8127"/>
                </a:lnTo>
                <a:lnTo>
                  <a:pt x="1651" y="10159"/>
                </a:lnTo>
                <a:lnTo>
                  <a:pt x="1397" y="9397"/>
                </a:lnTo>
                <a:lnTo>
                  <a:pt x="13700" y="9397"/>
                </a:lnTo>
                <a:lnTo>
                  <a:pt x="12954" y="6730"/>
                </a:lnTo>
                <a:lnTo>
                  <a:pt x="12827" y="6476"/>
                </a:lnTo>
                <a:lnTo>
                  <a:pt x="12457" y="5460"/>
                </a:lnTo>
                <a:lnTo>
                  <a:pt x="12440" y="5079"/>
                </a:lnTo>
                <a:lnTo>
                  <a:pt x="11938" y="2666"/>
                </a:lnTo>
                <a:lnTo>
                  <a:pt x="9906" y="761"/>
                </a:lnTo>
                <a:lnTo>
                  <a:pt x="4953" y="0"/>
                </a:lnTo>
                <a:close/>
              </a:path>
              <a:path w="30479" h="124460">
                <a:moveTo>
                  <a:pt x="12440" y="5079"/>
                </a:moveTo>
                <a:lnTo>
                  <a:pt x="12573" y="5714"/>
                </a:lnTo>
                <a:lnTo>
                  <a:pt x="12440" y="50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54700" y="3699002"/>
            <a:ext cx="126310" cy="1862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50000" y="3703828"/>
            <a:ext cx="357137" cy="180695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491604" y="3699509"/>
            <a:ext cx="37465" cy="224790"/>
          </a:xfrm>
          <a:custGeom>
            <a:avLst/>
            <a:gdLst/>
            <a:ahLst/>
            <a:cxnLst/>
            <a:rect l="l" t="t" r="r" b="b"/>
            <a:pathLst>
              <a:path w="37465" h="224789">
                <a:moveTo>
                  <a:pt x="28634" y="134111"/>
                </a:moveTo>
                <a:lnTo>
                  <a:pt x="11429" y="134111"/>
                </a:lnTo>
                <a:lnTo>
                  <a:pt x="7112" y="163829"/>
                </a:lnTo>
                <a:lnTo>
                  <a:pt x="3302" y="192163"/>
                </a:lnTo>
                <a:lnTo>
                  <a:pt x="3302" y="192290"/>
                </a:lnTo>
                <a:lnTo>
                  <a:pt x="0" y="221780"/>
                </a:lnTo>
                <a:lnTo>
                  <a:pt x="1524" y="223900"/>
                </a:lnTo>
                <a:lnTo>
                  <a:pt x="6223" y="224726"/>
                </a:lnTo>
                <a:lnTo>
                  <a:pt x="8382" y="223278"/>
                </a:lnTo>
                <a:lnTo>
                  <a:pt x="8890" y="221030"/>
                </a:lnTo>
                <a:lnTo>
                  <a:pt x="15494" y="194487"/>
                </a:lnTo>
                <a:lnTo>
                  <a:pt x="21971" y="166623"/>
                </a:lnTo>
                <a:lnTo>
                  <a:pt x="21971" y="166496"/>
                </a:lnTo>
                <a:lnTo>
                  <a:pt x="28067" y="137032"/>
                </a:lnTo>
                <a:lnTo>
                  <a:pt x="28194" y="136778"/>
                </a:lnTo>
                <a:lnTo>
                  <a:pt x="28634" y="134111"/>
                </a:lnTo>
                <a:close/>
              </a:path>
              <a:path w="37465" h="224789">
                <a:moveTo>
                  <a:pt x="36951" y="57530"/>
                </a:moveTo>
                <a:lnTo>
                  <a:pt x="18796" y="57530"/>
                </a:lnTo>
                <a:lnTo>
                  <a:pt x="18796" y="58038"/>
                </a:lnTo>
                <a:lnTo>
                  <a:pt x="18751" y="58419"/>
                </a:lnTo>
                <a:lnTo>
                  <a:pt x="17652" y="80517"/>
                </a:lnTo>
                <a:lnTo>
                  <a:pt x="17527" y="81406"/>
                </a:lnTo>
                <a:lnTo>
                  <a:pt x="15113" y="105917"/>
                </a:lnTo>
                <a:lnTo>
                  <a:pt x="11302" y="134238"/>
                </a:lnTo>
                <a:lnTo>
                  <a:pt x="11429" y="134111"/>
                </a:lnTo>
                <a:lnTo>
                  <a:pt x="28634" y="134111"/>
                </a:lnTo>
                <a:lnTo>
                  <a:pt x="32893" y="108330"/>
                </a:lnTo>
                <a:lnTo>
                  <a:pt x="32893" y="107822"/>
                </a:lnTo>
                <a:lnTo>
                  <a:pt x="35687" y="81914"/>
                </a:lnTo>
                <a:lnTo>
                  <a:pt x="35814" y="81406"/>
                </a:lnTo>
                <a:lnTo>
                  <a:pt x="36956" y="58419"/>
                </a:lnTo>
                <a:lnTo>
                  <a:pt x="36951" y="57530"/>
                </a:lnTo>
                <a:close/>
              </a:path>
              <a:path w="37465" h="224789">
                <a:moveTo>
                  <a:pt x="15113" y="105663"/>
                </a:moveTo>
                <a:lnTo>
                  <a:pt x="15079" y="105917"/>
                </a:lnTo>
                <a:lnTo>
                  <a:pt x="15113" y="105663"/>
                </a:lnTo>
                <a:close/>
              </a:path>
              <a:path w="37465" h="224789">
                <a:moveTo>
                  <a:pt x="17652" y="80136"/>
                </a:moveTo>
                <a:lnTo>
                  <a:pt x="17615" y="80517"/>
                </a:lnTo>
                <a:lnTo>
                  <a:pt x="17652" y="80136"/>
                </a:lnTo>
                <a:close/>
              </a:path>
              <a:path w="37465" h="224789">
                <a:moveTo>
                  <a:pt x="18790" y="57638"/>
                </a:moveTo>
                <a:lnTo>
                  <a:pt x="18770" y="58038"/>
                </a:lnTo>
                <a:lnTo>
                  <a:pt x="18790" y="57638"/>
                </a:lnTo>
                <a:close/>
              </a:path>
              <a:path w="37465" h="224789">
                <a:moveTo>
                  <a:pt x="35356" y="24510"/>
                </a:moveTo>
                <a:lnTo>
                  <a:pt x="17145" y="24510"/>
                </a:lnTo>
                <a:lnTo>
                  <a:pt x="17399" y="26161"/>
                </a:lnTo>
                <a:lnTo>
                  <a:pt x="18669" y="39750"/>
                </a:lnTo>
                <a:lnTo>
                  <a:pt x="18790" y="57638"/>
                </a:lnTo>
                <a:lnTo>
                  <a:pt x="36951" y="57530"/>
                </a:lnTo>
                <a:lnTo>
                  <a:pt x="36829" y="38861"/>
                </a:lnTo>
                <a:lnTo>
                  <a:pt x="36702" y="37972"/>
                </a:lnTo>
                <a:lnTo>
                  <a:pt x="35356" y="24510"/>
                </a:lnTo>
                <a:close/>
              </a:path>
              <a:path w="37465" h="224789">
                <a:moveTo>
                  <a:pt x="18542" y="38988"/>
                </a:moveTo>
                <a:lnTo>
                  <a:pt x="18552" y="39750"/>
                </a:lnTo>
                <a:lnTo>
                  <a:pt x="18542" y="38988"/>
                </a:lnTo>
                <a:close/>
              </a:path>
              <a:path w="37465" h="224789">
                <a:moveTo>
                  <a:pt x="17259" y="25657"/>
                </a:moveTo>
                <a:lnTo>
                  <a:pt x="17310" y="26161"/>
                </a:lnTo>
                <a:lnTo>
                  <a:pt x="17259" y="25657"/>
                </a:lnTo>
                <a:close/>
              </a:path>
              <a:path w="37465" h="224789">
                <a:moveTo>
                  <a:pt x="17145" y="24510"/>
                </a:moveTo>
                <a:lnTo>
                  <a:pt x="17259" y="25657"/>
                </a:lnTo>
                <a:lnTo>
                  <a:pt x="17399" y="26161"/>
                </a:lnTo>
                <a:lnTo>
                  <a:pt x="17145" y="24510"/>
                </a:lnTo>
                <a:close/>
              </a:path>
              <a:path w="37465" h="224789">
                <a:moveTo>
                  <a:pt x="33626" y="16509"/>
                </a:moveTo>
                <a:lnTo>
                  <a:pt x="14731" y="16509"/>
                </a:lnTo>
                <a:lnTo>
                  <a:pt x="14986" y="17398"/>
                </a:lnTo>
                <a:lnTo>
                  <a:pt x="17259" y="25657"/>
                </a:lnTo>
                <a:lnTo>
                  <a:pt x="17145" y="24510"/>
                </a:lnTo>
                <a:lnTo>
                  <a:pt x="35356" y="24510"/>
                </a:lnTo>
                <a:lnTo>
                  <a:pt x="35178" y="22732"/>
                </a:lnTo>
                <a:lnTo>
                  <a:pt x="34925" y="21208"/>
                </a:lnTo>
                <a:lnTo>
                  <a:pt x="33626" y="16509"/>
                </a:lnTo>
                <a:close/>
              </a:path>
              <a:path w="37465" h="224789">
                <a:moveTo>
                  <a:pt x="14960" y="17335"/>
                </a:moveTo>
                <a:close/>
              </a:path>
              <a:path w="37465" h="224789">
                <a:moveTo>
                  <a:pt x="21209" y="0"/>
                </a:moveTo>
                <a:lnTo>
                  <a:pt x="14097" y="3555"/>
                </a:lnTo>
                <a:lnTo>
                  <a:pt x="12192" y="7619"/>
                </a:lnTo>
                <a:lnTo>
                  <a:pt x="12953" y="11556"/>
                </a:lnTo>
                <a:lnTo>
                  <a:pt x="13208" y="12445"/>
                </a:lnTo>
                <a:lnTo>
                  <a:pt x="13589" y="13969"/>
                </a:lnTo>
                <a:lnTo>
                  <a:pt x="14960" y="17335"/>
                </a:lnTo>
                <a:lnTo>
                  <a:pt x="14731" y="16509"/>
                </a:lnTo>
                <a:lnTo>
                  <a:pt x="33626" y="16509"/>
                </a:lnTo>
                <a:lnTo>
                  <a:pt x="25653" y="888"/>
                </a:lnTo>
                <a:lnTo>
                  <a:pt x="212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994405" y="3298697"/>
            <a:ext cx="120268" cy="2146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88080" y="3302508"/>
            <a:ext cx="80094" cy="18618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35020" y="3323209"/>
            <a:ext cx="121665" cy="208915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3582670" y="3390391"/>
            <a:ext cx="104139" cy="32384"/>
          </a:xfrm>
          <a:custGeom>
            <a:avLst/>
            <a:gdLst/>
            <a:ahLst/>
            <a:cxnLst/>
            <a:rect l="l" t="t" r="r" b="b"/>
            <a:pathLst>
              <a:path w="104139" h="32385">
                <a:moveTo>
                  <a:pt x="8000" y="18668"/>
                </a:moveTo>
                <a:lnTo>
                  <a:pt x="5968" y="19049"/>
                </a:lnTo>
                <a:lnTo>
                  <a:pt x="3682" y="19303"/>
                </a:lnTo>
                <a:lnTo>
                  <a:pt x="1777" y="20827"/>
                </a:lnTo>
                <a:lnTo>
                  <a:pt x="833" y="23113"/>
                </a:lnTo>
                <a:lnTo>
                  <a:pt x="0" y="25018"/>
                </a:lnTo>
                <a:lnTo>
                  <a:pt x="380" y="27431"/>
                </a:lnTo>
                <a:lnTo>
                  <a:pt x="1904" y="29209"/>
                </a:lnTo>
                <a:lnTo>
                  <a:pt x="3301" y="30987"/>
                </a:lnTo>
                <a:lnTo>
                  <a:pt x="5587" y="31876"/>
                </a:lnTo>
                <a:lnTo>
                  <a:pt x="7874" y="31495"/>
                </a:lnTo>
                <a:lnTo>
                  <a:pt x="9905" y="31114"/>
                </a:lnTo>
                <a:lnTo>
                  <a:pt x="10287" y="31114"/>
                </a:lnTo>
                <a:lnTo>
                  <a:pt x="17271" y="29463"/>
                </a:lnTo>
                <a:lnTo>
                  <a:pt x="25780" y="26923"/>
                </a:lnTo>
                <a:lnTo>
                  <a:pt x="25907" y="26796"/>
                </a:lnTo>
                <a:lnTo>
                  <a:pt x="36829" y="23113"/>
                </a:lnTo>
                <a:lnTo>
                  <a:pt x="49149" y="19176"/>
                </a:lnTo>
                <a:lnTo>
                  <a:pt x="49021" y="19176"/>
                </a:lnTo>
                <a:lnTo>
                  <a:pt x="50319" y="18795"/>
                </a:lnTo>
                <a:lnTo>
                  <a:pt x="7746" y="18795"/>
                </a:lnTo>
                <a:lnTo>
                  <a:pt x="8000" y="18668"/>
                </a:lnTo>
                <a:close/>
              </a:path>
              <a:path w="104139" h="32385">
                <a:moveTo>
                  <a:pt x="60959" y="8000"/>
                </a:moveTo>
                <a:lnTo>
                  <a:pt x="46862" y="11048"/>
                </a:lnTo>
                <a:lnTo>
                  <a:pt x="34289" y="13588"/>
                </a:lnTo>
                <a:lnTo>
                  <a:pt x="14224" y="17652"/>
                </a:lnTo>
                <a:lnTo>
                  <a:pt x="7746" y="18795"/>
                </a:lnTo>
                <a:lnTo>
                  <a:pt x="50319" y="18795"/>
                </a:lnTo>
                <a:lnTo>
                  <a:pt x="62864" y="15112"/>
                </a:lnTo>
                <a:lnTo>
                  <a:pt x="62610" y="15112"/>
                </a:lnTo>
                <a:lnTo>
                  <a:pt x="76707" y="11683"/>
                </a:lnTo>
                <a:lnTo>
                  <a:pt x="89915" y="8889"/>
                </a:lnTo>
                <a:lnTo>
                  <a:pt x="94259" y="8127"/>
                </a:lnTo>
                <a:lnTo>
                  <a:pt x="60959" y="8127"/>
                </a:lnTo>
                <a:close/>
              </a:path>
              <a:path w="104139" h="32385">
                <a:moveTo>
                  <a:pt x="101726" y="0"/>
                </a:moveTo>
                <a:lnTo>
                  <a:pt x="99821" y="380"/>
                </a:lnTo>
                <a:lnTo>
                  <a:pt x="88645" y="2031"/>
                </a:lnTo>
                <a:lnTo>
                  <a:pt x="75183" y="4825"/>
                </a:lnTo>
                <a:lnTo>
                  <a:pt x="60959" y="8127"/>
                </a:lnTo>
                <a:lnTo>
                  <a:pt x="94259" y="8127"/>
                </a:lnTo>
                <a:lnTo>
                  <a:pt x="100964" y="6984"/>
                </a:lnTo>
                <a:lnTo>
                  <a:pt x="102742" y="6730"/>
                </a:lnTo>
                <a:lnTo>
                  <a:pt x="104012" y="4952"/>
                </a:lnTo>
                <a:lnTo>
                  <a:pt x="103758" y="3174"/>
                </a:lnTo>
                <a:lnTo>
                  <a:pt x="103377" y="1269"/>
                </a:lnTo>
                <a:lnTo>
                  <a:pt x="1017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3338" y="3471417"/>
            <a:ext cx="165100" cy="55244"/>
          </a:xfrm>
          <a:custGeom>
            <a:avLst/>
            <a:gdLst/>
            <a:ahLst/>
            <a:cxnLst/>
            <a:rect l="l" t="t" r="r" b="b"/>
            <a:pathLst>
              <a:path w="165100" h="55245">
                <a:moveTo>
                  <a:pt x="5514" y="54444"/>
                </a:moveTo>
                <a:lnTo>
                  <a:pt x="7238" y="55244"/>
                </a:lnTo>
                <a:lnTo>
                  <a:pt x="9809" y="54785"/>
                </a:lnTo>
                <a:lnTo>
                  <a:pt x="8636" y="54736"/>
                </a:lnTo>
                <a:lnTo>
                  <a:pt x="5514" y="54444"/>
                </a:lnTo>
                <a:close/>
              </a:path>
              <a:path w="165100" h="55245">
                <a:moveTo>
                  <a:pt x="22598" y="53168"/>
                </a:moveTo>
                <a:lnTo>
                  <a:pt x="15239" y="53847"/>
                </a:lnTo>
                <a:lnTo>
                  <a:pt x="9809" y="54785"/>
                </a:lnTo>
                <a:lnTo>
                  <a:pt x="11684" y="54863"/>
                </a:lnTo>
                <a:lnTo>
                  <a:pt x="13588" y="54863"/>
                </a:lnTo>
                <a:lnTo>
                  <a:pt x="18161" y="54101"/>
                </a:lnTo>
                <a:lnTo>
                  <a:pt x="22361" y="53455"/>
                </a:lnTo>
                <a:lnTo>
                  <a:pt x="22598" y="53168"/>
                </a:lnTo>
                <a:close/>
              </a:path>
              <a:path w="165100" h="55245">
                <a:moveTo>
                  <a:pt x="9403" y="36873"/>
                </a:moveTo>
                <a:lnTo>
                  <a:pt x="253" y="44957"/>
                </a:lnTo>
                <a:lnTo>
                  <a:pt x="635" y="47243"/>
                </a:lnTo>
                <a:lnTo>
                  <a:pt x="655" y="47497"/>
                </a:lnTo>
                <a:lnTo>
                  <a:pt x="9809" y="54785"/>
                </a:lnTo>
                <a:lnTo>
                  <a:pt x="15875" y="53720"/>
                </a:lnTo>
                <a:lnTo>
                  <a:pt x="16615" y="53720"/>
                </a:lnTo>
                <a:lnTo>
                  <a:pt x="22598" y="53168"/>
                </a:lnTo>
                <a:lnTo>
                  <a:pt x="25400" y="49783"/>
                </a:lnTo>
                <a:lnTo>
                  <a:pt x="24988" y="44957"/>
                </a:lnTo>
                <a:lnTo>
                  <a:pt x="24764" y="41274"/>
                </a:lnTo>
                <a:lnTo>
                  <a:pt x="21619" y="38353"/>
                </a:lnTo>
                <a:lnTo>
                  <a:pt x="14604" y="38353"/>
                </a:lnTo>
                <a:lnTo>
                  <a:pt x="12319" y="37972"/>
                </a:lnTo>
                <a:lnTo>
                  <a:pt x="13353" y="37972"/>
                </a:lnTo>
                <a:lnTo>
                  <a:pt x="11684" y="37464"/>
                </a:lnTo>
                <a:lnTo>
                  <a:pt x="9403" y="36873"/>
                </a:lnTo>
                <a:close/>
              </a:path>
              <a:path w="165100" h="55245">
                <a:moveTo>
                  <a:pt x="3810" y="53653"/>
                </a:moveTo>
                <a:lnTo>
                  <a:pt x="4572" y="54355"/>
                </a:lnTo>
                <a:lnTo>
                  <a:pt x="5514" y="54444"/>
                </a:lnTo>
                <a:lnTo>
                  <a:pt x="3810" y="53653"/>
                </a:lnTo>
                <a:close/>
              </a:path>
              <a:path w="165100" h="55245">
                <a:moveTo>
                  <a:pt x="15875" y="53720"/>
                </a:moveTo>
                <a:lnTo>
                  <a:pt x="15149" y="53847"/>
                </a:lnTo>
                <a:lnTo>
                  <a:pt x="15875" y="53720"/>
                </a:lnTo>
                <a:close/>
              </a:path>
              <a:path w="165100" h="55245">
                <a:moveTo>
                  <a:pt x="16615" y="53720"/>
                </a:moveTo>
                <a:lnTo>
                  <a:pt x="15875" y="53720"/>
                </a:lnTo>
                <a:lnTo>
                  <a:pt x="15239" y="53847"/>
                </a:lnTo>
                <a:lnTo>
                  <a:pt x="16615" y="53720"/>
                </a:lnTo>
                <a:close/>
              </a:path>
              <a:path w="165100" h="55245">
                <a:moveTo>
                  <a:pt x="3596" y="53455"/>
                </a:moveTo>
                <a:lnTo>
                  <a:pt x="3683" y="53593"/>
                </a:lnTo>
                <a:lnTo>
                  <a:pt x="3810" y="53653"/>
                </a:lnTo>
                <a:lnTo>
                  <a:pt x="3596" y="53455"/>
                </a:lnTo>
                <a:close/>
              </a:path>
              <a:path w="165100" h="55245">
                <a:moveTo>
                  <a:pt x="905" y="49051"/>
                </a:moveTo>
                <a:lnTo>
                  <a:pt x="1270" y="51307"/>
                </a:lnTo>
                <a:lnTo>
                  <a:pt x="3596" y="53455"/>
                </a:lnTo>
                <a:lnTo>
                  <a:pt x="1777" y="50545"/>
                </a:lnTo>
                <a:lnTo>
                  <a:pt x="905" y="49051"/>
                </a:lnTo>
                <a:close/>
              </a:path>
              <a:path w="165100" h="55245">
                <a:moveTo>
                  <a:pt x="72952" y="37972"/>
                </a:moveTo>
                <a:lnTo>
                  <a:pt x="21209" y="37972"/>
                </a:lnTo>
                <a:lnTo>
                  <a:pt x="24764" y="41274"/>
                </a:lnTo>
                <a:lnTo>
                  <a:pt x="24988" y="44957"/>
                </a:lnTo>
                <a:lnTo>
                  <a:pt x="25400" y="49783"/>
                </a:lnTo>
                <a:lnTo>
                  <a:pt x="22598" y="53168"/>
                </a:lnTo>
                <a:lnTo>
                  <a:pt x="23495" y="53085"/>
                </a:lnTo>
                <a:lnTo>
                  <a:pt x="24891" y="52831"/>
                </a:lnTo>
                <a:lnTo>
                  <a:pt x="35306" y="50164"/>
                </a:lnTo>
                <a:lnTo>
                  <a:pt x="47625" y="46481"/>
                </a:lnTo>
                <a:lnTo>
                  <a:pt x="61849" y="41782"/>
                </a:lnTo>
                <a:lnTo>
                  <a:pt x="72952" y="37972"/>
                </a:lnTo>
                <a:close/>
              </a:path>
              <a:path w="165100" h="55245">
                <a:moveTo>
                  <a:pt x="2286" y="40639"/>
                </a:moveTo>
                <a:lnTo>
                  <a:pt x="126" y="43560"/>
                </a:lnTo>
                <a:lnTo>
                  <a:pt x="0" y="47497"/>
                </a:lnTo>
                <a:lnTo>
                  <a:pt x="905" y="49051"/>
                </a:lnTo>
                <a:lnTo>
                  <a:pt x="655" y="47497"/>
                </a:lnTo>
                <a:lnTo>
                  <a:pt x="635" y="47243"/>
                </a:lnTo>
                <a:lnTo>
                  <a:pt x="253" y="44957"/>
                </a:lnTo>
                <a:lnTo>
                  <a:pt x="888" y="42544"/>
                </a:lnTo>
                <a:lnTo>
                  <a:pt x="2286" y="40639"/>
                </a:lnTo>
                <a:close/>
              </a:path>
              <a:path w="165100" h="55245">
                <a:moveTo>
                  <a:pt x="3828" y="38644"/>
                </a:moveTo>
                <a:lnTo>
                  <a:pt x="3683" y="38734"/>
                </a:lnTo>
                <a:lnTo>
                  <a:pt x="2286" y="40639"/>
                </a:lnTo>
                <a:lnTo>
                  <a:pt x="3828" y="38644"/>
                </a:lnTo>
                <a:close/>
              </a:path>
              <a:path w="165100" h="55245">
                <a:moveTo>
                  <a:pt x="8254" y="36575"/>
                </a:moveTo>
                <a:lnTo>
                  <a:pt x="4445" y="37845"/>
                </a:lnTo>
                <a:lnTo>
                  <a:pt x="3828" y="38644"/>
                </a:lnTo>
                <a:lnTo>
                  <a:pt x="5714" y="37464"/>
                </a:lnTo>
                <a:lnTo>
                  <a:pt x="8000" y="37083"/>
                </a:lnTo>
                <a:lnTo>
                  <a:pt x="9403" y="36873"/>
                </a:lnTo>
                <a:lnTo>
                  <a:pt x="8254" y="36575"/>
                </a:lnTo>
                <a:close/>
              </a:path>
              <a:path w="165100" h="55245">
                <a:moveTo>
                  <a:pt x="13353" y="37972"/>
                </a:moveTo>
                <a:lnTo>
                  <a:pt x="12319" y="37972"/>
                </a:lnTo>
                <a:lnTo>
                  <a:pt x="14604" y="38353"/>
                </a:lnTo>
                <a:lnTo>
                  <a:pt x="13353" y="37972"/>
                </a:lnTo>
                <a:close/>
              </a:path>
              <a:path w="165100" h="55245">
                <a:moveTo>
                  <a:pt x="21409" y="35602"/>
                </a:moveTo>
                <a:lnTo>
                  <a:pt x="13588" y="36194"/>
                </a:lnTo>
                <a:lnTo>
                  <a:pt x="13081" y="36321"/>
                </a:lnTo>
                <a:lnTo>
                  <a:pt x="9403" y="36873"/>
                </a:lnTo>
                <a:lnTo>
                  <a:pt x="11684" y="37464"/>
                </a:lnTo>
                <a:lnTo>
                  <a:pt x="14604" y="38353"/>
                </a:lnTo>
                <a:lnTo>
                  <a:pt x="21619" y="38353"/>
                </a:lnTo>
                <a:lnTo>
                  <a:pt x="21209" y="37972"/>
                </a:lnTo>
                <a:lnTo>
                  <a:pt x="72952" y="37972"/>
                </a:lnTo>
                <a:lnTo>
                  <a:pt x="77342" y="36448"/>
                </a:lnTo>
                <a:lnTo>
                  <a:pt x="77495" y="36448"/>
                </a:lnTo>
                <a:lnTo>
                  <a:pt x="79527" y="35813"/>
                </a:lnTo>
                <a:lnTo>
                  <a:pt x="20574" y="35813"/>
                </a:lnTo>
                <a:lnTo>
                  <a:pt x="21409" y="35602"/>
                </a:lnTo>
                <a:close/>
              </a:path>
              <a:path w="165100" h="55245">
                <a:moveTo>
                  <a:pt x="77495" y="36448"/>
                </a:moveTo>
                <a:lnTo>
                  <a:pt x="77342" y="36448"/>
                </a:lnTo>
                <a:lnTo>
                  <a:pt x="77088" y="36575"/>
                </a:lnTo>
                <a:lnTo>
                  <a:pt x="77495" y="36448"/>
                </a:lnTo>
                <a:close/>
              </a:path>
              <a:path w="165100" h="55245">
                <a:moveTo>
                  <a:pt x="21971" y="35559"/>
                </a:moveTo>
                <a:lnTo>
                  <a:pt x="21409" y="35602"/>
                </a:lnTo>
                <a:lnTo>
                  <a:pt x="20574" y="35813"/>
                </a:lnTo>
                <a:lnTo>
                  <a:pt x="21971" y="35559"/>
                </a:lnTo>
                <a:close/>
              </a:path>
              <a:path w="165100" h="55245">
                <a:moveTo>
                  <a:pt x="80340" y="35559"/>
                </a:moveTo>
                <a:lnTo>
                  <a:pt x="21971" y="35559"/>
                </a:lnTo>
                <a:lnTo>
                  <a:pt x="20574" y="35813"/>
                </a:lnTo>
                <a:lnTo>
                  <a:pt x="79527" y="35813"/>
                </a:lnTo>
                <a:lnTo>
                  <a:pt x="80340" y="35559"/>
                </a:lnTo>
                <a:close/>
              </a:path>
              <a:path w="165100" h="55245">
                <a:moveTo>
                  <a:pt x="163195" y="0"/>
                </a:moveTo>
                <a:lnTo>
                  <a:pt x="162051" y="126"/>
                </a:lnTo>
                <a:lnTo>
                  <a:pt x="143256" y="3301"/>
                </a:lnTo>
                <a:lnTo>
                  <a:pt x="143128" y="3301"/>
                </a:lnTo>
                <a:lnTo>
                  <a:pt x="124840" y="6730"/>
                </a:lnTo>
                <a:lnTo>
                  <a:pt x="124587" y="6857"/>
                </a:lnTo>
                <a:lnTo>
                  <a:pt x="106299" y="10921"/>
                </a:lnTo>
                <a:lnTo>
                  <a:pt x="106045" y="10921"/>
                </a:lnTo>
                <a:lnTo>
                  <a:pt x="88773" y="15239"/>
                </a:lnTo>
                <a:lnTo>
                  <a:pt x="88391" y="15366"/>
                </a:lnTo>
                <a:lnTo>
                  <a:pt x="72136" y="20192"/>
                </a:lnTo>
                <a:lnTo>
                  <a:pt x="71882" y="20192"/>
                </a:lnTo>
                <a:lnTo>
                  <a:pt x="42417" y="29844"/>
                </a:lnTo>
                <a:lnTo>
                  <a:pt x="42545" y="29844"/>
                </a:lnTo>
                <a:lnTo>
                  <a:pt x="30734" y="33273"/>
                </a:lnTo>
                <a:lnTo>
                  <a:pt x="21409" y="35602"/>
                </a:lnTo>
                <a:lnTo>
                  <a:pt x="21971" y="35559"/>
                </a:lnTo>
                <a:lnTo>
                  <a:pt x="80340" y="35559"/>
                </a:lnTo>
                <a:lnTo>
                  <a:pt x="93345" y="31495"/>
                </a:lnTo>
                <a:lnTo>
                  <a:pt x="93090" y="31495"/>
                </a:lnTo>
                <a:lnTo>
                  <a:pt x="110236" y="26415"/>
                </a:lnTo>
                <a:lnTo>
                  <a:pt x="110489" y="26415"/>
                </a:lnTo>
                <a:lnTo>
                  <a:pt x="128270" y="20700"/>
                </a:lnTo>
                <a:lnTo>
                  <a:pt x="128777" y="20573"/>
                </a:lnTo>
                <a:lnTo>
                  <a:pt x="146050" y="13715"/>
                </a:lnTo>
                <a:lnTo>
                  <a:pt x="164591" y="4190"/>
                </a:lnTo>
                <a:lnTo>
                  <a:pt x="165100" y="2920"/>
                </a:lnTo>
                <a:lnTo>
                  <a:pt x="164337" y="634"/>
                </a:lnTo>
                <a:lnTo>
                  <a:pt x="163195" y="0"/>
                </a:lnTo>
                <a:close/>
              </a:path>
              <a:path w="165100" h="55245">
                <a:moveTo>
                  <a:pt x="31114" y="33146"/>
                </a:moveTo>
                <a:lnTo>
                  <a:pt x="30613" y="33273"/>
                </a:lnTo>
                <a:lnTo>
                  <a:pt x="31114" y="3314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975853" y="3695953"/>
            <a:ext cx="288675" cy="22575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37918" y="3706876"/>
            <a:ext cx="237131" cy="23326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750436" y="3776345"/>
            <a:ext cx="115062" cy="10052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0610" marR="5080" indent="-3598545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Calibri"/>
                <a:cs typeface="Calibri"/>
              </a:rPr>
              <a:t>Multiple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Coefficient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Determination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for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Multiple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regression model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444" y="1565147"/>
            <a:ext cx="5076444" cy="838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7866" y="4185208"/>
            <a:ext cx="615696" cy="1921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2546" y="4173613"/>
            <a:ext cx="119682" cy="1852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8589" y="4167746"/>
            <a:ext cx="202691" cy="1587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54989" y="4453128"/>
            <a:ext cx="400044" cy="17973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028440" y="4505134"/>
            <a:ext cx="107950" cy="86995"/>
          </a:xfrm>
          <a:custGeom>
            <a:avLst/>
            <a:gdLst/>
            <a:ahLst/>
            <a:cxnLst/>
            <a:rect l="l" t="t" r="r" b="b"/>
            <a:pathLst>
              <a:path w="107950" h="86995">
                <a:moveTo>
                  <a:pt x="17399" y="23685"/>
                </a:moveTo>
                <a:lnTo>
                  <a:pt x="16814" y="22631"/>
                </a:lnTo>
                <a:lnTo>
                  <a:pt x="16891" y="23139"/>
                </a:lnTo>
                <a:lnTo>
                  <a:pt x="17399" y="23685"/>
                </a:lnTo>
                <a:close/>
              </a:path>
              <a:path w="107950" h="86995">
                <a:moveTo>
                  <a:pt x="105067" y="7251"/>
                </a:moveTo>
                <a:lnTo>
                  <a:pt x="79629" y="0"/>
                </a:lnTo>
                <a:lnTo>
                  <a:pt x="79121" y="0"/>
                </a:lnTo>
                <a:lnTo>
                  <a:pt x="33401" y="5270"/>
                </a:lnTo>
                <a:lnTo>
                  <a:pt x="17399" y="9004"/>
                </a:lnTo>
                <a:lnTo>
                  <a:pt x="17399" y="23685"/>
                </a:lnTo>
                <a:lnTo>
                  <a:pt x="16865" y="23114"/>
                </a:lnTo>
                <a:lnTo>
                  <a:pt x="16764" y="22669"/>
                </a:lnTo>
                <a:lnTo>
                  <a:pt x="16764" y="22529"/>
                </a:lnTo>
                <a:lnTo>
                  <a:pt x="16764" y="22263"/>
                </a:lnTo>
                <a:lnTo>
                  <a:pt x="16840" y="22669"/>
                </a:lnTo>
                <a:lnTo>
                  <a:pt x="17399" y="23685"/>
                </a:lnTo>
                <a:lnTo>
                  <a:pt x="17399" y="9004"/>
                </a:lnTo>
                <a:lnTo>
                  <a:pt x="16764" y="9156"/>
                </a:lnTo>
                <a:lnTo>
                  <a:pt x="16522" y="9232"/>
                </a:lnTo>
                <a:lnTo>
                  <a:pt x="16522" y="22110"/>
                </a:lnTo>
                <a:lnTo>
                  <a:pt x="16497" y="22821"/>
                </a:lnTo>
                <a:lnTo>
                  <a:pt x="16421" y="22656"/>
                </a:lnTo>
                <a:lnTo>
                  <a:pt x="16497" y="22821"/>
                </a:lnTo>
                <a:lnTo>
                  <a:pt x="16497" y="22072"/>
                </a:lnTo>
                <a:lnTo>
                  <a:pt x="16129" y="21386"/>
                </a:lnTo>
                <a:lnTo>
                  <a:pt x="16167" y="21691"/>
                </a:lnTo>
                <a:lnTo>
                  <a:pt x="16230" y="21907"/>
                </a:lnTo>
                <a:lnTo>
                  <a:pt x="16090" y="21437"/>
                </a:lnTo>
                <a:lnTo>
                  <a:pt x="16281" y="21132"/>
                </a:lnTo>
                <a:lnTo>
                  <a:pt x="16167" y="21437"/>
                </a:lnTo>
                <a:lnTo>
                  <a:pt x="16522" y="22110"/>
                </a:lnTo>
                <a:lnTo>
                  <a:pt x="16522" y="9232"/>
                </a:lnTo>
                <a:lnTo>
                  <a:pt x="15773" y="9461"/>
                </a:lnTo>
                <a:lnTo>
                  <a:pt x="15773" y="21920"/>
                </a:lnTo>
                <a:lnTo>
                  <a:pt x="15646" y="22110"/>
                </a:lnTo>
                <a:lnTo>
                  <a:pt x="15760" y="21907"/>
                </a:lnTo>
                <a:lnTo>
                  <a:pt x="15773" y="9461"/>
                </a:lnTo>
                <a:lnTo>
                  <a:pt x="9334" y="11417"/>
                </a:lnTo>
                <a:lnTo>
                  <a:pt x="9105" y="11518"/>
                </a:lnTo>
                <a:lnTo>
                  <a:pt x="2159" y="13931"/>
                </a:lnTo>
                <a:lnTo>
                  <a:pt x="0" y="17246"/>
                </a:lnTo>
                <a:lnTo>
                  <a:pt x="101" y="20421"/>
                </a:lnTo>
                <a:lnTo>
                  <a:pt x="215" y="22669"/>
                </a:lnTo>
                <a:lnTo>
                  <a:pt x="13843" y="39230"/>
                </a:lnTo>
                <a:lnTo>
                  <a:pt x="18669" y="38239"/>
                </a:lnTo>
                <a:lnTo>
                  <a:pt x="23495" y="31089"/>
                </a:lnTo>
                <a:lnTo>
                  <a:pt x="22974" y="28295"/>
                </a:lnTo>
                <a:lnTo>
                  <a:pt x="22606" y="26263"/>
                </a:lnTo>
                <a:lnTo>
                  <a:pt x="20777" y="25019"/>
                </a:lnTo>
                <a:lnTo>
                  <a:pt x="14503" y="27114"/>
                </a:lnTo>
                <a:lnTo>
                  <a:pt x="14668" y="27051"/>
                </a:lnTo>
                <a:lnTo>
                  <a:pt x="15036" y="26924"/>
                </a:lnTo>
                <a:lnTo>
                  <a:pt x="20777" y="25019"/>
                </a:lnTo>
                <a:lnTo>
                  <a:pt x="20980" y="24942"/>
                </a:lnTo>
                <a:lnTo>
                  <a:pt x="28575" y="22834"/>
                </a:lnTo>
                <a:lnTo>
                  <a:pt x="28448" y="22885"/>
                </a:lnTo>
                <a:lnTo>
                  <a:pt x="28638" y="22834"/>
                </a:lnTo>
                <a:lnTo>
                  <a:pt x="36931" y="20739"/>
                </a:lnTo>
                <a:lnTo>
                  <a:pt x="37084" y="20701"/>
                </a:lnTo>
                <a:lnTo>
                  <a:pt x="36830" y="20739"/>
                </a:lnTo>
                <a:lnTo>
                  <a:pt x="80162" y="13030"/>
                </a:lnTo>
                <a:lnTo>
                  <a:pt x="92646" y="11506"/>
                </a:lnTo>
                <a:lnTo>
                  <a:pt x="93192" y="11391"/>
                </a:lnTo>
                <a:lnTo>
                  <a:pt x="103759" y="8928"/>
                </a:lnTo>
                <a:lnTo>
                  <a:pt x="105067" y="7251"/>
                </a:lnTo>
                <a:close/>
              </a:path>
              <a:path w="107950" h="86995">
                <a:moveTo>
                  <a:pt x="107543" y="70332"/>
                </a:moveTo>
                <a:lnTo>
                  <a:pt x="80911" y="70345"/>
                </a:lnTo>
                <a:lnTo>
                  <a:pt x="80518" y="70370"/>
                </a:lnTo>
                <a:lnTo>
                  <a:pt x="80759" y="70345"/>
                </a:lnTo>
                <a:lnTo>
                  <a:pt x="74180" y="70548"/>
                </a:lnTo>
                <a:lnTo>
                  <a:pt x="70104" y="69964"/>
                </a:lnTo>
                <a:lnTo>
                  <a:pt x="70104" y="71120"/>
                </a:lnTo>
                <a:lnTo>
                  <a:pt x="69189" y="70561"/>
                </a:lnTo>
                <a:lnTo>
                  <a:pt x="70104" y="71120"/>
                </a:lnTo>
                <a:lnTo>
                  <a:pt x="70104" y="69964"/>
                </a:lnTo>
                <a:lnTo>
                  <a:pt x="68072" y="69672"/>
                </a:lnTo>
                <a:lnTo>
                  <a:pt x="67513" y="69634"/>
                </a:lnTo>
                <a:lnTo>
                  <a:pt x="67043" y="69367"/>
                </a:lnTo>
                <a:lnTo>
                  <a:pt x="65913" y="68745"/>
                </a:lnTo>
                <a:lnTo>
                  <a:pt x="61849" y="69316"/>
                </a:lnTo>
                <a:lnTo>
                  <a:pt x="61353" y="69837"/>
                </a:lnTo>
                <a:lnTo>
                  <a:pt x="58928" y="71335"/>
                </a:lnTo>
                <a:lnTo>
                  <a:pt x="58115" y="73152"/>
                </a:lnTo>
                <a:lnTo>
                  <a:pt x="56642" y="74612"/>
                </a:lnTo>
                <a:lnTo>
                  <a:pt x="56311" y="77203"/>
                </a:lnTo>
                <a:lnTo>
                  <a:pt x="56210" y="78016"/>
                </a:lnTo>
                <a:lnTo>
                  <a:pt x="56134" y="78676"/>
                </a:lnTo>
                <a:lnTo>
                  <a:pt x="56464" y="79260"/>
                </a:lnTo>
                <a:lnTo>
                  <a:pt x="56896" y="81267"/>
                </a:lnTo>
                <a:lnTo>
                  <a:pt x="58661" y="83032"/>
                </a:lnTo>
                <a:lnTo>
                  <a:pt x="58000" y="81838"/>
                </a:lnTo>
                <a:lnTo>
                  <a:pt x="58115" y="82029"/>
                </a:lnTo>
                <a:lnTo>
                  <a:pt x="58661" y="83032"/>
                </a:lnTo>
                <a:lnTo>
                  <a:pt x="59817" y="85115"/>
                </a:lnTo>
                <a:lnTo>
                  <a:pt x="61658" y="85877"/>
                </a:lnTo>
                <a:lnTo>
                  <a:pt x="61849" y="86055"/>
                </a:lnTo>
                <a:lnTo>
                  <a:pt x="62255" y="86131"/>
                </a:lnTo>
                <a:lnTo>
                  <a:pt x="63627" y="86690"/>
                </a:lnTo>
                <a:lnTo>
                  <a:pt x="64376" y="86499"/>
                </a:lnTo>
                <a:lnTo>
                  <a:pt x="65532" y="86690"/>
                </a:lnTo>
                <a:lnTo>
                  <a:pt x="67932" y="85559"/>
                </a:lnTo>
                <a:lnTo>
                  <a:pt x="68961" y="85293"/>
                </a:lnTo>
                <a:lnTo>
                  <a:pt x="70053" y="84937"/>
                </a:lnTo>
                <a:lnTo>
                  <a:pt x="70472" y="84785"/>
                </a:lnTo>
                <a:lnTo>
                  <a:pt x="77343" y="82499"/>
                </a:lnTo>
                <a:lnTo>
                  <a:pt x="70053" y="84937"/>
                </a:lnTo>
                <a:lnTo>
                  <a:pt x="74041" y="84162"/>
                </a:lnTo>
                <a:lnTo>
                  <a:pt x="82550" y="82029"/>
                </a:lnTo>
                <a:lnTo>
                  <a:pt x="83185" y="81838"/>
                </a:lnTo>
                <a:lnTo>
                  <a:pt x="93980" y="77851"/>
                </a:lnTo>
                <a:lnTo>
                  <a:pt x="107061" y="71475"/>
                </a:lnTo>
                <a:lnTo>
                  <a:pt x="107530" y="70370"/>
                </a:lnTo>
                <a:close/>
              </a:path>
              <a:path w="107950" h="86995">
                <a:moveTo>
                  <a:pt x="107619" y="70154"/>
                </a:moveTo>
                <a:lnTo>
                  <a:pt x="105410" y="66484"/>
                </a:lnTo>
                <a:lnTo>
                  <a:pt x="91313" y="69075"/>
                </a:lnTo>
                <a:lnTo>
                  <a:pt x="91173" y="69100"/>
                </a:lnTo>
                <a:lnTo>
                  <a:pt x="80759" y="70345"/>
                </a:lnTo>
                <a:lnTo>
                  <a:pt x="80911" y="70345"/>
                </a:lnTo>
                <a:lnTo>
                  <a:pt x="107543" y="70332"/>
                </a:lnTo>
                <a:lnTo>
                  <a:pt x="107619" y="7015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3484" y="4476673"/>
            <a:ext cx="448651" cy="2499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98821" y="4076255"/>
            <a:ext cx="675893" cy="19673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85444" y="2570988"/>
            <a:ext cx="6078220" cy="1656080"/>
            <a:chOff x="885444" y="2570988"/>
            <a:chExt cx="6078220" cy="165608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5444" y="2570988"/>
              <a:ext cx="6077711" cy="14584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07486" y="2835402"/>
              <a:ext cx="847725" cy="1144905"/>
            </a:xfrm>
            <a:custGeom>
              <a:avLst/>
              <a:gdLst/>
              <a:ahLst/>
              <a:cxnLst/>
              <a:rect l="l" t="t" r="r" b="b"/>
              <a:pathLst>
                <a:path w="847725" h="1144904">
                  <a:moveTo>
                    <a:pt x="0" y="1144524"/>
                  </a:moveTo>
                  <a:lnTo>
                    <a:pt x="847343" y="1144524"/>
                  </a:lnTo>
                  <a:lnTo>
                    <a:pt x="847343" y="0"/>
                  </a:lnTo>
                  <a:lnTo>
                    <a:pt x="0" y="0"/>
                  </a:lnTo>
                  <a:lnTo>
                    <a:pt x="0" y="114452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97779" y="3044317"/>
              <a:ext cx="810006" cy="3238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7622" y="4064228"/>
              <a:ext cx="388747" cy="1540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64959" y="4035920"/>
              <a:ext cx="51435" cy="191135"/>
            </a:xfrm>
            <a:custGeom>
              <a:avLst/>
              <a:gdLst/>
              <a:ahLst/>
              <a:cxnLst/>
              <a:rect l="l" t="t" r="r" b="b"/>
              <a:pathLst>
                <a:path w="51434" h="191135">
                  <a:moveTo>
                    <a:pt x="35493" y="139014"/>
                  </a:moveTo>
                  <a:lnTo>
                    <a:pt x="19431" y="139014"/>
                  </a:lnTo>
                  <a:lnTo>
                    <a:pt x="8636" y="165227"/>
                  </a:lnTo>
                  <a:lnTo>
                    <a:pt x="762" y="184150"/>
                  </a:lnTo>
                  <a:lnTo>
                    <a:pt x="0" y="186182"/>
                  </a:lnTo>
                  <a:lnTo>
                    <a:pt x="762" y="188531"/>
                  </a:lnTo>
                  <a:lnTo>
                    <a:pt x="2794" y="189572"/>
                  </a:lnTo>
                  <a:lnTo>
                    <a:pt x="4699" y="190601"/>
                  </a:lnTo>
                  <a:lnTo>
                    <a:pt x="33020" y="145338"/>
                  </a:lnTo>
                  <a:lnTo>
                    <a:pt x="33400" y="144538"/>
                  </a:lnTo>
                  <a:lnTo>
                    <a:pt x="35493" y="139014"/>
                  </a:lnTo>
                  <a:close/>
                </a:path>
                <a:path w="51434" h="191135">
                  <a:moveTo>
                    <a:pt x="8636" y="165201"/>
                  </a:moveTo>
                  <a:close/>
                </a:path>
                <a:path w="51434" h="191135">
                  <a:moveTo>
                    <a:pt x="43863" y="114998"/>
                  </a:moveTo>
                  <a:lnTo>
                    <a:pt x="27178" y="114998"/>
                  </a:lnTo>
                  <a:lnTo>
                    <a:pt x="19176" y="139547"/>
                  </a:lnTo>
                  <a:lnTo>
                    <a:pt x="19431" y="139014"/>
                  </a:lnTo>
                  <a:lnTo>
                    <a:pt x="35493" y="139014"/>
                  </a:lnTo>
                  <a:lnTo>
                    <a:pt x="42545" y="120396"/>
                  </a:lnTo>
                  <a:lnTo>
                    <a:pt x="42799" y="119418"/>
                  </a:lnTo>
                  <a:lnTo>
                    <a:pt x="43863" y="114998"/>
                  </a:lnTo>
                  <a:close/>
                </a:path>
                <a:path w="51434" h="191135">
                  <a:moveTo>
                    <a:pt x="48941" y="92456"/>
                  </a:moveTo>
                  <a:lnTo>
                    <a:pt x="32004" y="92456"/>
                  </a:lnTo>
                  <a:lnTo>
                    <a:pt x="31876" y="93370"/>
                  </a:lnTo>
                  <a:lnTo>
                    <a:pt x="26929" y="115761"/>
                  </a:lnTo>
                  <a:lnTo>
                    <a:pt x="27178" y="114998"/>
                  </a:lnTo>
                  <a:lnTo>
                    <a:pt x="43863" y="114998"/>
                  </a:lnTo>
                  <a:lnTo>
                    <a:pt x="48641" y="95173"/>
                  </a:lnTo>
                  <a:lnTo>
                    <a:pt x="48941" y="92456"/>
                  </a:lnTo>
                  <a:close/>
                </a:path>
                <a:path w="51434" h="191135">
                  <a:moveTo>
                    <a:pt x="31943" y="92734"/>
                  </a:moveTo>
                  <a:lnTo>
                    <a:pt x="31804" y="93370"/>
                  </a:lnTo>
                  <a:lnTo>
                    <a:pt x="31943" y="92734"/>
                  </a:lnTo>
                  <a:close/>
                </a:path>
                <a:path w="51434" h="191135">
                  <a:moveTo>
                    <a:pt x="32004" y="92456"/>
                  </a:moveTo>
                  <a:lnTo>
                    <a:pt x="31943" y="92734"/>
                  </a:lnTo>
                  <a:lnTo>
                    <a:pt x="31876" y="93370"/>
                  </a:lnTo>
                  <a:lnTo>
                    <a:pt x="32004" y="92456"/>
                  </a:lnTo>
                  <a:close/>
                </a:path>
                <a:path w="51434" h="191135">
                  <a:moveTo>
                    <a:pt x="49682" y="38620"/>
                  </a:moveTo>
                  <a:lnTo>
                    <a:pt x="32512" y="38620"/>
                  </a:lnTo>
                  <a:lnTo>
                    <a:pt x="32639" y="39535"/>
                  </a:lnTo>
                  <a:lnTo>
                    <a:pt x="34163" y="54864"/>
                  </a:lnTo>
                  <a:lnTo>
                    <a:pt x="34036" y="73520"/>
                  </a:lnTo>
                  <a:lnTo>
                    <a:pt x="31943" y="92734"/>
                  </a:lnTo>
                  <a:lnTo>
                    <a:pt x="32004" y="92456"/>
                  </a:lnTo>
                  <a:lnTo>
                    <a:pt x="48941" y="92456"/>
                  </a:lnTo>
                  <a:lnTo>
                    <a:pt x="50926" y="74485"/>
                  </a:lnTo>
                  <a:lnTo>
                    <a:pt x="51054" y="53225"/>
                  </a:lnTo>
                  <a:lnTo>
                    <a:pt x="49682" y="38620"/>
                  </a:lnTo>
                  <a:close/>
                </a:path>
                <a:path w="51434" h="191135">
                  <a:moveTo>
                    <a:pt x="34036" y="72669"/>
                  </a:moveTo>
                  <a:lnTo>
                    <a:pt x="33947" y="73520"/>
                  </a:lnTo>
                  <a:lnTo>
                    <a:pt x="34036" y="72669"/>
                  </a:lnTo>
                  <a:close/>
                </a:path>
                <a:path w="51434" h="191135">
                  <a:moveTo>
                    <a:pt x="34036" y="54000"/>
                  </a:moveTo>
                  <a:lnTo>
                    <a:pt x="34036" y="54864"/>
                  </a:lnTo>
                  <a:lnTo>
                    <a:pt x="34036" y="54000"/>
                  </a:lnTo>
                  <a:close/>
                </a:path>
                <a:path w="51434" h="191135">
                  <a:moveTo>
                    <a:pt x="32572" y="39212"/>
                  </a:moveTo>
                  <a:lnTo>
                    <a:pt x="32604" y="39535"/>
                  </a:lnTo>
                  <a:lnTo>
                    <a:pt x="32572" y="39212"/>
                  </a:lnTo>
                  <a:close/>
                </a:path>
                <a:path w="51434" h="191135">
                  <a:moveTo>
                    <a:pt x="47455" y="26670"/>
                  </a:moveTo>
                  <a:lnTo>
                    <a:pt x="29972" y="26670"/>
                  </a:lnTo>
                  <a:lnTo>
                    <a:pt x="32572" y="39212"/>
                  </a:lnTo>
                  <a:lnTo>
                    <a:pt x="32512" y="38620"/>
                  </a:lnTo>
                  <a:lnTo>
                    <a:pt x="49682" y="38620"/>
                  </a:lnTo>
                  <a:lnTo>
                    <a:pt x="49530" y="36995"/>
                  </a:lnTo>
                  <a:lnTo>
                    <a:pt x="49403" y="36080"/>
                  </a:lnTo>
                  <a:lnTo>
                    <a:pt x="47455" y="26670"/>
                  </a:lnTo>
                  <a:close/>
                </a:path>
                <a:path w="51434" h="191135">
                  <a:moveTo>
                    <a:pt x="44724" y="16522"/>
                  </a:moveTo>
                  <a:lnTo>
                    <a:pt x="33147" y="16522"/>
                  </a:lnTo>
                  <a:lnTo>
                    <a:pt x="32805" y="16946"/>
                  </a:lnTo>
                  <a:lnTo>
                    <a:pt x="34267" y="17818"/>
                  </a:lnTo>
                  <a:lnTo>
                    <a:pt x="31750" y="18259"/>
                  </a:lnTo>
                  <a:lnTo>
                    <a:pt x="28562" y="22243"/>
                  </a:lnTo>
                  <a:lnTo>
                    <a:pt x="30099" y="27432"/>
                  </a:lnTo>
                  <a:lnTo>
                    <a:pt x="29972" y="26670"/>
                  </a:lnTo>
                  <a:lnTo>
                    <a:pt x="47455" y="26670"/>
                  </a:lnTo>
                  <a:lnTo>
                    <a:pt x="46736" y="23190"/>
                  </a:lnTo>
                  <a:lnTo>
                    <a:pt x="46416" y="22243"/>
                  </a:lnTo>
                  <a:lnTo>
                    <a:pt x="44724" y="16522"/>
                  </a:lnTo>
                  <a:close/>
                </a:path>
                <a:path w="51434" h="191135">
                  <a:moveTo>
                    <a:pt x="35306" y="0"/>
                  </a:moveTo>
                  <a:lnTo>
                    <a:pt x="17525" y="10820"/>
                  </a:lnTo>
                  <a:lnTo>
                    <a:pt x="14859" y="14287"/>
                  </a:lnTo>
                  <a:lnTo>
                    <a:pt x="15621" y="19164"/>
                  </a:lnTo>
                  <a:lnTo>
                    <a:pt x="22479" y="24409"/>
                  </a:lnTo>
                  <a:lnTo>
                    <a:pt x="27305" y="23825"/>
                  </a:lnTo>
                  <a:lnTo>
                    <a:pt x="28562" y="22243"/>
                  </a:lnTo>
                  <a:lnTo>
                    <a:pt x="27432" y="18465"/>
                  </a:lnTo>
                  <a:lnTo>
                    <a:pt x="25146" y="12382"/>
                  </a:lnTo>
                  <a:lnTo>
                    <a:pt x="43532" y="12382"/>
                  </a:lnTo>
                  <a:lnTo>
                    <a:pt x="39750" y="2286"/>
                  </a:lnTo>
                  <a:lnTo>
                    <a:pt x="35306" y="0"/>
                  </a:lnTo>
                  <a:close/>
                </a:path>
                <a:path w="51434" h="191135">
                  <a:moveTo>
                    <a:pt x="31264" y="17995"/>
                  </a:moveTo>
                  <a:lnTo>
                    <a:pt x="27305" y="17995"/>
                  </a:lnTo>
                  <a:lnTo>
                    <a:pt x="28562" y="22243"/>
                  </a:lnTo>
                  <a:lnTo>
                    <a:pt x="31309" y="18808"/>
                  </a:lnTo>
                  <a:lnTo>
                    <a:pt x="30225" y="18808"/>
                  </a:lnTo>
                  <a:lnTo>
                    <a:pt x="30647" y="18478"/>
                  </a:lnTo>
                  <a:lnTo>
                    <a:pt x="30099" y="18478"/>
                  </a:lnTo>
                  <a:lnTo>
                    <a:pt x="30969" y="18227"/>
                  </a:lnTo>
                  <a:lnTo>
                    <a:pt x="31264" y="17995"/>
                  </a:lnTo>
                  <a:close/>
                </a:path>
                <a:path w="51434" h="191135">
                  <a:moveTo>
                    <a:pt x="31288" y="18321"/>
                  </a:moveTo>
                  <a:lnTo>
                    <a:pt x="30759" y="18391"/>
                  </a:lnTo>
                  <a:lnTo>
                    <a:pt x="30225" y="18808"/>
                  </a:lnTo>
                  <a:lnTo>
                    <a:pt x="31288" y="18321"/>
                  </a:lnTo>
                  <a:close/>
                </a:path>
                <a:path w="51434" h="191135">
                  <a:moveTo>
                    <a:pt x="31750" y="18259"/>
                  </a:moveTo>
                  <a:lnTo>
                    <a:pt x="31288" y="18321"/>
                  </a:lnTo>
                  <a:lnTo>
                    <a:pt x="30225" y="18808"/>
                  </a:lnTo>
                  <a:lnTo>
                    <a:pt x="31309" y="18808"/>
                  </a:lnTo>
                  <a:lnTo>
                    <a:pt x="31750" y="18259"/>
                  </a:lnTo>
                  <a:close/>
                </a:path>
                <a:path w="51434" h="191135">
                  <a:moveTo>
                    <a:pt x="30969" y="18227"/>
                  </a:moveTo>
                  <a:lnTo>
                    <a:pt x="30099" y="18478"/>
                  </a:lnTo>
                  <a:lnTo>
                    <a:pt x="30759" y="18391"/>
                  </a:lnTo>
                  <a:lnTo>
                    <a:pt x="30969" y="18227"/>
                  </a:lnTo>
                  <a:close/>
                </a:path>
                <a:path w="51434" h="191135">
                  <a:moveTo>
                    <a:pt x="30759" y="18391"/>
                  </a:moveTo>
                  <a:lnTo>
                    <a:pt x="30099" y="18478"/>
                  </a:lnTo>
                  <a:lnTo>
                    <a:pt x="30647" y="18478"/>
                  </a:lnTo>
                  <a:close/>
                </a:path>
                <a:path w="51434" h="191135">
                  <a:moveTo>
                    <a:pt x="25146" y="12382"/>
                  </a:moveTo>
                  <a:lnTo>
                    <a:pt x="27432" y="18465"/>
                  </a:lnTo>
                  <a:lnTo>
                    <a:pt x="27305" y="17995"/>
                  </a:lnTo>
                  <a:lnTo>
                    <a:pt x="31264" y="17995"/>
                  </a:lnTo>
                  <a:lnTo>
                    <a:pt x="32691" y="16878"/>
                  </a:lnTo>
                  <a:lnTo>
                    <a:pt x="25146" y="12382"/>
                  </a:lnTo>
                  <a:close/>
                </a:path>
                <a:path w="51434" h="191135">
                  <a:moveTo>
                    <a:pt x="27305" y="17995"/>
                  </a:moveTo>
                  <a:lnTo>
                    <a:pt x="27432" y="18465"/>
                  </a:lnTo>
                  <a:lnTo>
                    <a:pt x="27305" y="17995"/>
                  </a:lnTo>
                  <a:close/>
                </a:path>
                <a:path w="51434" h="191135">
                  <a:moveTo>
                    <a:pt x="32021" y="17923"/>
                  </a:moveTo>
                  <a:lnTo>
                    <a:pt x="30969" y="18227"/>
                  </a:lnTo>
                  <a:lnTo>
                    <a:pt x="30759" y="18391"/>
                  </a:lnTo>
                  <a:lnTo>
                    <a:pt x="31288" y="18321"/>
                  </a:lnTo>
                  <a:lnTo>
                    <a:pt x="31942" y="18021"/>
                  </a:lnTo>
                  <a:close/>
                </a:path>
                <a:path w="51434" h="191135">
                  <a:moveTo>
                    <a:pt x="31942" y="18021"/>
                  </a:moveTo>
                  <a:lnTo>
                    <a:pt x="31288" y="18321"/>
                  </a:lnTo>
                  <a:lnTo>
                    <a:pt x="31750" y="18259"/>
                  </a:lnTo>
                  <a:lnTo>
                    <a:pt x="31942" y="18021"/>
                  </a:lnTo>
                  <a:close/>
                </a:path>
                <a:path w="51434" h="191135">
                  <a:moveTo>
                    <a:pt x="34267" y="17818"/>
                  </a:moveTo>
                  <a:lnTo>
                    <a:pt x="32385" y="17818"/>
                  </a:lnTo>
                  <a:lnTo>
                    <a:pt x="31942" y="18021"/>
                  </a:lnTo>
                  <a:lnTo>
                    <a:pt x="31750" y="18259"/>
                  </a:lnTo>
                  <a:lnTo>
                    <a:pt x="34417" y="17907"/>
                  </a:lnTo>
                  <a:lnTo>
                    <a:pt x="34267" y="17818"/>
                  </a:lnTo>
                  <a:close/>
                </a:path>
                <a:path w="51434" h="191135">
                  <a:moveTo>
                    <a:pt x="32691" y="16878"/>
                  </a:moveTo>
                  <a:lnTo>
                    <a:pt x="30969" y="18227"/>
                  </a:lnTo>
                  <a:lnTo>
                    <a:pt x="32021" y="17923"/>
                  </a:lnTo>
                  <a:lnTo>
                    <a:pt x="32805" y="16946"/>
                  </a:lnTo>
                  <a:close/>
                </a:path>
                <a:path w="51434" h="191135">
                  <a:moveTo>
                    <a:pt x="32385" y="17818"/>
                  </a:moveTo>
                  <a:lnTo>
                    <a:pt x="32021" y="17923"/>
                  </a:lnTo>
                  <a:lnTo>
                    <a:pt x="32385" y="17818"/>
                  </a:lnTo>
                  <a:close/>
                </a:path>
                <a:path w="51434" h="191135">
                  <a:moveTo>
                    <a:pt x="32805" y="16946"/>
                  </a:moveTo>
                  <a:lnTo>
                    <a:pt x="32021" y="17923"/>
                  </a:lnTo>
                  <a:lnTo>
                    <a:pt x="32385" y="17818"/>
                  </a:lnTo>
                  <a:lnTo>
                    <a:pt x="34267" y="17818"/>
                  </a:lnTo>
                  <a:lnTo>
                    <a:pt x="32805" y="16946"/>
                  </a:lnTo>
                  <a:close/>
                </a:path>
                <a:path w="51434" h="191135">
                  <a:moveTo>
                    <a:pt x="33147" y="16522"/>
                  </a:moveTo>
                  <a:lnTo>
                    <a:pt x="32691" y="16878"/>
                  </a:lnTo>
                  <a:lnTo>
                    <a:pt x="33147" y="16522"/>
                  </a:lnTo>
                  <a:close/>
                </a:path>
                <a:path w="51434" h="191135">
                  <a:moveTo>
                    <a:pt x="43532" y="12382"/>
                  </a:moveTo>
                  <a:lnTo>
                    <a:pt x="25146" y="12382"/>
                  </a:lnTo>
                  <a:lnTo>
                    <a:pt x="32691" y="16878"/>
                  </a:lnTo>
                  <a:lnTo>
                    <a:pt x="33147" y="16522"/>
                  </a:lnTo>
                  <a:lnTo>
                    <a:pt x="44724" y="16522"/>
                  </a:lnTo>
                  <a:lnTo>
                    <a:pt x="43688" y="13017"/>
                  </a:lnTo>
                  <a:lnTo>
                    <a:pt x="43532" y="123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25158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Multiple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Determination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5011" y="3156204"/>
            <a:ext cx="2602991" cy="923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5604" y="1248155"/>
            <a:ext cx="5321808" cy="13512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251585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Multiple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Determination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477519" y="1216913"/>
            <a:ext cx="8188960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020" marR="57975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/>
              <a:t>Adding</a:t>
            </a:r>
            <a:r>
              <a:rPr spc="-100" dirty="0"/>
              <a:t> </a:t>
            </a:r>
            <a:r>
              <a:rPr dirty="0"/>
              <a:t>independent</a:t>
            </a:r>
            <a:r>
              <a:rPr spc="-90" dirty="0"/>
              <a:t> </a:t>
            </a:r>
            <a:r>
              <a:rPr dirty="0"/>
              <a:t>variables</a:t>
            </a:r>
            <a:r>
              <a:rPr spc="-50" dirty="0"/>
              <a:t> </a:t>
            </a:r>
            <a:r>
              <a:rPr dirty="0"/>
              <a:t>causes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prediction</a:t>
            </a:r>
            <a:r>
              <a:rPr spc="-70" dirty="0"/>
              <a:t> </a:t>
            </a:r>
            <a:r>
              <a:rPr dirty="0"/>
              <a:t>errors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become </a:t>
            </a:r>
            <a:r>
              <a:rPr spc="-20" dirty="0"/>
              <a:t>smaller,</a:t>
            </a:r>
            <a:r>
              <a:rPr spc="-15" dirty="0"/>
              <a:t> </a:t>
            </a:r>
            <a:r>
              <a:rPr dirty="0"/>
              <a:t>thus</a:t>
            </a:r>
            <a:r>
              <a:rPr spc="-50" dirty="0"/>
              <a:t> </a:t>
            </a:r>
            <a:r>
              <a:rPr dirty="0"/>
              <a:t>reducing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sum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squares</a:t>
            </a:r>
            <a:r>
              <a:rPr spc="-35" dirty="0"/>
              <a:t> </a:t>
            </a:r>
            <a:r>
              <a:rPr dirty="0"/>
              <a:t>due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30" dirty="0"/>
              <a:t>error, </a:t>
            </a:r>
            <a:r>
              <a:rPr spc="-20" dirty="0"/>
              <a:t>SSE.</a:t>
            </a:r>
          </a:p>
          <a:p>
            <a:pPr marL="414020" marR="31813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>
                <a:solidFill>
                  <a:srgbClr val="FF0000"/>
                </a:solidFill>
              </a:rPr>
              <a:t>Because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SSR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SST-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SSE,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when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SSE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becomes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smaller,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SSR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becomes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larger, </a:t>
            </a:r>
            <a:r>
              <a:rPr dirty="0">
                <a:solidFill>
                  <a:srgbClr val="FF0000"/>
                </a:solidFill>
              </a:rPr>
              <a:t>causing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</a:t>
            </a:r>
            <a:r>
              <a:rPr sz="1950" baseline="25641" dirty="0">
                <a:solidFill>
                  <a:srgbClr val="FF0000"/>
                </a:solidFill>
              </a:rPr>
              <a:t>2</a:t>
            </a:r>
            <a:r>
              <a:rPr sz="1950" spc="202" baseline="25641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=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SSR/SST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to</a:t>
            </a:r>
            <a:r>
              <a:rPr sz="2000" spc="-4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increase.</a:t>
            </a:r>
            <a:endParaRPr sz="2000" dirty="0">
              <a:solidFill>
                <a:srgbClr val="FF0000"/>
              </a:solidFill>
            </a:endParaRPr>
          </a:p>
          <a:p>
            <a:pPr marL="414020" marR="685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/>
              <a:t>Many</a:t>
            </a:r>
            <a:r>
              <a:rPr spc="-55" dirty="0"/>
              <a:t> </a:t>
            </a:r>
            <a:r>
              <a:rPr dirty="0"/>
              <a:t>analysts</a:t>
            </a:r>
            <a:r>
              <a:rPr spc="-30" dirty="0"/>
              <a:t> </a:t>
            </a:r>
            <a:r>
              <a:rPr spc="-10" dirty="0"/>
              <a:t>prefer</a:t>
            </a:r>
            <a:r>
              <a:rPr spc="-50" dirty="0"/>
              <a:t> </a:t>
            </a:r>
            <a:r>
              <a:rPr dirty="0"/>
              <a:t>adjusting</a:t>
            </a:r>
            <a:r>
              <a:rPr spc="-40" dirty="0"/>
              <a:t> </a:t>
            </a:r>
            <a:r>
              <a:rPr dirty="0"/>
              <a:t>R</a:t>
            </a:r>
            <a:r>
              <a:rPr sz="1950" baseline="25641" dirty="0"/>
              <a:t>2</a:t>
            </a:r>
            <a:r>
              <a:rPr sz="1950" spc="165" baseline="25641" dirty="0"/>
              <a:t> </a:t>
            </a:r>
            <a:r>
              <a:rPr sz="2000" dirty="0"/>
              <a:t>for</a:t>
            </a:r>
            <a:r>
              <a:rPr sz="2000" spc="-5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number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50" dirty="0"/>
              <a:t> </a:t>
            </a:r>
            <a:r>
              <a:rPr sz="2000" dirty="0"/>
              <a:t>independent</a:t>
            </a:r>
            <a:r>
              <a:rPr sz="2000" spc="-45" dirty="0"/>
              <a:t> </a:t>
            </a:r>
            <a:r>
              <a:rPr sz="2000" spc="-10" dirty="0"/>
              <a:t>variables </a:t>
            </a:r>
            <a:r>
              <a:rPr sz="2000" dirty="0"/>
              <a:t>to</a:t>
            </a:r>
            <a:r>
              <a:rPr sz="2000" spc="-50" dirty="0"/>
              <a:t> </a:t>
            </a:r>
            <a:r>
              <a:rPr sz="2000" dirty="0"/>
              <a:t>avoid</a:t>
            </a:r>
            <a:r>
              <a:rPr sz="2000" spc="-45" dirty="0"/>
              <a:t> </a:t>
            </a:r>
            <a:r>
              <a:rPr sz="2000" spc="-10" dirty="0"/>
              <a:t>overestimating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45" dirty="0"/>
              <a:t> </a:t>
            </a:r>
            <a:r>
              <a:rPr sz="2000" dirty="0"/>
              <a:t>impact</a:t>
            </a:r>
            <a:r>
              <a:rPr sz="2000" spc="-40" dirty="0"/>
              <a:t> </a:t>
            </a:r>
            <a:r>
              <a:rPr sz="2000" dirty="0"/>
              <a:t>of</a:t>
            </a:r>
            <a:r>
              <a:rPr sz="2000" spc="-55" dirty="0"/>
              <a:t> </a:t>
            </a:r>
            <a:r>
              <a:rPr sz="2000" dirty="0"/>
              <a:t>adding</a:t>
            </a:r>
            <a:r>
              <a:rPr sz="2000" spc="-65" dirty="0"/>
              <a:t> </a:t>
            </a:r>
            <a:r>
              <a:rPr sz="2000" dirty="0"/>
              <a:t>an</a:t>
            </a:r>
            <a:r>
              <a:rPr sz="2000" spc="-55" dirty="0"/>
              <a:t> </a:t>
            </a:r>
            <a:r>
              <a:rPr sz="2000" dirty="0"/>
              <a:t>independent</a:t>
            </a:r>
            <a:r>
              <a:rPr sz="2000" spc="-55" dirty="0"/>
              <a:t> </a:t>
            </a:r>
            <a:r>
              <a:rPr sz="2000" dirty="0"/>
              <a:t>variable</a:t>
            </a:r>
            <a:r>
              <a:rPr sz="2000" spc="-55" dirty="0"/>
              <a:t> </a:t>
            </a:r>
            <a:r>
              <a:rPr sz="2000" spc="-25" dirty="0"/>
              <a:t>on </a:t>
            </a:r>
            <a:r>
              <a:rPr sz="2000" dirty="0"/>
              <a:t>the</a:t>
            </a:r>
            <a:r>
              <a:rPr sz="2000" spc="-45" dirty="0"/>
              <a:t> </a:t>
            </a:r>
            <a:r>
              <a:rPr sz="2000" dirty="0"/>
              <a:t>amount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55" dirty="0"/>
              <a:t> </a:t>
            </a:r>
            <a:r>
              <a:rPr sz="2000" dirty="0"/>
              <a:t>variability</a:t>
            </a:r>
            <a:r>
              <a:rPr sz="2000" spc="-30" dirty="0"/>
              <a:t> </a:t>
            </a:r>
            <a:r>
              <a:rPr sz="2000" dirty="0"/>
              <a:t>explained</a:t>
            </a:r>
            <a:r>
              <a:rPr sz="2000" spc="-40" dirty="0"/>
              <a:t> </a:t>
            </a:r>
            <a:r>
              <a:rPr sz="2000" dirty="0"/>
              <a:t>by</a:t>
            </a:r>
            <a:r>
              <a:rPr sz="2000" spc="-55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estimated</a:t>
            </a:r>
            <a:r>
              <a:rPr sz="2000" spc="-20" dirty="0"/>
              <a:t> </a:t>
            </a:r>
            <a:r>
              <a:rPr sz="2000" spc="-10" dirty="0"/>
              <a:t>regression</a:t>
            </a:r>
            <a:r>
              <a:rPr sz="2000" spc="-35" dirty="0"/>
              <a:t> </a:t>
            </a:r>
            <a:r>
              <a:rPr sz="2000" spc="-10" dirty="0"/>
              <a:t>equation.</a:t>
            </a:r>
            <a:endParaRPr sz="20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5170" y="3804284"/>
            <a:ext cx="330834" cy="21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1664" y="3827271"/>
            <a:ext cx="332359" cy="1784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7858" y="3799204"/>
            <a:ext cx="301097" cy="1916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5461" y="3809872"/>
            <a:ext cx="131445" cy="234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1618" y="3874084"/>
            <a:ext cx="129979" cy="1652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70459" y="3824604"/>
            <a:ext cx="478447" cy="2564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79209" y="3576828"/>
            <a:ext cx="124063" cy="15354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55499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Adjusted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Multiple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Determination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47216" y="2430779"/>
            <a:ext cx="6831965" cy="2141220"/>
            <a:chOff x="1347216" y="2430779"/>
            <a:chExt cx="6831965" cy="214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7216" y="2430779"/>
              <a:ext cx="6449568" cy="14570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5896" y="3832859"/>
              <a:ext cx="4546091" cy="739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72197" y="2966084"/>
              <a:ext cx="104139" cy="29845"/>
            </a:xfrm>
            <a:custGeom>
              <a:avLst/>
              <a:gdLst/>
              <a:ahLst/>
              <a:cxnLst/>
              <a:rect l="l" t="t" r="r" b="b"/>
              <a:pathLst>
                <a:path w="104140" h="29844">
                  <a:moveTo>
                    <a:pt x="71120" y="0"/>
                  </a:moveTo>
                  <a:lnTo>
                    <a:pt x="60325" y="0"/>
                  </a:lnTo>
                  <a:lnTo>
                    <a:pt x="50926" y="507"/>
                  </a:lnTo>
                  <a:lnTo>
                    <a:pt x="50546" y="507"/>
                  </a:lnTo>
                  <a:lnTo>
                    <a:pt x="40512" y="1523"/>
                  </a:lnTo>
                  <a:lnTo>
                    <a:pt x="40004" y="1650"/>
                  </a:lnTo>
                  <a:lnTo>
                    <a:pt x="30352" y="3301"/>
                  </a:lnTo>
                  <a:lnTo>
                    <a:pt x="22351" y="5460"/>
                  </a:lnTo>
                  <a:lnTo>
                    <a:pt x="22098" y="5460"/>
                  </a:lnTo>
                  <a:lnTo>
                    <a:pt x="15367" y="7492"/>
                  </a:lnTo>
                  <a:lnTo>
                    <a:pt x="0" y="22732"/>
                  </a:lnTo>
                  <a:lnTo>
                    <a:pt x="380" y="24256"/>
                  </a:lnTo>
                  <a:lnTo>
                    <a:pt x="2794" y="27812"/>
                  </a:lnTo>
                  <a:lnTo>
                    <a:pt x="3301" y="28066"/>
                  </a:lnTo>
                  <a:lnTo>
                    <a:pt x="4825" y="29337"/>
                  </a:lnTo>
                  <a:lnTo>
                    <a:pt x="6857" y="29717"/>
                  </a:lnTo>
                  <a:lnTo>
                    <a:pt x="8762" y="29082"/>
                  </a:lnTo>
                  <a:lnTo>
                    <a:pt x="10668" y="28575"/>
                  </a:lnTo>
                  <a:lnTo>
                    <a:pt x="12192" y="27050"/>
                  </a:lnTo>
                  <a:lnTo>
                    <a:pt x="12627" y="26034"/>
                  </a:lnTo>
                  <a:lnTo>
                    <a:pt x="11175" y="26034"/>
                  </a:lnTo>
                  <a:lnTo>
                    <a:pt x="11961" y="25446"/>
                  </a:lnTo>
                  <a:lnTo>
                    <a:pt x="13588" y="22225"/>
                  </a:lnTo>
                  <a:lnTo>
                    <a:pt x="20410" y="22225"/>
                  </a:lnTo>
                  <a:lnTo>
                    <a:pt x="26288" y="20700"/>
                  </a:lnTo>
                  <a:lnTo>
                    <a:pt x="26789" y="20700"/>
                  </a:lnTo>
                  <a:lnTo>
                    <a:pt x="33789" y="18922"/>
                  </a:lnTo>
                  <a:lnTo>
                    <a:pt x="33654" y="18922"/>
                  </a:lnTo>
                  <a:lnTo>
                    <a:pt x="34289" y="18795"/>
                  </a:lnTo>
                  <a:lnTo>
                    <a:pt x="34474" y="18795"/>
                  </a:lnTo>
                  <a:lnTo>
                    <a:pt x="42672" y="17525"/>
                  </a:lnTo>
                  <a:lnTo>
                    <a:pt x="42163" y="17525"/>
                  </a:lnTo>
                  <a:lnTo>
                    <a:pt x="52197" y="16637"/>
                  </a:lnTo>
                  <a:lnTo>
                    <a:pt x="51943" y="16637"/>
                  </a:lnTo>
                  <a:lnTo>
                    <a:pt x="61213" y="16001"/>
                  </a:lnTo>
                  <a:lnTo>
                    <a:pt x="70611" y="15493"/>
                  </a:lnTo>
                  <a:lnTo>
                    <a:pt x="103420" y="15493"/>
                  </a:lnTo>
                  <a:lnTo>
                    <a:pt x="103758" y="14731"/>
                  </a:lnTo>
                  <a:lnTo>
                    <a:pt x="103631" y="13207"/>
                  </a:lnTo>
                  <a:lnTo>
                    <a:pt x="102616" y="12318"/>
                  </a:lnTo>
                  <a:lnTo>
                    <a:pt x="99059" y="8508"/>
                  </a:lnTo>
                  <a:lnTo>
                    <a:pt x="80518" y="1015"/>
                  </a:lnTo>
                  <a:lnTo>
                    <a:pt x="71120" y="0"/>
                  </a:lnTo>
                  <a:close/>
                </a:path>
                <a:path w="104140" h="29844">
                  <a:moveTo>
                    <a:pt x="11988" y="25425"/>
                  </a:moveTo>
                  <a:lnTo>
                    <a:pt x="11175" y="26034"/>
                  </a:lnTo>
                  <a:lnTo>
                    <a:pt x="11905" y="25592"/>
                  </a:lnTo>
                  <a:lnTo>
                    <a:pt x="11988" y="25425"/>
                  </a:lnTo>
                  <a:close/>
                </a:path>
                <a:path w="104140" h="29844">
                  <a:moveTo>
                    <a:pt x="11905" y="25592"/>
                  </a:moveTo>
                  <a:lnTo>
                    <a:pt x="11175" y="26034"/>
                  </a:lnTo>
                  <a:lnTo>
                    <a:pt x="12627" y="26034"/>
                  </a:lnTo>
                  <a:lnTo>
                    <a:pt x="12736" y="25781"/>
                  </a:lnTo>
                  <a:lnTo>
                    <a:pt x="11810" y="25781"/>
                  </a:lnTo>
                  <a:lnTo>
                    <a:pt x="11905" y="25592"/>
                  </a:lnTo>
                  <a:close/>
                </a:path>
                <a:path w="104140" h="29844">
                  <a:moveTo>
                    <a:pt x="12145" y="25446"/>
                  </a:moveTo>
                  <a:lnTo>
                    <a:pt x="11905" y="25592"/>
                  </a:lnTo>
                  <a:lnTo>
                    <a:pt x="11810" y="25781"/>
                  </a:lnTo>
                  <a:lnTo>
                    <a:pt x="12145" y="25446"/>
                  </a:lnTo>
                  <a:close/>
                </a:path>
                <a:path w="104140" h="29844">
                  <a:moveTo>
                    <a:pt x="13026" y="24911"/>
                  </a:moveTo>
                  <a:lnTo>
                    <a:pt x="12145" y="25446"/>
                  </a:lnTo>
                  <a:lnTo>
                    <a:pt x="11810" y="25781"/>
                  </a:lnTo>
                  <a:lnTo>
                    <a:pt x="12736" y="25781"/>
                  </a:lnTo>
                  <a:lnTo>
                    <a:pt x="12953" y="25272"/>
                  </a:lnTo>
                  <a:lnTo>
                    <a:pt x="13026" y="24911"/>
                  </a:lnTo>
                  <a:close/>
                </a:path>
                <a:path w="104140" h="29844">
                  <a:moveTo>
                    <a:pt x="12700" y="24891"/>
                  </a:moveTo>
                  <a:lnTo>
                    <a:pt x="11988" y="25425"/>
                  </a:lnTo>
                  <a:lnTo>
                    <a:pt x="11905" y="25592"/>
                  </a:lnTo>
                  <a:lnTo>
                    <a:pt x="12166" y="25425"/>
                  </a:lnTo>
                  <a:lnTo>
                    <a:pt x="12700" y="24891"/>
                  </a:lnTo>
                  <a:close/>
                </a:path>
                <a:path w="104140" h="29844">
                  <a:moveTo>
                    <a:pt x="13030" y="24891"/>
                  </a:moveTo>
                  <a:lnTo>
                    <a:pt x="12700" y="24891"/>
                  </a:lnTo>
                  <a:lnTo>
                    <a:pt x="12145" y="25446"/>
                  </a:lnTo>
                  <a:lnTo>
                    <a:pt x="13026" y="24911"/>
                  </a:lnTo>
                  <a:close/>
                </a:path>
                <a:path w="104140" h="29844">
                  <a:moveTo>
                    <a:pt x="13588" y="22225"/>
                  </a:moveTo>
                  <a:lnTo>
                    <a:pt x="11988" y="25425"/>
                  </a:lnTo>
                  <a:lnTo>
                    <a:pt x="12700" y="24891"/>
                  </a:lnTo>
                  <a:lnTo>
                    <a:pt x="13030" y="24891"/>
                  </a:lnTo>
                  <a:lnTo>
                    <a:pt x="13334" y="23621"/>
                  </a:lnTo>
                  <a:lnTo>
                    <a:pt x="13588" y="22225"/>
                  </a:lnTo>
                  <a:close/>
                </a:path>
                <a:path w="104140" h="29844">
                  <a:moveTo>
                    <a:pt x="14201" y="24198"/>
                  </a:moveTo>
                  <a:lnTo>
                    <a:pt x="13207" y="24510"/>
                  </a:lnTo>
                  <a:lnTo>
                    <a:pt x="13026" y="24911"/>
                  </a:lnTo>
                  <a:lnTo>
                    <a:pt x="14201" y="24198"/>
                  </a:lnTo>
                  <a:close/>
                </a:path>
                <a:path w="104140" h="29844">
                  <a:moveTo>
                    <a:pt x="20410" y="22225"/>
                  </a:moveTo>
                  <a:lnTo>
                    <a:pt x="13588" y="22225"/>
                  </a:lnTo>
                  <a:lnTo>
                    <a:pt x="13334" y="23621"/>
                  </a:lnTo>
                  <a:lnTo>
                    <a:pt x="13112" y="24510"/>
                  </a:lnTo>
                  <a:lnTo>
                    <a:pt x="14731" y="23875"/>
                  </a:lnTo>
                  <a:lnTo>
                    <a:pt x="15225" y="23875"/>
                  </a:lnTo>
                  <a:lnTo>
                    <a:pt x="19662" y="22478"/>
                  </a:lnTo>
                  <a:lnTo>
                    <a:pt x="19430" y="22478"/>
                  </a:lnTo>
                  <a:lnTo>
                    <a:pt x="20410" y="22225"/>
                  </a:lnTo>
                  <a:close/>
                </a:path>
                <a:path w="104140" h="29844">
                  <a:moveTo>
                    <a:pt x="14731" y="23875"/>
                  </a:moveTo>
                  <a:lnTo>
                    <a:pt x="13207" y="24510"/>
                  </a:lnTo>
                  <a:lnTo>
                    <a:pt x="14201" y="24198"/>
                  </a:lnTo>
                  <a:lnTo>
                    <a:pt x="14731" y="23875"/>
                  </a:lnTo>
                  <a:close/>
                </a:path>
                <a:path w="104140" h="29844">
                  <a:moveTo>
                    <a:pt x="15225" y="23875"/>
                  </a:moveTo>
                  <a:lnTo>
                    <a:pt x="14731" y="23875"/>
                  </a:lnTo>
                  <a:lnTo>
                    <a:pt x="14201" y="24198"/>
                  </a:lnTo>
                  <a:lnTo>
                    <a:pt x="15225" y="23875"/>
                  </a:lnTo>
                  <a:close/>
                </a:path>
                <a:path w="104140" h="29844">
                  <a:moveTo>
                    <a:pt x="20066" y="22351"/>
                  </a:moveTo>
                  <a:lnTo>
                    <a:pt x="19430" y="22478"/>
                  </a:lnTo>
                  <a:lnTo>
                    <a:pt x="19662" y="22478"/>
                  </a:lnTo>
                  <a:lnTo>
                    <a:pt x="20066" y="22351"/>
                  </a:lnTo>
                  <a:close/>
                </a:path>
                <a:path w="104140" h="29844">
                  <a:moveTo>
                    <a:pt x="26789" y="20700"/>
                  </a:moveTo>
                  <a:lnTo>
                    <a:pt x="26288" y="20700"/>
                  </a:lnTo>
                  <a:lnTo>
                    <a:pt x="26789" y="20700"/>
                  </a:lnTo>
                  <a:close/>
                </a:path>
                <a:path w="104140" h="29844">
                  <a:moveTo>
                    <a:pt x="34289" y="18795"/>
                  </a:moveTo>
                  <a:lnTo>
                    <a:pt x="33654" y="18922"/>
                  </a:lnTo>
                  <a:lnTo>
                    <a:pt x="34001" y="18869"/>
                  </a:lnTo>
                  <a:lnTo>
                    <a:pt x="34289" y="18795"/>
                  </a:lnTo>
                  <a:close/>
                </a:path>
                <a:path w="104140" h="29844">
                  <a:moveTo>
                    <a:pt x="34001" y="18869"/>
                  </a:moveTo>
                  <a:lnTo>
                    <a:pt x="33654" y="18922"/>
                  </a:lnTo>
                  <a:lnTo>
                    <a:pt x="33789" y="18922"/>
                  </a:lnTo>
                  <a:lnTo>
                    <a:pt x="34001" y="18869"/>
                  </a:lnTo>
                  <a:close/>
                </a:path>
                <a:path w="104140" h="29844">
                  <a:moveTo>
                    <a:pt x="34474" y="18795"/>
                  </a:moveTo>
                  <a:lnTo>
                    <a:pt x="34289" y="18795"/>
                  </a:lnTo>
                  <a:lnTo>
                    <a:pt x="34001" y="18869"/>
                  </a:lnTo>
                  <a:lnTo>
                    <a:pt x="34474" y="18795"/>
                  </a:lnTo>
                  <a:close/>
                </a:path>
                <a:path w="104140" h="29844">
                  <a:moveTo>
                    <a:pt x="103187" y="16001"/>
                  </a:moveTo>
                  <a:lnTo>
                    <a:pt x="87122" y="16001"/>
                  </a:lnTo>
                  <a:lnTo>
                    <a:pt x="94614" y="17017"/>
                  </a:lnTo>
                  <a:lnTo>
                    <a:pt x="94742" y="17017"/>
                  </a:lnTo>
                  <a:lnTo>
                    <a:pt x="99949" y="17652"/>
                  </a:lnTo>
                  <a:lnTo>
                    <a:pt x="101346" y="17779"/>
                  </a:lnTo>
                  <a:lnTo>
                    <a:pt x="102616" y="17144"/>
                  </a:lnTo>
                  <a:lnTo>
                    <a:pt x="103187" y="16001"/>
                  </a:lnTo>
                  <a:close/>
                </a:path>
                <a:path w="104140" h="29844">
                  <a:moveTo>
                    <a:pt x="103420" y="15493"/>
                  </a:moveTo>
                  <a:lnTo>
                    <a:pt x="79248" y="15493"/>
                  </a:lnTo>
                  <a:lnTo>
                    <a:pt x="87502" y="16128"/>
                  </a:lnTo>
                  <a:lnTo>
                    <a:pt x="87122" y="16001"/>
                  </a:lnTo>
                  <a:lnTo>
                    <a:pt x="103187" y="16001"/>
                  </a:lnTo>
                  <a:lnTo>
                    <a:pt x="103420" y="1549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5725" y="2957194"/>
              <a:ext cx="472948" cy="2225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89622" y="4023537"/>
              <a:ext cx="173355" cy="194945"/>
            </a:xfrm>
            <a:custGeom>
              <a:avLst/>
              <a:gdLst/>
              <a:ahLst/>
              <a:cxnLst/>
              <a:rect l="l" t="t" r="r" b="b"/>
              <a:pathLst>
                <a:path w="173354" h="194945">
                  <a:moveTo>
                    <a:pt x="135763" y="14389"/>
                  </a:moveTo>
                  <a:lnTo>
                    <a:pt x="102349" y="14414"/>
                  </a:lnTo>
                  <a:lnTo>
                    <a:pt x="113042" y="14503"/>
                  </a:lnTo>
                  <a:lnTo>
                    <a:pt x="122199" y="15608"/>
                  </a:lnTo>
                  <a:lnTo>
                    <a:pt x="133096" y="17424"/>
                  </a:lnTo>
                  <a:lnTo>
                    <a:pt x="135255" y="16116"/>
                  </a:lnTo>
                  <a:lnTo>
                    <a:pt x="135407" y="15570"/>
                  </a:lnTo>
                  <a:lnTo>
                    <a:pt x="135724" y="14503"/>
                  </a:lnTo>
                  <a:close/>
                </a:path>
                <a:path w="173354" h="194945">
                  <a:moveTo>
                    <a:pt x="136652" y="11849"/>
                  </a:moveTo>
                  <a:lnTo>
                    <a:pt x="89281" y="0"/>
                  </a:lnTo>
                  <a:lnTo>
                    <a:pt x="88900" y="0"/>
                  </a:lnTo>
                  <a:lnTo>
                    <a:pt x="75184" y="558"/>
                  </a:lnTo>
                  <a:lnTo>
                    <a:pt x="61849" y="1651"/>
                  </a:lnTo>
                  <a:lnTo>
                    <a:pt x="48133" y="3340"/>
                  </a:lnTo>
                  <a:lnTo>
                    <a:pt x="34925" y="5575"/>
                  </a:lnTo>
                  <a:lnTo>
                    <a:pt x="34544" y="5626"/>
                  </a:lnTo>
                  <a:lnTo>
                    <a:pt x="1778" y="20180"/>
                  </a:lnTo>
                  <a:lnTo>
                    <a:pt x="0" y="23075"/>
                  </a:lnTo>
                  <a:lnTo>
                    <a:pt x="254" y="26822"/>
                  </a:lnTo>
                  <a:lnTo>
                    <a:pt x="2667" y="29311"/>
                  </a:lnTo>
                  <a:lnTo>
                    <a:pt x="4953" y="31813"/>
                  </a:lnTo>
                  <a:lnTo>
                    <a:pt x="8636" y="32461"/>
                  </a:lnTo>
                  <a:lnTo>
                    <a:pt x="11684" y="30886"/>
                  </a:lnTo>
                  <a:lnTo>
                    <a:pt x="13589" y="29794"/>
                  </a:lnTo>
                  <a:lnTo>
                    <a:pt x="15836" y="28143"/>
                  </a:lnTo>
                  <a:lnTo>
                    <a:pt x="16065" y="27978"/>
                  </a:lnTo>
                  <a:lnTo>
                    <a:pt x="63436" y="17564"/>
                  </a:lnTo>
                  <a:lnTo>
                    <a:pt x="102349" y="14414"/>
                  </a:lnTo>
                  <a:lnTo>
                    <a:pt x="102108" y="14401"/>
                  </a:lnTo>
                  <a:lnTo>
                    <a:pt x="102616" y="14389"/>
                  </a:lnTo>
                  <a:lnTo>
                    <a:pt x="135763" y="14389"/>
                  </a:lnTo>
                  <a:lnTo>
                    <a:pt x="135890" y="13970"/>
                  </a:lnTo>
                  <a:lnTo>
                    <a:pt x="136652" y="11849"/>
                  </a:lnTo>
                  <a:close/>
                </a:path>
                <a:path w="173354" h="194945">
                  <a:moveTo>
                    <a:pt x="172847" y="170395"/>
                  </a:moveTo>
                  <a:lnTo>
                    <a:pt x="172085" y="166738"/>
                  </a:lnTo>
                  <a:lnTo>
                    <a:pt x="170434" y="165506"/>
                  </a:lnTo>
                  <a:lnTo>
                    <a:pt x="137922" y="169938"/>
                  </a:lnTo>
                  <a:lnTo>
                    <a:pt x="110528" y="173253"/>
                  </a:lnTo>
                  <a:lnTo>
                    <a:pt x="110324" y="173278"/>
                  </a:lnTo>
                  <a:lnTo>
                    <a:pt x="86360" y="175361"/>
                  </a:lnTo>
                  <a:lnTo>
                    <a:pt x="86614" y="175336"/>
                  </a:lnTo>
                  <a:lnTo>
                    <a:pt x="66179" y="176212"/>
                  </a:lnTo>
                  <a:lnTo>
                    <a:pt x="51308" y="176174"/>
                  </a:lnTo>
                  <a:lnTo>
                    <a:pt x="50546" y="176212"/>
                  </a:lnTo>
                  <a:lnTo>
                    <a:pt x="43510" y="176847"/>
                  </a:lnTo>
                  <a:lnTo>
                    <a:pt x="43510" y="179806"/>
                  </a:lnTo>
                  <a:lnTo>
                    <a:pt x="43383" y="179806"/>
                  </a:lnTo>
                  <a:lnTo>
                    <a:pt x="43383" y="184797"/>
                  </a:lnTo>
                  <a:lnTo>
                    <a:pt x="43307" y="185153"/>
                  </a:lnTo>
                  <a:lnTo>
                    <a:pt x="42799" y="187337"/>
                  </a:lnTo>
                  <a:lnTo>
                    <a:pt x="43383" y="184797"/>
                  </a:lnTo>
                  <a:lnTo>
                    <a:pt x="43383" y="179806"/>
                  </a:lnTo>
                  <a:lnTo>
                    <a:pt x="41021" y="179806"/>
                  </a:lnTo>
                  <a:lnTo>
                    <a:pt x="40817" y="179806"/>
                  </a:lnTo>
                  <a:lnTo>
                    <a:pt x="43446" y="179705"/>
                  </a:lnTo>
                  <a:lnTo>
                    <a:pt x="43510" y="176847"/>
                  </a:lnTo>
                  <a:lnTo>
                    <a:pt x="41960" y="176987"/>
                  </a:lnTo>
                  <a:lnTo>
                    <a:pt x="34036" y="173951"/>
                  </a:lnTo>
                  <a:lnTo>
                    <a:pt x="29591" y="175653"/>
                  </a:lnTo>
                  <a:lnTo>
                    <a:pt x="26670" y="181356"/>
                  </a:lnTo>
                  <a:lnTo>
                    <a:pt x="25781" y="182968"/>
                  </a:lnTo>
                  <a:lnTo>
                    <a:pt x="25527" y="184797"/>
                  </a:lnTo>
                  <a:lnTo>
                    <a:pt x="25742" y="186385"/>
                  </a:lnTo>
                  <a:lnTo>
                    <a:pt x="25819" y="187337"/>
                  </a:lnTo>
                  <a:lnTo>
                    <a:pt x="26289" y="191084"/>
                  </a:lnTo>
                  <a:lnTo>
                    <a:pt x="29845" y="194246"/>
                  </a:lnTo>
                  <a:lnTo>
                    <a:pt x="38481" y="194729"/>
                  </a:lnTo>
                  <a:lnTo>
                    <a:pt x="40005" y="194678"/>
                  </a:lnTo>
                  <a:lnTo>
                    <a:pt x="51892" y="193255"/>
                  </a:lnTo>
                  <a:lnTo>
                    <a:pt x="51689" y="193255"/>
                  </a:lnTo>
                  <a:lnTo>
                    <a:pt x="52324" y="193205"/>
                  </a:lnTo>
                  <a:lnTo>
                    <a:pt x="52031" y="193243"/>
                  </a:lnTo>
                  <a:lnTo>
                    <a:pt x="52730" y="193205"/>
                  </a:lnTo>
                  <a:lnTo>
                    <a:pt x="66929" y="192519"/>
                  </a:lnTo>
                  <a:lnTo>
                    <a:pt x="88265" y="190296"/>
                  </a:lnTo>
                  <a:lnTo>
                    <a:pt x="106324" y="187337"/>
                  </a:lnTo>
                  <a:lnTo>
                    <a:pt x="112141" y="186385"/>
                  </a:lnTo>
                  <a:lnTo>
                    <a:pt x="139954" y="180314"/>
                  </a:lnTo>
                  <a:lnTo>
                    <a:pt x="155968" y="176212"/>
                  </a:lnTo>
                  <a:lnTo>
                    <a:pt x="159296" y="175361"/>
                  </a:lnTo>
                  <a:lnTo>
                    <a:pt x="167525" y="173253"/>
                  </a:lnTo>
                  <a:lnTo>
                    <a:pt x="171704" y="172186"/>
                  </a:lnTo>
                  <a:lnTo>
                    <a:pt x="172847" y="17039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2866" y="1166571"/>
            <a:ext cx="4720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denoting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independent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14546" y="1136269"/>
            <a:ext cx="399790" cy="4151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6902" y="1247266"/>
            <a:ext cx="417829" cy="20066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182993" y="1511680"/>
            <a:ext cx="384175" cy="33020"/>
          </a:xfrm>
          <a:custGeom>
            <a:avLst/>
            <a:gdLst/>
            <a:ahLst/>
            <a:cxnLst/>
            <a:rect l="l" t="t" r="r" b="b"/>
            <a:pathLst>
              <a:path w="384175" h="33019">
                <a:moveTo>
                  <a:pt x="10413" y="14732"/>
                </a:moveTo>
                <a:lnTo>
                  <a:pt x="5714" y="15240"/>
                </a:lnTo>
                <a:lnTo>
                  <a:pt x="2793" y="18288"/>
                </a:lnTo>
                <a:lnTo>
                  <a:pt x="0" y="21463"/>
                </a:lnTo>
                <a:lnTo>
                  <a:pt x="0" y="26162"/>
                </a:lnTo>
                <a:lnTo>
                  <a:pt x="2793" y="29337"/>
                </a:lnTo>
                <a:lnTo>
                  <a:pt x="5714" y="32385"/>
                </a:lnTo>
                <a:lnTo>
                  <a:pt x="10413" y="32766"/>
                </a:lnTo>
                <a:lnTo>
                  <a:pt x="11899" y="31623"/>
                </a:lnTo>
                <a:lnTo>
                  <a:pt x="9651" y="31623"/>
                </a:lnTo>
                <a:lnTo>
                  <a:pt x="14097" y="29972"/>
                </a:lnTo>
                <a:lnTo>
                  <a:pt x="200913" y="29972"/>
                </a:lnTo>
                <a:lnTo>
                  <a:pt x="227202" y="28067"/>
                </a:lnTo>
                <a:lnTo>
                  <a:pt x="251840" y="25908"/>
                </a:lnTo>
                <a:lnTo>
                  <a:pt x="294512" y="21717"/>
                </a:lnTo>
                <a:lnTo>
                  <a:pt x="313562" y="19939"/>
                </a:lnTo>
                <a:lnTo>
                  <a:pt x="329946" y="18669"/>
                </a:lnTo>
                <a:lnTo>
                  <a:pt x="329691" y="18669"/>
                </a:lnTo>
                <a:lnTo>
                  <a:pt x="343788" y="18034"/>
                </a:lnTo>
                <a:lnTo>
                  <a:pt x="343407" y="18034"/>
                </a:lnTo>
                <a:lnTo>
                  <a:pt x="354917" y="17910"/>
                </a:lnTo>
                <a:lnTo>
                  <a:pt x="358109" y="17907"/>
                </a:lnTo>
                <a:lnTo>
                  <a:pt x="358831" y="17526"/>
                </a:lnTo>
                <a:lnTo>
                  <a:pt x="14097" y="17526"/>
                </a:lnTo>
                <a:lnTo>
                  <a:pt x="9651" y="16002"/>
                </a:lnTo>
                <a:lnTo>
                  <a:pt x="12064" y="16002"/>
                </a:lnTo>
                <a:lnTo>
                  <a:pt x="10413" y="14732"/>
                </a:lnTo>
                <a:close/>
              </a:path>
              <a:path w="384175" h="33019">
                <a:moveTo>
                  <a:pt x="165354" y="31369"/>
                </a:moveTo>
                <a:lnTo>
                  <a:pt x="37083" y="31369"/>
                </a:lnTo>
                <a:lnTo>
                  <a:pt x="74167" y="32258"/>
                </a:lnTo>
                <a:lnTo>
                  <a:pt x="95884" y="32385"/>
                </a:lnTo>
                <a:lnTo>
                  <a:pt x="147574" y="31877"/>
                </a:lnTo>
                <a:lnTo>
                  <a:pt x="165354" y="31369"/>
                </a:lnTo>
                <a:close/>
              </a:path>
              <a:path w="384175" h="33019">
                <a:moveTo>
                  <a:pt x="357872" y="18031"/>
                </a:moveTo>
                <a:lnTo>
                  <a:pt x="348233" y="23114"/>
                </a:lnTo>
                <a:lnTo>
                  <a:pt x="347217" y="25781"/>
                </a:lnTo>
                <a:lnTo>
                  <a:pt x="348106" y="28194"/>
                </a:lnTo>
                <a:lnTo>
                  <a:pt x="349123" y="30480"/>
                </a:lnTo>
                <a:lnTo>
                  <a:pt x="351662" y="31750"/>
                </a:lnTo>
                <a:lnTo>
                  <a:pt x="366902" y="27051"/>
                </a:lnTo>
                <a:lnTo>
                  <a:pt x="378763" y="18920"/>
                </a:lnTo>
                <a:lnTo>
                  <a:pt x="370204" y="18669"/>
                </a:lnTo>
                <a:lnTo>
                  <a:pt x="363854" y="18288"/>
                </a:lnTo>
                <a:lnTo>
                  <a:pt x="364108" y="18288"/>
                </a:lnTo>
                <a:lnTo>
                  <a:pt x="357872" y="18031"/>
                </a:lnTo>
                <a:close/>
              </a:path>
              <a:path w="384175" h="33019">
                <a:moveTo>
                  <a:pt x="14097" y="29972"/>
                </a:moveTo>
                <a:lnTo>
                  <a:pt x="9651" y="31623"/>
                </a:lnTo>
                <a:lnTo>
                  <a:pt x="12052" y="31505"/>
                </a:lnTo>
                <a:lnTo>
                  <a:pt x="13715" y="30226"/>
                </a:lnTo>
                <a:lnTo>
                  <a:pt x="14097" y="29972"/>
                </a:lnTo>
                <a:close/>
              </a:path>
              <a:path w="384175" h="33019">
                <a:moveTo>
                  <a:pt x="12052" y="31505"/>
                </a:moveTo>
                <a:lnTo>
                  <a:pt x="9651" y="31623"/>
                </a:lnTo>
                <a:lnTo>
                  <a:pt x="11899" y="31623"/>
                </a:lnTo>
                <a:lnTo>
                  <a:pt x="12052" y="31505"/>
                </a:lnTo>
                <a:close/>
              </a:path>
              <a:path w="384175" h="33019">
                <a:moveTo>
                  <a:pt x="200659" y="29972"/>
                </a:moveTo>
                <a:lnTo>
                  <a:pt x="14097" y="29972"/>
                </a:lnTo>
                <a:lnTo>
                  <a:pt x="13715" y="30226"/>
                </a:lnTo>
                <a:lnTo>
                  <a:pt x="12052" y="31505"/>
                </a:lnTo>
                <a:lnTo>
                  <a:pt x="14858" y="31369"/>
                </a:lnTo>
                <a:lnTo>
                  <a:pt x="165354" y="31369"/>
                </a:lnTo>
                <a:lnTo>
                  <a:pt x="174243" y="31115"/>
                </a:lnTo>
                <a:lnTo>
                  <a:pt x="200659" y="29972"/>
                </a:lnTo>
                <a:close/>
              </a:path>
              <a:path w="384175" h="33019">
                <a:moveTo>
                  <a:pt x="382895" y="13484"/>
                </a:moveTo>
                <a:lnTo>
                  <a:pt x="378983" y="18669"/>
                </a:lnTo>
                <a:lnTo>
                  <a:pt x="378763" y="18920"/>
                </a:lnTo>
                <a:lnTo>
                  <a:pt x="382650" y="15621"/>
                </a:lnTo>
                <a:lnTo>
                  <a:pt x="382895" y="13484"/>
                </a:lnTo>
                <a:close/>
              </a:path>
              <a:path w="384175" h="33019">
                <a:moveTo>
                  <a:pt x="361274" y="16238"/>
                </a:moveTo>
                <a:lnTo>
                  <a:pt x="357872" y="18031"/>
                </a:lnTo>
                <a:lnTo>
                  <a:pt x="364108" y="18288"/>
                </a:lnTo>
                <a:lnTo>
                  <a:pt x="363854" y="18288"/>
                </a:lnTo>
                <a:lnTo>
                  <a:pt x="370204" y="18669"/>
                </a:lnTo>
                <a:lnTo>
                  <a:pt x="378763" y="18920"/>
                </a:lnTo>
                <a:lnTo>
                  <a:pt x="379095" y="18542"/>
                </a:lnTo>
                <a:lnTo>
                  <a:pt x="380253" y="17018"/>
                </a:lnTo>
                <a:lnTo>
                  <a:pt x="360552" y="17018"/>
                </a:lnTo>
                <a:lnTo>
                  <a:pt x="361274" y="16238"/>
                </a:lnTo>
                <a:close/>
              </a:path>
              <a:path w="384175" h="33019">
                <a:moveTo>
                  <a:pt x="358109" y="17907"/>
                </a:moveTo>
                <a:lnTo>
                  <a:pt x="354917" y="17910"/>
                </a:lnTo>
                <a:lnTo>
                  <a:pt x="357872" y="18031"/>
                </a:lnTo>
                <a:lnTo>
                  <a:pt x="358109" y="17907"/>
                </a:lnTo>
                <a:close/>
              </a:path>
              <a:path w="384175" h="33019">
                <a:moveTo>
                  <a:pt x="9651" y="16002"/>
                </a:moveTo>
                <a:lnTo>
                  <a:pt x="14097" y="17526"/>
                </a:lnTo>
                <a:lnTo>
                  <a:pt x="13715" y="17271"/>
                </a:lnTo>
                <a:lnTo>
                  <a:pt x="12144" y="16062"/>
                </a:lnTo>
                <a:lnTo>
                  <a:pt x="9651" y="16002"/>
                </a:lnTo>
                <a:close/>
              </a:path>
              <a:path w="384175" h="33019">
                <a:moveTo>
                  <a:pt x="12144" y="16062"/>
                </a:moveTo>
                <a:lnTo>
                  <a:pt x="13715" y="17272"/>
                </a:lnTo>
                <a:lnTo>
                  <a:pt x="14097" y="17526"/>
                </a:lnTo>
                <a:lnTo>
                  <a:pt x="358831" y="17526"/>
                </a:lnTo>
                <a:lnTo>
                  <a:pt x="359313" y="17272"/>
                </a:lnTo>
                <a:lnTo>
                  <a:pt x="95884" y="17272"/>
                </a:lnTo>
                <a:lnTo>
                  <a:pt x="74422" y="17145"/>
                </a:lnTo>
                <a:lnTo>
                  <a:pt x="54355" y="16637"/>
                </a:lnTo>
                <a:lnTo>
                  <a:pt x="14731" y="16129"/>
                </a:lnTo>
                <a:lnTo>
                  <a:pt x="12144" y="16062"/>
                </a:lnTo>
                <a:close/>
              </a:path>
              <a:path w="384175" h="33019">
                <a:moveTo>
                  <a:pt x="95953" y="17271"/>
                </a:moveTo>
                <a:close/>
              </a:path>
              <a:path w="384175" h="33019">
                <a:moveTo>
                  <a:pt x="355473" y="0"/>
                </a:moveTo>
                <a:lnTo>
                  <a:pt x="343280" y="127"/>
                </a:lnTo>
                <a:lnTo>
                  <a:pt x="342900" y="127"/>
                </a:lnTo>
                <a:lnTo>
                  <a:pt x="328802" y="889"/>
                </a:lnTo>
                <a:lnTo>
                  <a:pt x="328549" y="889"/>
                </a:lnTo>
                <a:lnTo>
                  <a:pt x="311911" y="2413"/>
                </a:lnTo>
                <a:lnTo>
                  <a:pt x="292734" y="4572"/>
                </a:lnTo>
                <a:lnTo>
                  <a:pt x="250189" y="9652"/>
                </a:lnTo>
                <a:lnTo>
                  <a:pt x="225805" y="12319"/>
                </a:lnTo>
                <a:lnTo>
                  <a:pt x="226059" y="12319"/>
                </a:lnTo>
                <a:lnTo>
                  <a:pt x="199643" y="14478"/>
                </a:lnTo>
                <a:lnTo>
                  <a:pt x="199898" y="14478"/>
                </a:lnTo>
                <a:lnTo>
                  <a:pt x="173608" y="15875"/>
                </a:lnTo>
                <a:lnTo>
                  <a:pt x="173862" y="15875"/>
                </a:lnTo>
                <a:lnTo>
                  <a:pt x="147192" y="16764"/>
                </a:lnTo>
                <a:lnTo>
                  <a:pt x="95953" y="17271"/>
                </a:lnTo>
                <a:lnTo>
                  <a:pt x="359314" y="17271"/>
                </a:lnTo>
                <a:lnTo>
                  <a:pt x="361274" y="16238"/>
                </a:lnTo>
                <a:lnTo>
                  <a:pt x="364304" y="12954"/>
                </a:lnTo>
                <a:lnTo>
                  <a:pt x="365251" y="10541"/>
                </a:lnTo>
                <a:lnTo>
                  <a:pt x="366533" y="6858"/>
                </a:lnTo>
                <a:lnTo>
                  <a:pt x="367918" y="3048"/>
                </a:lnTo>
                <a:lnTo>
                  <a:pt x="371993" y="836"/>
                </a:lnTo>
                <a:lnTo>
                  <a:pt x="371475" y="762"/>
                </a:lnTo>
                <a:lnTo>
                  <a:pt x="365125" y="254"/>
                </a:lnTo>
                <a:lnTo>
                  <a:pt x="355473" y="0"/>
                </a:lnTo>
                <a:close/>
              </a:path>
              <a:path w="384175" h="33019">
                <a:moveTo>
                  <a:pt x="362203" y="15748"/>
                </a:moveTo>
                <a:lnTo>
                  <a:pt x="361257" y="16256"/>
                </a:lnTo>
                <a:lnTo>
                  <a:pt x="360552" y="17018"/>
                </a:lnTo>
                <a:lnTo>
                  <a:pt x="362203" y="15748"/>
                </a:lnTo>
                <a:close/>
              </a:path>
              <a:path w="384175" h="33019">
                <a:moveTo>
                  <a:pt x="381218" y="15748"/>
                </a:moveTo>
                <a:lnTo>
                  <a:pt x="362203" y="15748"/>
                </a:lnTo>
                <a:lnTo>
                  <a:pt x="360552" y="17018"/>
                </a:lnTo>
                <a:lnTo>
                  <a:pt x="380253" y="17018"/>
                </a:lnTo>
                <a:lnTo>
                  <a:pt x="381218" y="15748"/>
                </a:lnTo>
                <a:close/>
              </a:path>
              <a:path w="384175" h="33019">
                <a:moveTo>
                  <a:pt x="364298" y="12969"/>
                </a:moveTo>
                <a:lnTo>
                  <a:pt x="361274" y="16238"/>
                </a:lnTo>
                <a:lnTo>
                  <a:pt x="362203" y="15748"/>
                </a:lnTo>
                <a:lnTo>
                  <a:pt x="381218" y="15748"/>
                </a:lnTo>
                <a:lnTo>
                  <a:pt x="382443" y="14097"/>
                </a:lnTo>
                <a:lnTo>
                  <a:pt x="363854" y="14097"/>
                </a:lnTo>
                <a:lnTo>
                  <a:pt x="364298" y="12969"/>
                </a:lnTo>
                <a:close/>
              </a:path>
              <a:path w="384175" h="33019">
                <a:moveTo>
                  <a:pt x="12064" y="16002"/>
                </a:moveTo>
                <a:lnTo>
                  <a:pt x="9651" y="16002"/>
                </a:lnTo>
                <a:lnTo>
                  <a:pt x="12144" y="16062"/>
                </a:lnTo>
                <a:close/>
              </a:path>
              <a:path w="384175" h="33019">
                <a:moveTo>
                  <a:pt x="365251" y="11938"/>
                </a:moveTo>
                <a:lnTo>
                  <a:pt x="364298" y="12969"/>
                </a:lnTo>
                <a:lnTo>
                  <a:pt x="363854" y="14097"/>
                </a:lnTo>
                <a:lnTo>
                  <a:pt x="365251" y="11938"/>
                </a:lnTo>
                <a:close/>
              </a:path>
              <a:path w="384175" h="33019">
                <a:moveTo>
                  <a:pt x="383071" y="11938"/>
                </a:moveTo>
                <a:lnTo>
                  <a:pt x="365251" y="11938"/>
                </a:lnTo>
                <a:lnTo>
                  <a:pt x="363854" y="14097"/>
                </a:lnTo>
                <a:lnTo>
                  <a:pt x="382443" y="14097"/>
                </a:lnTo>
                <a:lnTo>
                  <a:pt x="382895" y="13484"/>
                </a:lnTo>
                <a:lnTo>
                  <a:pt x="383071" y="11938"/>
                </a:lnTo>
                <a:close/>
              </a:path>
              <a:path w="384175" h="33019">
                <a:moveTo>
                  <a:pt x="383478" y="9006"/>
                </a:moveTo>
                <a:lnTo>
                  <a:pt x="383196" y="10922"/>
                </a:lnTo>
                <a:lnTo>
                  <a:pt x="382895" y="13484"/>
                </a:lnTo>
                <a:lnTo>
                  <a:pt x="383274" y="12969"/>
                </a:lnTo>
                <a:lnTo>
                  <a:pt x="383672" y="10541"/>
                </a:lnTo>
                <a:lnTo>
                  <a:pt x="383742" y="9652"/>
                </a:lnTo>
                <a:lnTo>
                  <a:pt x="383478" y="9006"/>
                </a:lnTo>
                <a:close/>
              </a:path>
              <a:path w="384175" h="33019">
                <a:moveTo>
                  <a:pt x="371993" y="836"/>
                </a:moveTo>
                <a:lnTo>
                  <a:pt x="367918" y="3048"/>
                </a:lnTo>
                <a:lnTo>
                  <a:pt x="366395" y="7239"/>
                </a:lnTo>
                <a:lnTo>
                  <a:pt x="365125" y="10922"/>
                </a:lnTo>
                <a:lnTo>
                  <a:pt x="365002" y="11176"/>
                </a:lnTo>
                <a:lnTo>
                  <a:pt x="364298" y="12969"/>
                </a:lnTo>
                <a:lnTo>
                  <a:pt x="365251" y="11938"/>
                </a:lnTo>
                <a:lnTo>
                  <a:pt x="383071" y="11938"/>
                </a:lnTo>
                <a:lnTo>
                  <a:pt x="383478" y="9006"/>
                </a:lnTo>
                <a:lnTo>
                  <a:pt x="382606" y="6858"/>
                </a:lnTo>
                <a:lnTo>
                  <a:pt x="381634" y="4064"/>
                </a:lnTo>
                <a:lnTo>
                  <a:pt x="379425" y="2296"/>
                </a:lnTo>
                <a:lnTo>
                  <a:pt x="376242" y="1547"/>
                </a:lnTo>
                <a:lnTo>
                  <a:pt x="371993" y="836"/>
                </a:lnTo>
                <a:close/>
              </a:path>
              <a:path w="384175" h="33019">
                <a:moveTo>
                  <a:pt x="365251" y="10541"/>
                </a:moveTo>
                <a:lnTo>
                  <a:pt x="365102" y="10922"/>
                </a:lnTo>
                <a:lnTo>
                  <a:pt x="365251" y="10541"/>
                </a:lnTo>
                <a:close/>
              </a:path>
              <a:path w="384175" h="33019">
                <a:moveTo>
                  <a:pt x="379425" y="2296"/>
                </a:moveTo>
                <a:lnTo>
                  <a:pt x="381634" y="4064"/>
                </a:lnTo>
                <a:lnTo>
                  <a:pt x="382650" y="6985"/>
                </a:lnTo>
                <a:lnTo>
                  <a:pt x="383478" y="9006"/>
                </a:lnTo>
                <a:lnTo>
                  <a:pt x="383793" y="6858"/>
                </a:lnTo>
                <a:lnTo>
                  <a:pt x="381000" y="2667"/>
                </a:lnTo>
                <a:lnTo>
                  <a:pt x="379425" y="2296"/>
                </a:lnTo>
                <a:close/>
              </a:path>
              <a:path w="384175" h="33019">
                <a:moveTo>
                  <a:pt x="376242" y="1547"/>
                </a:moveTo>
                <a:lnTo>
                  <a:pt x="379425" y="2296"/>
                </a:lnTo>
                <a:lnTo>
                  <a:pt x="379095" y="2032"/>
                </a:lnTo>
                <a:lnTo>
                  <a:pt x="376242" y="1547"/>
                </a:lnTo>
                <a:close/>
              </a:path>
              <a:path w="384175" h="33019">
                <a:moveTo>
                  <a:pt x="372363" y="635"/>
                </a:moveTo>
                <a:lnTo>
                  <a:pt x="371993" y="836"/>
                </a:lnTo>
                <a:lnTo>
                  <a:pt x="376242" y="1547"/>
                </a:lnTo>
                <a:lnTo>
                  <a:pt x="372363" y="6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68155" y="1642236"/>
            <a:ext cx="321110" cy="21653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725664" y="1408811"/>
            <a:ext cx="95885" cy="23495"/>
          </a:xfrm>
          <a:custGeom>
            <a:avLst/>
            <a:gdLst/>
            <a:ahLst/>
            <a:cxnLst/>
            <a:rect l="l" t="t" r="r" b="b"/>
            <a:pathLst>
              <a:path w="95884" h="23494">
                <a:moveTo>
                  <a:pt x="68199" y="0"/>
                </a:moveTo>
                <a:lnTo>
                  <a:pt x="67817" y="0"/>
                </a:lnTo>
                <a:lnTo>
                  <a:pt x="55879" y="635"/>
                </a:lnTo>
                <a:lnTo>
                  <a:pt x="55625" y="635"/>
                </a:lnTo>
                <a:lnTo>
                  <a:pt x="43433" y="1904"/>
                </a:lnTo>
                <a:lnTo>
                  <a:pt x="43179" y="1904"/>
                </a:lnTo>
                <a:lnTo>
                  <a:pt x="32257" y="3428"/>
                </a:lnTo>
                <a:lnTo>
                  <a:pt x="32003" y="3555"/>
                </a:lnTo>
                <a:lnTo>
                  <a:pt x="23367" y="5079"/>
                </a:lnTo>
                <a:lnTo>
                  <a:pt x="22986" y="5206"/>
                </a:lnTo>
                <a:lnTo>
                  <a:pt x="15112" y="7112"/>
                </a:lnTo>
                <a:lnTo>
                  <a:pt x="14350" y="7365"/>
                </a:lnTo>
                <a:lnTo>
                  <a:pt x="9397" y="9271"/>
                </a:lnTo>
                <a:lnTo>
                  <a:pt x="5206" y="11049"/>
                </a:lnTo>
                <a:lnTo>
                  <a:pt x="3936" y="11811"/>
                </a:lnTo>
                <a:lnTo>
                  <a:pt x="2920" y="12573"/>
                </a:lnTo>
                <a:lnTo>
                  <a:pt x="761" y="14097"/>
                </a:lnTo>
                <a:lnTo>
                  <a:pt x="0" y="16890"/>
                </a:lnTo>
                <a:lnTo>
                  <a:pt x="1066" y="19430"/>
                </a:lnTo>
                <a:lnTo>
                  <a:pt x="2031" y="21843"/>
                </a:lnTo>
                <a:lnTo>
                  <a:pt x="4571" y="23240"/>
                </a:lnTo>
                <a:lnTo>
                  <a:pt x="7111" y="22860"/>
                </a:lnTo>
                <a:lnTo>
                  <a:pt x="8381" y="22733"/>
                </a:lnTo>
                <a:lnTo>
                  <a:pt x="9651" y="22351"/>
                </a:lnTo>
                <a:lnTo>
                  <a:pt x="13842" y="20827"/>
                </a:lnTo>
                <a:lnTo>
                  <a:pt x="18160" y="19430"/>
                </a:lnTo>
                <a:lnTo>
                  <a:pt x="25907" y="17652"/>
                </a:lnTo>
                <a:lnTo>
                  <a:pt x="26373" y="17652"/>
                </a:lnTo>
                <a:lnTo>
                  <a:pt x="34289" y="16255"/>
                </a:lnTo>
                <a:lnTo>
                  <a:pt x="34035" y="16255"/>
                </a:lnTo>
                <a:lnTo>
                  <a:pt x="44830" y="14859"/>
                </a:lnTo>
                <a:lnTo>
                  <a:pt x="56895" y="13588"/>
                </a:lnTo>
                <a:lnTo>
                  <a:pt x="68833" y="12191"/>
                </a:lnTo>
                <a:lnTo>
                  <a:pt x="81152" y="10413"/>
                </a:lnTo>
                <a:lnTo>
                  <a:pt x="81406" y="10413"/>
                </a:lnTo>
                <a:lnTo>
                  <a:pt x="92582" y="8000"/>
                </a:lnTo>
                <a:lnTo>
                  <a:pt x="94233" y="7747"/>
                </a:lnTo>
                <a:lnTo>
                  <a:pt x="95503" y="6096"/>
                </a:lnTo>
                <a:lnTo>
                  <a:pt x="95250" y="2666"/>
                </a:lnTo>
                <a:lnTo>
                  <a:pt x="93852" y="1269"/>
                </a:lnTo>
                <a:lnTo>
                  <a:pt x="92201" y="1142"/>
                </a:lnTo>
                <a:lnTo>
                  <a:pt x="80771" y="126"/>
                </a:lnTo>
                <a:lnTo>
                  <a:pt x="68199" y="0"/>
                </a:lnTo>
                <a:close/>
              </a:path>
              <a:path w="95884" h="23494">
                <a:moveTo>
                  <a:pt x="13969" y="20827"/>
                </a:moveTo>
                <a:lnTo>
                  <a:pt x="13588" y="20954"/>
                </a:lnTo>
                <a:lnTo>
                  <a:pt x="13969" y="20827"/>
                </a:lnTo>
                <a:close/>
              </a:path>
              <a:path w="95884" h="23494">
                <a:moveTo>
                  <a:pt x="18427" y="19342"/>
                </a:moveTo>
                <a:lnTo>
                  <a:pt x="18033" y="19430"/>
                </a:lnTo>
                <a:lnTo>
                  <a:pt x="18427" y="19342"/>
                </a:lnTo>
                <a:close/>
              </a:path>
              <a:path w="95884" h="23494">
                <a:moveTo>
                  <a:pt x="26373" y="17652"/>
                </a:moveTo>
                <a:lnTo>
                  <a:pt x="25907" y="17652"/>
                </a:lnTo>
                <a:lnTo>
                  <a:pt x="25653" y="17779"/>
                </a:lnTo>
                <a:lnTo>
                  <a:pt x="26373" y="176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1793" y="1500758"/>
            <a:ext cx="57150" cy="22860"/>
          </a:xfrm>
          <a:custGeom>
            <a:avLst/>
            <a:gdLst/>
            <a:ahLst/>
            <a:cxnLst/>
            <a:rect l="l" t="t" r="r" b="b"/>
            <a:pathLst>
              <a:path w="57150" h="22859">
                <a:moveTo>
                  <a:pt x="7888" y="5333"/>
                </a:moveTo>
                <a:lnTo>
                  <a:pt x="5460" y="5714"/>
                </a:lnTo>
                <a:lnTo>
                  <a:pt x="3175" y="7112"/>
                </a:lnTo>
                <a:lnTo>
                  <a:pt x="1904" y="9143"/>
                </a:lnTo>
                <a:lnTo>
                  <a:pt x="1777" y="9398"/>
                </a:lnTo>
                <a:lnTo>
                  <a:pt x="0" y="12191"/>
                </a:lnTo>
                <a:lnTo>
                  <a:pt x="0" y="15620"/>
                </a:lnTo>
                <a:lnTo>
                  <a:pt x="1777" y="18414"/>
                </a:lnTo>
                <a:lnTo>
                  <a:pt x="3555" y="21081"/>
                </a:lnTo>
                <a:lnTo>
                  <a:pt x="6857" y="22478"/>
                </a:lnTo>
                <a:lnTo>
                  <a:pt x="10032" y="22098"/>
                </a:lnTo>
                <a:lnTo>
                  <a:pt x="14460" y="19944"/>
                </a:lnTo>
                <a:lnTo>
                  <a:pt x="14858" y="19685"/>
                </a:lnTo>
                <a:lnTo>
                  <a:pt x="16446" y="19685"/>
                </a:lnTo>
                <a:lnTo>
                  <a:pt x="16763" y="19557"/>
                </a:lnTo>
                <a:lnTo>
                  <a:pt x="16954" y="19557"/>
                </a:lnTo>
                <a:lnTo>
                  <a:pt x="26034" y="16763"/>
                </a:lnTo>
                <a:lnTo>
                  <a:pt x="40385" y="13207"/>
                </a:lnTo>
                <a:lnTo>
                  <a:pt x="41021" y="13080"/>
                </a:lnTo>
                <a:lnTo>
                  <a:pt x="53466" y="8508"/>
                </a:lnTo>
                <a:lnTo>
                  <a:pt x="55499" y="7874"/>
                </a:lnTo>
                <a:lnTo>
                  <a:pt x="56641" y="5714"/>
                </a:lnTo>
                <a:lnTo>
                  <a:pt x="56597" y="5461"/>
                </a:lnTo>
                <a:lnTo>
                  <a:pt x="7365" y="5461"/>
                </a:lnTo>
                <a:lnTo>
                  <a:pt x="7888" y="5333"/>
                </a:lnTo>
                <a:close/>
              </a:path>
              <a:path w="57150" h="22859">
                <a:moveTo>
                  <a:pt x="16446" y="19685"/>
                </a:moveTo>
                <a:lnTo>
                  <a:pt x="14858" y="19685"/>
                </a:lnTo>
                <a:lnTo>
                  <a:pt x="14731" y="19812"/>
                </a:lnTo>
                <a:lnTo>
                  <a:pt x="14460" y="19944"/>
                </a:lnTo>
                <a:lnTo>
                  <a:pt x="12318" y="21336"/>
                </a:lnTo>
                <a:lnTo>
                  <a:pt x="16446" y="19685"/>
                </a:lnTo>
                <a:close/>
              </a:path>
              <a:path w="57150" h="22859">
                <a:moveTo>
                  <a:pt x="14858" y="19685"/>
                </a:moveTo>
                <a:lnTo>
                  <a:pt x="14460" y="19944"/>
                </a:lnTo>
                <a:lnTo>
                  <a:pt x="14731" y="19812"/>
                </a:lnTo>
                <a:lnTo>
                  <a:pt x="14858" y="19685"/>
                </a:lnTo>
                <a:close/>
              </a:path>
              <a:path w="57150" h="22859">
                <a:moveTo>
                  <a:pt x="16954" y="19557"/>
                </a:moveTo>
                <a:lnTo>
                  <a:pt x="16763" y="19557"/>
                </a:lnTo>
                <a:lnTo>
                  <a:pt x="16128" y="19812"/>
                </a:lnTo>
                <a:lnTo>
                  <a:pt x="16954" y="19557"/>
                </a:lnTo>
                <a:close/>
              </a:path>
              <a:path w="57150" h="22859">
                <a:moveTo>
                  <a:pt x="26161" y="16763"/>
                </a:moveTo>
                <a:lnTo>
                  <a:pt x="25653" y="16890"/>
                </a:lnTo>
                <a:lnTo>
                  <a:pt x="26161" y="16763"/>
                </a:lnTo>
                <a:close/>
              </a:path>
              <a:path w="57150" h="22859">
                <a:moveTo>
                  <a:pt x="53721" y="0"/>
                </a:moveTo>
                <a:lnTo>
                  <a:pt x="51561" y="126"/>
                </a:lnTo>
                <a:lnTo>
                  <a:pt x="23240" y="2666"/>
                </a:lnTo>
                <a:lnTo>
                  <a:pt x="22732" y="2666"/>
                </a:lnTo>
                <a:lnTo>
                  <a:pt x="12700" y="4317"/>
                </a:lnTo>
                <a:lnTo>
                  <a:pt x="12064" y="4317"/>
                </a:lnTo>
                <a:lnTo>
                  <a:pt x="7365" y="5461"/>
                </a:lnTo>
                <a:lnTo>
                  <a:pt x="8127" y="5333"/>
                </a:lnTo>
                <a:lnTo>
                  <a:pt x="56574" y="5333"/>
                </a:lnTo>
                <a:lnTo>
                  <a:pt x="56260" y="3555"/>
                </a:lnTo>
                <a:lnTo>
                  <a:pt x="55752" y="1396"/>
                </a:lnTo>
                <a:lnTo>
                  <a:pt x="53721" y="0"/>
                </a:lnTo>
                <a:close/>
              </a:path>
              <a:path w="57150" h="22859">
                <a:moveTo>
                  <a:pt x="56574" y="5333"/>
                </a:moveTo>
                <a:lnTo>
                  <a:pt x="8127" y="5333"/>
                </a:lnTo>
                <a:lnTo>
                  <a:pt x="7365" y="5461"/>
                </a:lnTo>
                <a:lnTo>
                  <a:pt x="56597" y="5461"/>
                </a:lnTo>
                <a:lnTo>
                  <a:pt x="56574" y="53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6877" y="1139571"/>
            <a:ext cx="890666" cy="21831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7916164" y="1449197"/>
            <a:ext cx="819785" cy="56515"/>
          </a:xfrm>
          <a:custGeom>
            <a:avLst/>
            <a:gdLst/>
            <a:ahLst/>
            <a:cxnLst/>
            <a:rect l="l" t="t" r="r" b="b"/>
            <a:pathLst>
              <a:path w="819784" h="56515">
                <a:moveTo>
                  <a:pt x="799107" y="32003"/>
                </a:moveTo>
                <a:lnTo>
                  <a:pt x="765047" y="32003"/>
                </a:lnTo>
                <a:lnTo>
                  <a:pt x="745743" y="41020"/>
                </a:lnTo>
                <a:lnTo>
                  <a:pt x="745616" y="41148"/>
                </a:lnTo>
                <a:lnTo>
                  <a:pt x="724661" y="51307"/>
                </a:lnTo>
                <a:lnTo>
                  <a:pt x="723518" y="51815"/>
                </a:lnTo>
                <a:lnTo>
                  <a:pt x="723010" y="53086"/>
                </a:lnTo>
                <a:lnTo>
                  <a:pt x="723391" y="54355"/>
                </a:lnTo>
                <a:lnTo>
                  <a:pt x="723772" y="55499"/>
                </a:lnTo>
                <a:lnTo>
                  <a:pt x="725042" y="56133"/>
                </a:lnTo>
                <a:lnTo>
                  <a:pt x="749045" y="51435"/>
                </a:lnTo>
                <a:lnTo>
                  <a:pt x="788161" y="38353"/>
                </a:lnTo>
                <a:lnTo>
                  <a:pt x="789304" y="37845"/>
                </a:lnTo>
                <a:lnTo>
                  <a:pt x="799107" y="32003"/>
                </a:lnTo>
                <a:close/>
              </a:path>
              <a:path w="819784" h="56515">
                <a:moveTo>
                  <a:pt x="770508" y="0"/>
                </a:moveTo>
                <a:lnTo>
                  <a:pt x="752728" y="253"/>
                </a:lnTo>
                <a:lnTo>
                  <a:pt x="731265" y="1269"/>
                </a:lnTo>
                <a:lnTo>
                  <a:pt x="677544" y="5079"/>
                </a:lnTo>
                <a:lnTo>
                  <a:pt x="611377" y="9270"/>
                </a:lnTo>
                <a:lnTo>
                  <a:pt x="496569" y="16255"/>
                </a:lnTo>
                <a:lnTo>
                  <a:pt x="438293" y="19433"/>
                </a:lnTo>
                <a:lnTo>
                  <a:pt x="88518" y="37337"/>
                </a:lnTo>
                <a:lnTo>
                  <a:pt x="71374" y="38226"/>
                </a:lnTo>
                <a:lnTo>
                  <a:pt x="42671" y="39242"/>
                </a:lnTo>
                <a:lnTo>
                  <a:pt x="42799" y="39242"/>
                </a:lnTo>
                <a:lnTo>
                  <a:pt x="14731" y="39750"/>
                </a:lnTo>
                <a:lnTo>
                  <a:pt x="6350" y="39750"/>
                </a:lnTo>
                <a:lnTo>
                  <a:pt x="5206" y="39877"/>
                </a:lnTo>
                <a:lnTo>
                  <a:pt x="2285" y="40131"/>
                </a:lnTo>
                <a:lnTo>
                  <a:pt x="0" y="42544"/>
                </a:lnTo>
                <a:lnTo>
                  <a:pt x="0" y="48640"/>
                </a:lnTo>
                <a:lnTo>
                  <a:pt x="2285" y="51053"/>
                </a:lnTo>
                <a:lnTo>
                  <a:pt x="5333" y="51307"/>
                </a:lnTo>
                <a:lnTo>
                  <a:pt x="6350" y="51435"/>
                </a:lnTo>
                <a:lnTo>
                  <a:pt x="21970" y="51435"/>
                </a:lnTo>
                <a:lnTo>
                  <a:pt x="30987" y="51307"/>
                </a:lnTo>
                <a:lnTo>
                  <a:pt x="42925" y="51307"/>
                </a:lnTo>
                <a:lnTo>
                  <a:pt x="89026" y="50673"/>
                </a:lnTo>
                <a:lnTo>
                  <a:pt x="157860" y="48640"/>
                </a:lnTo>
                <a:lnTo>
                  <a:pt x="537209" y="31241"/>
                </a:lnTo>
                <a:lnTo>
                  <a:pt x="732281" y="20319"/>
                </a:lnTo>
                <a:lnTo>
                  <a:pt x="753236" y="19557"/>
                </a:lnTo>
                <a:lnTo>
                  <a:pt x="752982" y="19557"/>
                </a:lnTo>
                <a:lnTo>
                  <a:pt x="770080" y="19433"/>
                </a:lnTo>
                <a:lnTo>
                  <a:pt x="787409" y="19430"/>
                </a:lnTo>
                <a:lnTo>
                  <a:pt x="791861" y="16384"/>
                </a:lnTo>
                <a:lnTo>
                  <a:pt x="797992" y="11049"/>
                </a:lnTo>
                <a:lnTo>
                  <a:pt x="800480" y="8508"/>
                </a:lnTo>
                <a:lnTo>
                  <a:pt x="801877" y="6857"/>
                </a:lnTo>
                <a:lnTo>
                  <a:pt x="805433" y="3175"/>
                </a:lnTo>
                <a:lnTo>
                  <a:pt x="809546" y="2900"/>
                </a:lnTo>
                <a:lnTo>
                  <a:pt x="807084" y="2031"/>
                </a:lnTo>
                <a:lnTo>
                  <a:pt x="802512" y="1524"/>
                </a:lnTo>
                <a:lnTo>
                  <a:pt x="802258" y="1524"/>
                </a:lnTo>
                <a:lnTo>
                  <a:pt x="794765" y="888"/>
                </a:lnTo>
                <a:lnTo>
                  <a:pt x="784605" y="380"/>
                </a:lnTo>
                <a:lnTo>
                  <a:pt x="770508" y="0"/>
                </a:lnTo>
                <a:close/>
              </a:path>
              <a:path w="819784" h="56515">
                <a:moveTo>
                  <a:pt x="806915" y="23622"/>
                </a:moveTo>
                <a:lnTo>
                  <a:pt x="781430" y="23622"/>
                </a:lnTo>
                <a:lnTo>
                  <a:pt x="780541" y="24129"/>
                </a:lnTo>
                <a:lnTo>
                  <a:pt x="764982" y="32034"/>
                </a:lnTo>
                <a:lnTo>
                  <a:pt x="799107" y="32003"/>
                </a:lnTo>
                <a:lnTo>
                  <a:pt x="801877" y="30352"/>
                </a:lnTo>
                <a:lnTo>
                  <a:pt x="802639" y="29844"/>
                </a:lnTo>
                <a:lnTo>
                  <a:pt x="809534" y="24764"/>
                </a:lnTo>
                <a:lnTo>
                  <a:pt x="809878" y="24511"/>
                </a:lnTo>
                <a:lnTo>
                  <a:pt x="808354" y="24511"/>
                </a:lnTo>
                <a:lnTo>
                  <a:pt x="806915" y="23622"/>
                </a:lnTo>
                <a:close/>
              </a:path>
              <a:path w="819784" h="56515">
                <a:moveTo>
                  <a:pt x="809878" y="24511"/>
                </a:moveTo>
                <a:lnTo>
                  <a:pt x="809497" y="24764"/>
                </a:lnTo>
                <a:lnTo>
                  <a:pt x="809878" y="24511"/>
                </a:lnTo>
                <a:close/>
              </a:path>
              <a:path w="819784" h="56515">
                <a:moveTo>
                  <a:pt x="803044" y="21239"/>
                </a:moveTo>
                <a:lnTo>
                  <a:pt x="808354" y="24511"/>
                </a:lnTo>
                <a:lnTo>
                  <a:pt x="810667" y="23985"/>
                </a:lnTo>
                <a:lnTo>
                  <a:pt x="812545" y="22732"/>
                </a:lnTo>
                <a:lnTo>
                  <a:pt x="814396" y="21462"/>
                </a:lnTo>
                <a:lnTo>
                  <a:pt x="805052" y="21462"/>
                </a:lnTo>
                <a:lnTo>
                  <a:pt x="803044" y="21239"/>
                </a:lnTo>
                <a:close/>
              </a:path>
              <a:path w="819784" h="56515">
                <a:moveTo>
                  <a:pt x="810667" y="23985"/>
                </a:moveTo>
                <a:lnTo>
                  <a:pt x="808354" y="24511"/>
                </a:lnTo>
                <a:lnTo>
                  <a:pt x="809878" y="24511"/>
                </a:lnTo>
                <a:lnTo>
                  <a:pt x="810667" y="23985"/>
                </a:lnTo>
                <a:close/>
              </a:path>
              <a:path w="819784" h="56515">
                <a:moveTo>
                  <a:pt x="780850" y="23918"/>
                </a:moveTo>
                <a:lnTo>
                  <a:pt x="780437" y="24129"/>
                </a:lnTo>
                <a:lnTo>
                  <a:pt x="780850" y="23918"/>
                </a:lnTo>
                <a:close/>
              </a:path>
              <a:path w="819784" h="56515">
                <a:moveTo>
                  <a:pt x="781430" y="23622"/>
                </a:moveTo>
                <a:lnTo>
                  <a:pt x="780850" y="23918"/>
                </a:lnTo>
                <a:lnTo>
                  <a:pt x="780541" y="24129"/>
                </a:lnTo>
                <a:lnTo>
                  <a:pt x="781430" y="23622"/>
                </a:lnTo>
                <a:close/>
              </a:path>
              <a:path w="819784" h="56515">
                <a:moveTo>
                  <a:pt x="815808" y="20564"/>
                </a:moveTo>
                <a:lnTo>
                  <a:pt x="814196" y="21589"/>
                </a:lnTo>
                <a:lnTo>
                  <a:pt x="812418" y="22860"/>
                </a:lnTo>
                <a:lnTo>
                  <a:pt x="810667" y="23985"/>
                </a:lnTo>
                <a:lnTo>
                  <a:pt x="813942" y="23240"/>
                </a:lnTo>
                <a:lnTo>
                  <a:pt x="815808" y="20564"/>
                </a:lnTo>
                <a:close/>
              </a:path>
              <a:path w="819784" h="56515">
                <a:moveTo>
                  <a:pt x="786565" y="20008"/>
                </a:moveTo>
                <a:lnTo>
                  <a:pt x="780850" y="23918"/>
                </a:lnTo>
                <a:lnTo>
                  <a:pt x="781430" y="23622"/>
                </a:lnTo>
                <a:lnTo>
                  <a:pt x="806915" y="23622"/>
                </a:lnTo>
                <a:lnTo>
                  <a:pt x="803044" y="21239"/>
                </a:lnTo>
                <a:lnTo>
                  <a:pt x="800480" y="20954"/>
                </a:lnTo>
                <a:lnTo>
                  <a:pt x="794715" y="20447"/>
                </a:lnTo>
                <a:lnTo>
                  <a:pt x="793495" y="20447"/>
                </a:lnTo>
                <a:lnTo>
                  <a:pt x="786565" y="20008"/>
                </a:lnTo>
                <a:close/>
              </a:path>
              <a:path w="819784" h="56515">
                <a:moveTo>
                  <a:pt x="812545" y="22732"/>
                </a:moveTo>
                <a:lnTo>
                  <a:pt x="812355" y="22860"/>
                </a:lnTo>
                <a:lnTo>
                  <a:pt x="812545" y="22732"/>
                </a:lnTo>
                <a:close/>
              </a:path>
              <a:path w="819784" h="56515">
                <a:moveTo>
                  <a:pt x="812596" y="22732"/>
                </a:moveTo>
                <a:lnTo>
                  <a:pt x="812418" y="22860"/>
                </a:lnTo>
                <a:lnTo>
                  <a:pt x="812596" y="22732"/>
                </a:lnTo>
                <a:close/>
              </a:path>
              <a:path w="819784" h="56515">
                <a:moveTo>
                  <a:pt x="801115" y="20065"/>
                </a:moveTo>
                <a:lnTo>
                  <a:pt x="803044" y="21239"/>
                </a:lnTo>
                <a:lnTo>
                  <a:pt x="805052" y="21462"/>
                </a:lnTo>
                <a:lnTo>
                  <a:pt x="801115" y="20065"/>
                </a:lnTo>
                <a:close/>
              </a:path>
              <a:path w="819784" h="56515">
                <a:moveTo>
                  <a:pt x="816155" y="20065"/>
                </a:moveTo>
                <a:lnTo>
                  <a:pt x="801115" y="20065"/>
                </a:lnTo>
                <a:lnTo>
                  <a:pt x="805052" y="21462"/>
                </a:lnTo>
                <a:lnTo>
                  <a:pt x="814396" y="21462"/>
                </a:lnTo>
                <a:lnTo>
                  <a:pt x="815808" y="20564"/>
                </a:lnTo>
                <a:lnTo>
                  <a:pt x="816155" y="20065"/>
                </a:lnTo>
                <a:close/>
              </a:path>
              <a:path w="819784" h="56515">
                <a:moveTo>
                  <a:pt x="801533" y="20319"/>
                </a:moveTo>
                <a:lnTo>
                  <a:pt x="793241" y="20319"/>
                </a:lnTo>
                <a:lnTo>
                  <a:pt x="800607" y="20954"/>
                </a:lnTo>
                <a:lnTo>
                  <a:pt x="803044" y="21239"/>
                </a:lnTo>
                <a:lnTo>
                  <a:pt x="801533" y="20319"/>
                </a:lnTo>
                <a:close/>
              </a:path>
              <a:path w="819784" h="56515">
                <a:moveTo>
                  <a:pt x="818641" y="16576"/>
                </a:moveTo>
                <a:lnTo>
                  <a:pt x="815808" y="20564"/>
                </a:lnTo>
                <a:lnTo>
                  <a:pt x="816990" y="19812"/>
                </a:lnTo>
                <a:lnTo>
                  <a:pt x="818641" y="16763"/>
                </a:lnTo>
                <a:lnTo>
                  <a:pt x="818641" y="16576"/>
                </a:lnTo>
                <a:close/>
              </a:path>
              <a:path w="819784" h="56515">
                <a:moveTo>
                  <a:pt x="818641" y="15875"/>
                </a:moveTo>
                <a:lnTo>
                  <a:pt x="792606" y="15875"/>
                </a:lnTo>
                <a:lnTo>
                  <a:pt x="791717" y="16510"/>
                </a:lnTo>
                <a:lnTo>
                  <a:pt x="786565" y="20008"/>
                </a:lnTo>
                <a:lnTo>
                  <a:pt x="793495" y="20447"/>
                </a:lnTo>
                <a:lnTo>
                  <a:pt x="793241" y="20319"/>
                </a:lnTo>
                <a:lnTo>
                  <a:pt x="801533" y="20319"/>
                </a:lnTo>
                <a:lnTo>
                  <a:pt x="801115" y="20065"/>
                </a:lnTo>
                <a:lnTo>
                  <a:pt x="816155" y="20065"/>
                </a:lnTo>
                <a:lnTo>
                  <a:pt x="816863" y="19050"/>
                </a:lnTo>
                <a:lnTo>
                  <a:pt x="818641" y="16576"/>
                </a:lnTo>
                <a:lnTo>
                  <a:pt x="818641" y="15875"/>
                </a:lnTo>
                <a:close/>
              </a:path>
              <a:path w="819784" h="56515">
                <a:moveTo>
                  <a:pt x="793241" y="20319"/>
                </a:moveTo>
                <a:lnTo>
                  <a:pt x="793495" y="20447"/>
                </a:lnTo>
                <a:lnTo>
                  <a:pt x="794715" y="20447"/>
                </a:lnTo>
                <a:lnTo>
                  <a:pt x="793241" y="20319"/>
                </a:lnTo>
                <a:close/>
              </a:path>
              <a:path w="819784" h="56515">
                <a:moveTo>
                  <a:pt x="787409" y="19430"/>
                </a:moveTo>
                <a:lnTo>
                  <a:pt x="770080" y="19433"/>
                </a:lnTo>
                <a:lnTo>
                  <a:pt x="783716" y="19812"/>
                </a:lnTo>
                <a:lnTo>
                  <a:pt x="783462" y="19812"/>
                </a:lnTo>
                <a:lnTo>
                  <a:pt x="786565" y="20008"/>
                </a:lnTo>
                <a:lnTo>
                  <a:pt x="787409" y="19430"/>
                </a:lnTo>
                <a:close/>
              </a:path>
              <a:path w="819784" h="56515">
                <a:moveTo>
                  <a:pt x="817369" y="7937"/>
                </a:moveTo>
                <a:lnTo>
                  <a:pt x="818641" y="10287"/>
                </a:lnTo>
                <a:lnTo>
                  <a:pt x="818641" y="16576"/>
                </a:lnTo>
                <a:lnTo>
                  <a:pt x="819784" y="14986"/>
                </a:lnTo>
                <a:lnTo>
                  <a:pt x="819022" y="9270"/>
                </a:lnTo>
                <a:lnTo>
                  <a:pt x="817369" y="7937"/>
                </a:lnTo>
                <a:close/>
              </a:path>
              <a:path w="819784" h="56515">
                <a:moveTo>
                  <a:pt x="791861" y="16384"/>
                </a:moveTo>
                <a:lnTo>
                  <a:pt x="791678" y="16510"/>
                </a:lnTo>
                <a:lnTo>
                  <a:pt x="791861" y="16384"/>
                </a:lnTo>
                <a:close/>
              </a:path>
              <a:path w="819784" h="56515">
                <a:moveTo>
                  <a:pt x="792606" y="15875"/>
                </a:moveTo>
                <a:lnTo>
                  <a:pt x="791861" y="16384"/>
                </a:lnTo>
                <a:lnTo>
                  <a:pt x="791717" y="16510"/>
                </a:lnTo>
                <a:lnTo>
                  <a:pt x="792606" y="15875"/>
                </a:lnTo>
                <a:close/>
              </a:path>
              <a:path w="819784" h="56515">
                <a:moveTo>
                  <a:pt x="818641" y="10540"/>
                </a:moveTo>
                <a:lnTo>
                  <a:pt x="798576" y="10540"/>
                </a:lnTo>
                <a:lnTo>
                  <a:pt x="791861" y="16384"/>
                </a:lnTo>
                <a:lnTo>
                  <a:pt x="792606" y="15875"/>
                </a:lnTo>
                <a:lnTo>
                  <a:pt x="818641" y="15875"/>
                </a:lnTo>
                <a:lnTo>
                  <a:pt x="818641" y="10540"/>
                </a:lnTo>
                <a:close/>
              </a:path>
              <a:path w="819784" h="56515">
                <a:moveTo>
                  <a:pt x="809546" y="2900"/>
                </a:moveTo>
                <a:lnTo>
                  <a:pt x="805433" y="3175"/>
                </a:lnTo>
                <a:lnTo>
                  <a:pt x="801877" y="6857"/>
                </a:lnTo>
                <a:lnTo>
                  <a:pt x="800480" y="8508"/>
                </a:lnTo>
                <a:lnTo>
                  <a:pt x="797940" y="11049"/>
                </a:lnTo>
                <a:lnTo>
                  <a:pt x="798576" y="10540"/>
                </a:lnTo>
                <a:lnTo>
                  <a:pt x="818641" y="10540"/>
                </a:lnTo>
                <a:lnTo>
                  <a:pt x="818641" y="10287"/>
                </a:lnTo>
                <a:lnTo>
                  <a:pt x="817369" y="7937"/>
                </a:lnTo>
                <a:lnTo>
                  <a:pt x="814743" y="5808"/>
                </a:lnTo>
                <a:lnTo>
                  <a:pt x="814196" y="5461"/>
                </a:lnTo>
                <a:lnTo>
                  <a:pt x="811402" y="3555"/>
                </a:lnTo>
                <a:lnTo>
                  <a:pt x="809546" y="2900"/>
                </a:lnTo>
                <a:close/>
              </a:path>
              <a:path w="819784" h="56515">
                <a:moveTo>
                  <a:pt x="798576" y="10540"/>
                </a:moveTo>
                <a:lnTo>
                  <a:pt x="797940" y="11049"/>
                </a:lnTo>
                <a:lnTo>
                  <a:pt x="798576" y="10540"/>
                </a:lnTo>
                <a:close/>
              </a:path>
              <a:path w="819784" h="56515">
                <a:moveTo>
                  <a:pt x="814743" y="5808"/>
                </a:moveTo>
                <a:lnTo>
                  <a:pt x="817369" y="7937"/>
                </a:lnTo>
                <a:lnTo>
                  <a:pt x="816990" y="7238"/>
                </a:lnTo>
                <a:lnTo>
                  <a:pt x="814743" y="5808"/>
                </a:lnTo>
                <a:close/>
              </a:path>
              <a:path w="819784" h="56515">
                <a:moveTo>
                  <a:pt x="811149" y="2793"/>
                </a:moveTo>
                <a:lnTo>
                  <a:pt x="809546" y="2900"/>
                </a:lnTo>
                <a:lnTo>
                  <a:pt x="811402" y="3555"/>
                </a:lnTo>
                <a:lnTo>
                  <a:pt x="814196" y="5461"/>
                </a:lnTo>
                <a:lnTo>
                  <a:pt x="814743" y="5808"/>
                </a:lnTo>
                <a:lnTo>
                  <a:pt x="811149" y="27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89084" y="1582674"/>
            <a:ext cx="432183" cy="25819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7840953" y="2155317"/>
            <a:ext cx="91440" cy="31115"/>
          </a:xfrm>
          <a:custGeom>
            <a:avLst/>
            <a:gdLst/>
            <a:ahLst/>
            <a:cxnLst/>
            <a:rect l="l" t="t" r="r" b="b"/>
            <a:pathLst>
              <a:path w="91440" h="31114">
                <a:moveTo>
                  <a:pt x="64288" y="0"/>
                </a:moveTo>
                <a:lnTo>
                  <a:pt x="54890" y="381"/>
                </a:lnTo>
                <a:lnTo>
                  <a:pt x="54636" y="381"/>
                </a:lnTo>
                <a:lnTo>
                  <a:pt x="46508" y="1015"/>
                </a:lnTo>
                <a:lnTo>
                  <a:pt x="46254" y="1143"/>
                </a:lnTo>
                <a:lnTo>
                  <a:pt x="37618" y="2158"/>
                </a:lnTo>
                <a:lnTo>
                  <a:pt x="37237" y="2285"/>
                </a:lnTo>
                <a:lnTo>
                  <a:pt x="28855" y="3937"/>
                </a:lnTo>
                <a:lnTo>
                  <a:pt x="20727" y="6095"/>
                </a:lnTo>
                <a:lnTo>
                  <a:pt x="14758" y="8000"/>
                </a:lnTo>
                <a:lnTo>
                  <a:pt x="14250" y="8255"/>
                </a:lnTo>
                <a:lnTo>
                  <a:pt x="9297" y="10287"/>
                </a:lnTo>
                <a:lnTo>
                  <a:pt x="0" y="20827"/>
                </a:lnTo>
                <a:lnTo>
                  <a:pt x="10" y="22351"/>
                </a:lnTo>
                <a:lnTo>
                  <a:pt x="7773" y="30860"/>
                </a:lnTo>
                <a:lnTo>
                  <a:pt x="9551" y="29971"/>
                </a:lnTo>
                <a:lnTo>
                  <a:pt x="11329" y="29209"/>
                </a:lnTo>
                <a:lnTo>
                  <a:pt x="12345" y="27305"/>
                </a:lnTo>
                <a:lnTo>
                  <a:pt x="11964" y="25400"/>
                </a:lnTo>
                <a:lnTo>
                  <a:pt x="10313" y="25400"/>
                </a:lnTo>
                <a:lnTo>
                  <a:pt x="11365" y="24027"/>
                </a:lnTo>
                <a:lnTo>
                  <a:pt x="11476" y="23612"/>
                </a:lnTo>
                <a:lnTo>
                  <a:pt x="11583" y="22351"/>
                </a:lnTo>
                <a:lnTo>
                  <a:pt x="15266" y="22351"/>
                </a:lnTo>
                <a:lnTo>
                  <a:pt x="18992" y="20955"/>
                </a:lnTo>
                <a:lnTo>
                  <a:pt x="24918" y="19050"/>
                </a:lnTo>
                <a:lnTo>
                  <a:pt x="25054" y="19050"/>
                </a:lnTo>
                <a:lnTo>
                  <a:pt x="31776" y="17399"/>
                </a:lnTo>
                <a:lnTo>
                  <a:pt x="31395" y="17399"/>
                </a:lnTo>
                <a:lnTo>
                  <a:pt x="39777" y="15875"/>
                </a:lnTo>
                <a:lnTo>
                  <a:pt x="39396" y="15875"/>
                </a:lnTo>
                <a:lnTo>
                  <a:pt x="48032" y="14858"/>
                </a:lnTo>
                <a:lnTo>
                  <a:pt x="47778" y="14858"/>
                </a:lnTo>
                <a:lnTo>
                  <a:pt x="55779" y="14224"/>
                </a:lnTo>
                <a:lnTo>
                  <a:pt x="55525" y="14224"/>
                </a:lnTo>
                <a:lnTo>
                  <a:pt x="64805" y="13722"/>
                </a:lnTo>
                <a:lnTo>
                  <a:pt x="64415" y="13715"/>
                </a:lnTo>
                <a:lnTo>
                  <a:pt x="91284" y="13715"/>
                </a:lnTo>
                <a:lnTo>
                  <a:pt x="91339" y="12826"/>
                </a:lnTo>
                <a:lnTo>
                  <a:pt x="90450" y="11302"/>
                </a:lnTo>
                <a:lnTo>
                  <a:pt x="88926" y="8508"/>
                </a:lnTo>
                <a:lnTo>
                  <a:pt x="87021" y="6731"/>
                </a:lnTo>
                <a:lnTo>
                  <a:pt x="65177" y="126"/>
                </a:lnTo>
                <a:lnTo>
                  <a:pt x="64288" y="0"/>
                </a:lnTo>
                <a:close/>
              </a:path>
              <a:path w="91440" h="31114">
                <a:moveTo>
                  <a:pt x="11363" y="24035"/>
                </a:moveTo>
                <a:lnTo>
                  <a:pt x="10313" y="25400"/>
                </a:lnTo>
                <a:lnTo>
                  <a:pt x="10948" y="24891"/>
                </a:lnTo>
                <a:lnTo>
                  <a:pt x="11319" y="24637"/>
                </a:lnTo>
                <a:lnTo>
                  <a:pt x="11363" y="24035"/>
                </a:lnTo>
                <a:close/>
              </a:path>
              <a:path w="91440" h="31114">
                <a:moveTo>
                  <a:pt x="11800" y="24247"/>
                </a:moveTo>
                <a:lnTo>
                  <a:pt x="10694" y="25145"/>
                </a:lnTo>
                <a:lnTo>
                  <a:pt x="10313" y="25400"/>
                </a:lnTo>
                <a:lnTo>
                  <a:pt x="11964" y="25400"/>
                </a:lnTo>
                <a:lnTo>
                  <a:pt x="11800" y="24247"/>
                </a:lnTo>
                <a:close/>
              </a:path>
              <a:path w="91440" h="31114">
                <a:moveTo>
                  <a:pt x="10948" y="24891"/>
                </a:moveTo>
                <a:lnTo>
                  <a:pt x="10631" y="25145"/>
                </a:lnTo>
                <a:lnTo>
                  <a:pt x="10948" y="24891"/>
                </a:lnTo>
                <a:close/>
              </a:path>
              <a:path w="91440" h="31114">
                <a:moveTo>
                  <a:pt x="11007" y="24891"/>
                </a:moveTo>
                <a:lnTo>
                  <a:pt x="10694" y="25145"/>
                </a:lnTo>
                <a:lnTo>
                  <a:pt x="11007" y="24891"/>
                </a:lnTo>
                <a:close/>
              </a:path>
              <a:path w="91440" h="31114">
                <a:moveTo>
                  <a:pt x="11583" y="23749"/>
                </a:moveTo>
                <a:lnTo>
                  <a:pt x="11369" y="24027"/>
                </a:lnTo>
                <a:lnTo>
                  <a:pt x="11202" y="24637"/>
                </a:lnTo>
                <a:lnTo>
                  <a:pt x="11583" y="23749"/>
                </a:lnTo>
                <a:close/>
              </a:path>
              <a:path w="91440" h="31114">
                <a:moveTo>
                  <a:pt x="11687" y="22921"/>
                </a:moveTo>
                <a:lnTo>
                  <a:pt x="11583" y="23749"/>
                </a:lnTo>
                <a:lnTo>
                  <a:pt x="11202" y="24637"/>
                </a:lnTo>
                <a:lnTo>
                  <a:pt x="11800" y="24247"/>
                </a:lnTo>
                <a:lnTo>
                  <a:pt x="11583" y="24130"/>
                </a:lnTo>
                <a:lnTo>
                  <a:pt x="11754" y="24035"/>
                </a:lnTo>
                <a:lnTo>
                  <a:pt x="11814" y="23621"/>
                </a:lnTo>
                <a:lnTo>
                  <a:pt x="11687" y="22921"/>
                </a:lnTo>
                <a:close/>
              </a:path>
              <a:path w="91440" h="31114">
                <a:moveTo>
                  <a:pt x="12582" y="23612"/>
                </a:moveTo>
                <a:lnTo>
                  <a:pt x="11781" y="24027"/>
                </a:lnTo>
                <a:lnTo>
                  <a:pt x="11800" y="24247"/>
                </a:lnTo>
                <a:lnTo>
                  <a:pt x="12582" y="23612"/>
                </a:lnTo>
                <a:close/>
              </a:path>
              <a:path w="91440" h="31114">
                <a:moveTo>
                  <a:pt x="11769" y="24033"/>
                </a:moveTo>
                <a:lnTo>
                  <a:pt x="11583" y="24130"/>
                </a:lnTo>
                <a:lnTo>
                  <a:pt x="11783" y="24130"/>
                </a:lnTo>
                <a:close/>
              </a:path>
              <a:path w="91440" h="31114">
                <a:moveTo>
                  <a:pt x="11583" y="23209"/>
                </a:moveTo>
                <a:lnTo>
                  <a:pt x="11363" y="24035"/>
                </a:lnTo>
                <a:lnTo>
                  <a:pt x="11583" y="23749"/>
                </a:lnTo>
                <a:lnTo>
                  <a:pt x="11583" y="23209"/>
                </a:lnTo>
                <a:close/>
              </a:path>
              <a:path w="91440" h="31114">
                <a:moveTo>
                  <a:pt x="12726" y="23494"/>
                </a:moveTo>
                <a:lnTo>
                  <a:pt x="11769" y="24033"/>
                </a:lnTo>
                <a:lnTo>
                  <a:pt x="12582" y="23612"/>
                </a:lnTo>
                <a:lnTo>
                  <a:pt x="12726" y="23494"/>
                </a:lnTo>
                <a:close/>
              </a:path>
              <a:path w="91440" h="31114">
                <a:moveTo>
                  <a:pt x="14277" y="22732"/>
                </a:moveTo>
                <a:lnTo>
                  <a:pt x="11710" y="22732"/>
                </a:lnTo>
                <a:lnTo>
                  <a:pt x="11739" y="23209"/>
                </a:lnTo>
                <a:lnTo>
                  <a:pt x="11837" y="23749"/>
                </a:lnTo>
                <a:lnTo>
                  <a:pt x="11768" y="24027"/>
                </a:lnTo>
                <a:lnTo>
                  <a:pt x="12726" y="23494"/>
                </a:lnTo>
                <a:lnTo>
                  <a:pt x="14277" y="22732"/>
                </a:lnTo>
                <a:close/>
              </a:path>
              <a:path w="91440" h="31114">
                <a:moveTo>
                  <a:pt x="11710" y="23621"/>
                </a:moveTo>
                <a:lnTo>
                  <a:pt x="11728" y="23749"/>
                </a:lnTo>
                <a:lnTo>
                  <a:pt x="11710" y="23621"/>
                </a:lnTo>
                <a:close/>
              </a:path>
              <a:path w="91440" h="31114">
                <a:moveTo>
                  <a:pt x="11814" y="23621"/>
                </a:moveTo>
                <a:lnTo>
                  <a:pt x="11837" y="23749"/>
                </a:lnTo>
                <a:lnTo>
                  <a:pt x="11814" y="23621"/>
                </a:lnTo>
                <a:close/>
              </a:path>
              <a:path w="91440" h="31114">
                <a:moveTo>
                  <a:pt x="12808" y="23494"/>
                </a:moveTo>
                <a:lnTo>
                  <a:pt x="12582" y="23612"/>
                </a:lnTo>
                <a:lnTo>
                  <a:pt x="12808" y="23494"/>
                </a:lnTo>
                <a:close/>
              </a:path>
              <a:path w="91440" h="31114">
                <a:moveTo>
                  <a:pt x="15012" y="22351"/>
                </a:moveTo>
                <a:lnTo>
                  <a:pt x="11583" y="22351"/>
                </a:lnTo>
                <a:lnTo>
                  <a:pt x="11676" y="22861"/>
                </a:lnTo>
                <a:lnTo>
                  <a:pt x="11710" y="22732"/>
                </a:lnTo>
                <a:lnTo>
                  <a:pt x="14250" y="22732"/>
                </a:lnTo>
                <a:lnTo>
                  <a:pt x="15012" y="22351"/>
                </a:lnTo>
                <a:close/>
              </a:path>
              <a:path w="91440" h="31114">
                <a:moveTo>
                  <a:pt x="15266" y="22351"/>
                </a:moveTo>
                <a:lnTo>
                  <a:pt x="15012" y="22351"/>
                </a:lnTo>
                <a:lnTo>
                  <a:pt x="14349" y="22696"/>
                </a:lnTo>
                <a:lnTo>
                  <a:pt x="15266" y="22351"/>
                </a:lnTo>
                <a:close/>
              </a:path>
              <a:path w="91440" h="31114">
                <a:moveTo>
                  <a:pt x="19233" y="20864"/>
                </a:moveTo>
                <a:lnTo>
                  <a:pt x="18949" y="20955"/>
                </a:lnTo>
                <a:lnTo>
                  <a:pt x="19233" y="20864"/>
                </a:lnTo>
                <a:close/>
              </a:path>
              <a:path w="91440" h="31114">
                <a:moveTo>
                  <a:pt x="25054" y="19050"/>
                </a:moveTo>
                <a:lnTo>
                  <a:pt x="24918" y="19050"/>
                </a:lnTo>
                <a:lnTo>
                  <a:pt x="24537" y="19176"/>
                </a:lnTo>
                <a:lnTo>
                  <a:pt x="25054" y="19050"/>
                </a:lnTo>
                <a:close/>
              </a:path>
              <a:path w="91440" h="31114">
                <a:moveTo>
                  <a:pt x="76794" y="14289"/>
                </a:moveTo>
                <a:lnTo>
                  <a:pt x="82576" y="16256"/>
                </a:lnTo>
                <a:lnTo>
                  <a:pt x="85116" y="17271"/>
                </a:lnTo>
                <a:lnTo>
                  <a:pt x="86767" y="18033"/>
                </a:lnTo>
                <a:lnTo>
                  <a:pt x="88799" y="17525"/>
                </a:lnTo>
                <a:lnTo>
                  <a:pt x="91212" y="14858"/>
                </a:lnTo>
                <a:lnTo>
                  <a:pt x="91244" y="14350"/>
                </a:lnTo>
                <a:lnTo>
                  <a:pt x="77496" y="14350"/>
                </a:lnTo>
                <a:lnTo>
                  <a:pt x="76794" y="14289"/>
                </a:lnTo>
                <a:close/>
              </a:path>
              <a:path w="91440" h="31114">
                <a:moveTo>
                  <a:pt x="82195" y="16128"/>
                </a:moveTo>
                <a:lnTo>
                  <a:pt x="82520" y="16256"/>
                </a:lnTo>
                <a:lnTo>
                  <a:pt x="82195" y="16128"/>
                </a:lnTo>
                <a:close/>
              </a:path>
              <a:path w="91440" h="31114">
                <a:moveTo>
                  <a:pt x="76226" y="14096"/>
                </a:moveTo>
                <a:lnTo>
                  <a:pt x="76794" y="14289"/>
                </a:lnTo>
                <a:lnTo>
                  <a:pt x="77496" y="14350"/>
                </a:lnTo>
                <a:lnTo>
                  <a:pt x="76226" y="14096"/>
                </a:lnTo>
                <a:close/>
              </a:path>
              <a:path w="91440" h="31114">
                <a:moveTo>
                  <a:pt x="91260" y="14096"/>
                </a:moveTo>
                <a:lnTo>
                  <a:pt x="76226" y="14096"/>
                </a:lnTo>
                <a:lnTo>
                  <a:pt x="77496" y="14350"/>
                </a:lnTo>
                <a:lnTo>
                  <a:pt x="91244" y="14350"/>
                </a:lnTo>
                <a:lnTo>
                  <a:pt x="91260" y="14096"/>
                </a:lnTo>
                <a:close/>
              </a:path>
              <a:path w="91440" h="31114">
                <a:moveTo>
                  <a:pt x="91284" y="13715"/>
                </a:moveTo>
                <a:lnTo>
                  <a:pt x="64805" y="13722"/>
                </a:lnTo>
                <a:lnTo>
                  <a:pt x="72162" y="13843"/>
                </a:lnTo>
                <a:lnTo>
                  <a:pt x="71654" y="13843"/>
                </a:lnTo>
                <a:lnTo>
                  <a:pt x="76794" y="14289"/>
                </a:lnTo>
                <a:lnTo>
                  <a:pt x="76226" y="14096"/>
                </a:lnTo>
                <a:lnTo>
                  <a:pt x="91260" y="14096"/>
                </a:lnTo>
                <a:lnTo>
                  <a:pt x="91284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25993" y="2269744"/>
            <a:ext cx="167005" cy="26034"/>
          </a:xfrm>
          <a:custGeom>
            <a:avLst/>
            <a:gdLst/>
            <a:ahLst/>
            <a:cxnLst/>
            <a:rect l="l" t="t" r="r" b="b"/>
            <a:pathLst>
              <a:path w="167004" h="26035">
                <a:moveTo>
                  <a:pt x="1282" y="21342"/>
                </a:moveTo>
                <a:lnTo>
                  <a:pt x="1650" y="23113"/>
                </a:lnTo>
                <a:lnTo>
                  <a:pt x="4317" y="25526"/>
                </a:lnTo>
                <a:lnTo>
                  <a:pt x="7492" y="25654"/>
                </a:lnTo>
                <a:lnTo>
                  <a:pt x="10795" y="25907"/>
                </a:lnTo>
                <a:lnTo>
                  <a:pt x="11666" y="25339"/>
                </a:lnTo>
                <a:lnTo>
                  <a:pt x="9398" y="25273"/>
                </a:lnTo>
                <a:lnTo>
                  <a:pt x="7492" y="25273"/>
                </a:lnTo>
                <a:lnTo>
                  <a:pt x="5587" y="24511"/>
                </a:lnTo>
                <a:lnTo>
                  <a:pt x="3936" y="22860"/>
                </a:lnTo>
                <a:lnTo>
                  <a:pt x="1282" y="21342"/>
                </a:lnTo>
                <a:close/>
              </a:path>
              <a:path w="167004" h="26035">
                <a:moveTo>
                  <a:pt x="30352" y="9525"/>
                </a:moveTo>
                <a:lnTo>
                  <a:pt x="20320" y="10032"/>
                </a:lnTo>
                <a:lnTo>
                  <a:pt x="20574" y="10032"/>
                </a:lnTo>
                <a:lnTo>
                  <a:pt x="13715" y="10160"/>
                </a:lnTo>
                <a:lnTo>
                  <a:pt x="11910" y="10160"/>
                </a:lnTo>
                <a:lnTo>
                  <a:pt x="12953" y="10794"/>
                </a:lnTo>
                <a:lnTo>
                  <a:pt x="13513" y="11914"/>
                </a:lnTo>
                <a:lnTo>
                  <a:pt x="16636" y="12064"/>
                </a:lnTo>
                <a:lnTo>
                  <a:pt x="18796" y="14224"/>
                </a:lnTo>
                <a:lnTo>
                  <a:pt x="18923" y="17018"/>
                </a:lnTo>
                <a:lnTo>
                  <a:pt x="19176" y="19812"/>
                </a:lnTo>
                <a:lnTo>
                  <a:pt x="17272" y="22225"/>
                </a:lnTo>
                <a:lnTo>
                  <a:pt x="14175" y="22828"/>
                </a:lnTo>
                <a:lnTo>
                  <a:pt x="13715" y="24003"/>
                </a:lnTo>
                <a:lnTo>
                  <a:pt x="11666" y="25339"/>
                </a:lnTo>
                <a:lnTo>
                  <a:pt x="13715" y="25400"/>
                </a:lnTo>
                <a:lnTo>
                  <a:pt x="21081" y="25400"/>
                </a:lnTo>
                <a:lnTo>
                  <a:pt x="31114" y="25018"/>
                </a:lnTo>
                <a:lnTo>
                  <a:pt x="31369" y="24892"/>
                </a:lnTo>
                <a:lnTo>
                  <a:pt x="42799" y="24130"/>
                </a:lnTo>
                <a:lnTo>
                  <a:pt x="79432" y="21336"/>
                </a:lnTo>
                <a:lnTo>
                  <a:pt x="90424" y="20447"/>
                </a:lnTo>
                <a:lnTo>
                  <a:pt x="90677" y="20447"/>
                </a:lnTo>
                <a:lnTo>
                  <a:pt x="108584" y="18542"/>
                </a:lnTo>
                <a:lnTo>
                  <a:pt x="108838" y="18414"/>
                </a:lnTo>
                <a:lnTo>
                  <a:pt x="127126" y="15875"/>
                </a:lnTo>
                <a:lnTo>
                  <a:pt x="127380" y="15875"/>
                </a:lnTo>
                <a:lnTo>
                  <a:pt x="148533" y="11914"/>
                </a:lnTo>
                <a:lnTo>
                  <a:pt x="148844" y="11811"/>
                </a:lnTo>
                <a:lnTo>
                  <a:pt x="156922" y="9651"/>
                </a:lnTo>
                <a:lnTo>
                  <a:pt x="30225" y="9651"/>
                </a:lnTo>
                <a:close/>
              </a:path>
              <a:path w="167004" h="26035">
                <a:moveTo>
                  <a:pt x="11910" y="10160"/>
                </a:moveTo>
                <a:lnTo>
                  <a:pt x="9525" y="10160"/>
                </a:lnTo>
                <a:lnTo>
                  <a:pt x="4699" y="11937"/>
                </a:lnTo>
                <a:lnTo>
                  <a:pt x="4445" y="12064"/>
                </a:lnTo>
                <a:lnTo>
                  <a:pt x="1650" y="13716"/>
                </a:lnTo>
                <a:lnTo>
                  <a:pt x="274" y="16845"/>
                </a:lnTo>
                <a:lnTo>
                  <a:pt x="284" y="17018"/>
                </a:lnTo>
                <a:lnTo>
                  <a:pt x="1282" y="21342"/>
                </a:lnTo>
                <a:lnTo>
                  <a:pt x="3936" y="22860"/>
                </a:lnTo>
                <a:lnTo>
                  <a:pt x="5587" y="24511"/>
                </a:lnTo>
                <a:lnTo>
                  <a:pt x="7492" y="25273"/>
                </a:lnTo>
                <a:lnTo>
                  <a:pt x="9398" y="25273"/>
                </a:lnTo>
                <a:lnTo>
                  <a:pt x="11666" y="25339"/>
                </a:lnTo>
                <a:lnTo>
                  <a:pt x="13715" y="24003"/>
                </a:lnTo>
                <a:lnTo>
                  <a:pt x="13914" y="23494"/>
                </a:lnTo>
                <a:lnTo>
                  <a:pt x="11175" y="23494"/>
                </a:lnTo>
                <a:lnTo>
                  <a:pt x="15112" y="20700"/>
                </a:lnTo>
                <a:lnTo>
                  <a:pt x="18475" y="20700"/>
                </a:lnTo>
                <a:lnTo>
                  <a:pt x="19176" y="19812"/>
                </a:lnTo>
                <a:lnTo>
                  <a:pt x="18923" y="17018"/>
                </a:lnTo>
                <a:lnTo>
                  <a:pt x="18796" y="14224"/>
                </a:lnTo>
                <a:lnTo>
                  <a:pt x="18542" y="13969"/>
                </a:lnTo>
                <a:lnTo>
                  <a:pt x="14604" y="13969"/>
                </a:lnTo>
                <a:lnTo>
                  <a:pt x="10286" y="11683"/>
                </a:lnTo>
                <a:lnTo>
                  <a:pt x="13398" y="11683"/>
                </a:lnTo>
                <a:lnTo>
                  <a:pt x="12953" y="10794"/>
                </a:lnTo>
                <a:lnTo>
                  <a:pt x="11910" y="10160"/>
                </a:lnTo>
                <a:close/>
              </a:path>
              <a:path w="167004" h="26035">
                <a:moveTo>
                  <a:pt x="15112" y="20700"/>
                </a:moveTo>
                <a:lnTo>
                  <a:pt x="11175" y="23494"/>
                </a:lnTo>
                <a:lnTo>
                  <a:pt x="14175" y="22828"/>
                </a:lnTo>
                <a:lnTo>
                  <a:pt x="14858" y="21081"/>
                </a:lnTo>
                <a:lnTo>
                  <a:pt x="15112" y="20700"/>
                </a:lnTo>
                <a:close/>
              </a:path>
              <a:path w="167004" h="26035">
                <a:moveTo>
                  <a:pt x="14175" y="22828"/>
                </a:moveTo>
                <a:lnTo>
                  <a:pt x="11175" y="23494"/>
                </a:lnTo>
                <a:lnTo>
                  <a:pt x="13914" y="23494"/>
                </a:lnTo>
                <a:lnTo>
                  <a:pt x="14175" y="22828"/>
                </a:lnTo>
                <a:close/>
              </a:path>
              <a:path w="167004" h="26035">
                <a:moveTo>
                  <a:pt x="18475" y="20700"/>
                </a:moveTo>
                <a:lnTo>
                  <a:pt x="15112" y="20700"/>
                </a:lnTo>
                <a:lnTo>
                  <a:pt x="14858" y="21081"/>
                </a:lnTo>
                <a:lnTo>
                  <a:pt x="14175" y="22828"/>
                </a:lnTo>
                <a:lnTo>
                  <a:pt x="17272" y="22225"/>
                </a:lnTo>
                <a:lnTo>
                  <a:pt x="18475" y="20700"/>
                </a:lnTo>
                <a:close/>
              </a:path>
              <a:path w="167004" h="26035">
                <a:moveTo>
                  <a:pt x="259" y="16914"/>
                </a:moveTo>
                <a:lnTo>
                  <a:pt x="0" y="18161"/>
                </a:lnTo>
                <a:lnTo>
                  <a:pt x="1282" y="21342"/>
                </a:lnTo>
                <a:lnTo>
                  <a:pt x="955" y="19812"/>
                </a:lnTo>
                <a:lnTo>
                  <a:pt x="259" y="16914"/>
                </a:lnTo>
                <a:close/>
              </a:path>
              <a:path w="167004" h="26035">
                <a:moveTo>
                  <a:pt x="10032" y="9017"/>
                </a:moveTo>
                <a:lnTo>
                  <a:pt x="3809" y="9779"/>
                </a:lnTo>
                <a:lnTo>
                  <a:pt x="1270" y="12064"/>
                </a:lnTo>
                <a:lnTo>
                  <a:pt x="274" y="16845"/>
                </a:lnTo>
                <a:lnTo>
                  <a:pt x="1650" y="13716"/>
                </a:lnTo>
                <a:lnTo>
                  <a:pt x="4445" y="12064"/>
                </a:lnTo>
                <a:lnTo>
                  <a:pt x="4762" y="11914"/>
                </a:lnTo>
                <a:lnTo>
                  <a:pt x="9525" y="10160"/>
                </a:lnTo>
                <a:lnTo>
                  <a:pt x="11910" y="10160"/>
                </a:lnTo>
                <a:lnTo>
                  <a:pt x="10032" y="9017"/>
                </a:lnTo>
                <a:close/>
              </a:path>
              <a:path w="167004" h="26035">
                <a:moveTo>
                  <a:pt x="10286" y="11683"/>
                </a:moveTo>
                <a:lnTo>
                  <a:pt x="14604" y="13969"/>
                </a:lnTo>
                <a:lnTo>
                  <a:pt x="14350" y="13588"/>
                </a:lnTo>
                <a:lnTo>
                  <a:pt x="13513" y="11914"/>
                </a:lnTo>
                <a:lnTo>
                  <a:pt x="10286" y="11683"/>
                </a:lnTo>
                <a:close/>
              </a:path>
              <a:path w="167004" h="26035">
                <a:moveTo>
                  <a:pt x="13513" y="11914"/>
                </a:moveTo>
                <a:lnTo>
                  <a:pt x="14350" y="13588"/>
                </a:lnTo>
                <a:lnTo>
                  <a:pt x="14604" y="13969"/>
                </a:lnTo>
                <a:lnTo>
                  <a:pt x="18542" y="13969"/>
                </a:lnTo>
                <a:lnTo>
                  <a:pt x="16636" y="12064"/>
                </a:lnTo>
                <a:lnTo>
                  <a:pt x="13513" y="11914"/>
                </a:lnTo>
                <a:close/>
              </a:path>
              <a:path w="167004" h="26035">
                <a:moveTo>
                  <a:pt x="13398" y="11683"/>
                </a:moveTo>
                <a:lnTo>
                  <a:pt x="10286" y="11683"/>
                </a:lnTo>
                <a:lnTo>
                  <a:pt x="13513" y="11914"/>
                </a:lnTo>
                <a:lnTo>
                  <a:pt x="13398" y="11683"/>
                </a:lnTo>
                <a:close/>
              </a:path>
              <a:path w="167004" h="26035">
                <a:moveTo>
                  <a:pt x="164337" y="0"/>
                </a:moveTo>
                <a:lnTo>
                  <a:pt x="147065" y="1143"/>
                </a:lnTo>
                <a:lnTo>
                  <a:pt x="125602" y="3048"/>
                </a:lnTo>
                <a:lnTo>
                  <a:pt x="72008" y="6350"/>
                </a:lnTo>
                <a:lnTo>
                  <a:pt x="30225" y="9651"/>
                </a:lnTo>
                <a:lnTo>
                  <a:pt x="156922" y="9651"/>
                </a:lnTo>
                <a:lnTo>
                  <a:pt x="163575" y="7874"/>
                </a:lnTo>
                <a:lnTo>
                  <a:pt x="165607" y="7366"/>
                </a:lnTo>
                <a:lnTo>
                  <a:pt x="166750" y="5461"/>
                </a:lnTo>
                <a:lnTo>
                  <a:pt x="166497" y="3429"/>
                </a:lnTo>
                <a:lnTo>
                  <a:pt x="166115" y="1397"/>
                </a:lnTo>
                <a:lnTo>
                  <a:pt x="1643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74380" y="2083054"/>
            <a:ext cx="46635" cy="23647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8219947" y="2177669"/>
            <a:ext cx="146685" cy="40005"/>
          </a:xfrm>
          <a:custGeom>
            <a:avLst/>
            <a:gdLst/>
            <a:ahLst/>
            <a:cxnLst/>
            <a:rect l="l" t="t" r="r" b="b"/>
            <a:pathLst>
              <a:path w="146684" h="40005">
                <a:moveTo>
                  <a:pt x="118109" y="0"/>
                </a:moveTo>
                <a:lnTo>
                  <a:pt x="111378" y="126"/>
                </a:lnTo>
                <a:lnTo>
                  <a:pt x="110998" y="126"/>
                </a:lnTo>
                <a:lnTo>
                  <a:pt x="104394" y="507"/>
                </a:lnTo>
                <a:lnTo>
                  <a:pt x="104140" y="507"/>
                </a:lnTo>
                <a:lnTo>
                  <a:pt x="96520" y="1143"/>
                </a:lnTo>
                <a:lnTo>
                  <a:pt x="96266" y="1143"/>
                </a:lnTo>
                <a:lnTo>
                  <a:pt x="88010" y="2158"/>
                </a:lnTo>
                <a:lnTo>
                  <a:pt x="87629" y="2158"/>
                </a:lnTo>
                <a:lnTo>
                  <a:pt x="78612" y="3682"/>
                </a:lnTo>
                <a:lnTo>
                  <a:pt x="78231" y="3682"/>
                </a:lnTo>
                <a:lnTo>
                  <a:pt x="69215" y="5461"/>
                </a:lnTo>
                <a:lnTo>
                  <a:pt x="68960" y="5587"/>
                </a:lnTo>
                <a:lnTo>
                  <a:pt x="50037" y="10032"/>
                </a:lnTo>
                <a:lnTo>
                  <a:pt x="41528" y="12064"/>
                </a:lnTo>
                <a:lnTo>
                  <a:pt x="32511" y="14350"/>
                </a:lnTo>
                <a:lnTo>
                  <a:pt x="32257" y="14478"/>
                </a:lnTo>
                <a:lnTo>
                  <a:pt x="24129" y="16763"/>
                </a:lnTo>
                <a:lnTo>
                  <a:pt x="23875" y="16763"/>
                </a:lnTo>
                <a:lnTo>
                  <a:pt x="18160" y="18542"/>
                </a:lnTo>
                <a:lnTo>
                  <a:pt x="12065" y="20700"/>
                </a:lnTo>
                <a:lnTo>
                  <a:pt x="0" y="33781"/>
                </a:lnTo>
                <a:lnTo>
                  <a:pt x="1904" y="36322"/>
                </a:lnTo>
                <a:lnTo>
                  <a:pt x="3809" y="38735"/>
                </a:lnTo>
                <a:lnTo>
                  <a:pt x="7238" y="39624"/>
                </a:lnTo>
                <a:lnTo>
                  <a:pt x="12319" y="37083"/>
                </a:lnTo>
                <a:lnTo>
                  <a:pt x="13919" y="36194"/>
                </a:lnTo>
                <a:lnTo>
                  <a:pt x="14604" y="35813"/>
                </a:lnTo>
                <a:lnTo>
                  <a:pt x="14732" y="35813"/>
                </a:lnTo>
                <a:lnTo>
                  <a:pt x="16806" y="34925"/>
                </a:lnTo>
                <a:lnTo>
                  <a:pt x="16636" y="34925"/>
                </a:lnTo>
                <a:lnTo>
                  <a:pt x="17399" y="34670"/>
                </a:lnTo>
                <a:lnTo>
                  <a:pt x="22605" y="33147"/>
                </a:lnTo>
                <a:lnTo>
                  <a:pt x="22351" y="33147"/>
                </a:lnTo>
                <a:lnTo>
                  <a:pt x="28194" y="31750"/>
                </a:lnTo>
                <a:lnTo>
                  <a:pt x="36322" y="29718"/>
                </a:lnTo>
                <a:lnTo>
                  <a:pt x="36068" y="29718"/>
                </a:lnTo>
                <a:lnTo>
                  <a:pt x="45211" y="27812"/>
                </a:lnTo>
                <a:lnTo>
                  <a:pt x="53467" y="26035"/>
                </a:lnTo>
                <a:lnTo>
                  <a:pt x="72644" y="22225"/>
                </a:lnTo>
                <a:lnTo>
                  <a:pt x="81533" y="20574"/>
                </a:lnTo>
                <a:lnTo>
                  <a:pt x="81279" y="20574"/>
                </a:lnTo>
                <a:lnTo>
                  <a:pt x="90297" y="19176"/>
                </a:lnTo>
                <a:lnTo>
                  <a:pt x="91095" y="19176"/>
                </a:lnTo>
                <a:lnTo>
                  <a:pt x="98171" y="18414"/>
                </a:lnTo>
                <a:lnTo>
                  <a:pt x="105536" y="17780"/>
                </a:lnTo>
                <a:lnTo>
                  <a:pt x="112013" y="17399"/>
                </a:lnTo>
                <a:lnTo>
                  <a:pt x="111632" y="17399"/>
                </a:lnTo>
                <a:lnTo>
                  <a:pt x="117530" y="17276"/>
                </a:lnTo>
                <a:lnTo>
                  <a:pt x="117348" y="17272"/>
                </a:lnTo>
                <a:lnTo>
                  <a:pt x="140292" y="17272"/>
                </a:lnTo>
                <a:lnTo>
                  <a:pt x="140843" y="17144"/>
                </a:lnTo>
                <a:lnTo>
                  <a:pt x="141985" y="16637"/>
                </a:lnTo>
                <a:lnTo>
                  <a:pt x="145796" y="14731"/>
                </a:lnTo>
                <a:lnTo>
                  <a:pt x="146430" y="13843"/>
                </a:lnTo>
                <a:lnTo>
                  <a:pt x="146557" y="11937"/>
                </a:lnTo>
                <a:lnTo>
                  <a:pt x="146176" y="11049"/>
                </a:lnTo>
                <a:lnTo>
                  <a:pt x="145415" y="10413"/>
                </a:lnTo>
                <a:lnTo>
                  <a:pt x="142748" y="8381"/>
                </a:lnTo>
                <a:lnTo>
                  <a:pt x="123698" y="254"/>
                </a:lnTo>
                <a:lnTo>
                  <a:pt x="118109" y="0"/>
                </a:lnTo>
                <a:close/>
              </a:path>
              <a:path w="146684" h="40005">
                <a:moveTo>
                  <a:pt x="14604" y="35813"/>
                </a:moveTo>
                <a:lnTo>
                  <a:pt x="13843" y="36194"/>
                </a:lnTo>
                <a:lnTo>
                  <a:pt x="14176" y="36052"/>
                </a:lnTo>
                <a:lnTo>
                  <a:pt x="14604" y="35813"/>
                </a:lnTo>
                <a:close/>
              </a:path>
              <a:path w="146684" h="40005">
                <a:moveTo>
                  <a:pt x="14176" y="36052"/>
                </a:moveTo>
                <a:lnTo>
                  <a:pt x="13843" y="36194"/>
                </a:lnTo>
                <a:lnTo>
                  <a:pt x="14176" y="36052"/>
                </a:lnTo>
                <a:close/>
              </a:path>
              <a:path w="146684" h="40005">
                <a:moveTo>
                  <a:pt x="14732" y="35813"/>
                </a:moveTo>
                <a:lnTo>
                  <a:pt x="14604" y="35813"/>
                </a:lnTo>
                <a:lnTo>
                  <a:pt x="14176" y="36052"/>
                </a:lnTo>
                <a:lnTo>
                  <a:pt x="14732" y="35813"/>
                </a:lnTo>
                <a:close/>
              </a:path>
              <a:path w="146684" h="40005">
                <a:moveTo>
                  <a:pt x="17399" y="34670"/>
                </a:moveTo>
                <a:lnTo>
                  <a:pt x="16636" y="34925"/>
                </a:lnTo>
                <a:lnTo>
                  <a:pt x="17192" y="34759"/>
                </a:lnTo>
                <a:lnTo>
                  <a:pt x="17399" y="34670"/>
                </a:lnTo>
                <a:close/>
              </a:path>
              <a:path w="146684" h="40005">
                <a:moveTo>
                  <a:pt x="17192" y="34759"/>
                </a:moveTo>
                <a:lnTo>
                  <a:pt x="16636" y="34925"/>
                </a:lnTo>
                <a:lnTo>
                  <a:pt x="16806" y="34925"/>
                </a:lnTo>
                <a:lnTo>
                  <a:pt x="17192" y="34759"/>
                </a:lnTo>
                <a:close/>
              </a:path>
              <a:path w="146684" h="40005">
                <a:moveTo>
                  <a:pt x="17489" y="34670"/>
                </a:moveTo>
                <a:lnTo>
                  <a:pt x="17192" y="34759"/>
                </a:lnTo>
                <a:lnTo>
                  <a:pt x="17489" y="34670"/>
                </a:lnTo>
                <a:close/>
              </a:path>
              <a:path w="146684" h="40005">
                <a:moveTo>
                  <a:pt x="91095" y="19176"/>
                </a:moveTo>
                <a:lnTo>
                  <a:pt x="90297" y="19176"/>
                </a:lnTo>
                <a:lnTo>
                  <a:pt x="89916" y="19304"/>
                </a:lnTo>
                <a:lnTo>
                  <a:pt x="91095" y="19176"/>
                </a:lnTo>
                <a:close/>
              </a:path>
              <a:path w="146684" h="40005">
                <a:moveTo>
                  <a:pt x="140292" y="17272"/>
                </a:moveTo>
                <a:lnTo>
                  <a:pt x="117530" y="17276"/>
                </a:lnTo>
                <a:lnTo>
                  <a:pt x="122935" y="17399"/>
                </a:lnTo>
                <a:lnTo>
                  <a:pt x="122681" y="17399"/>
                </a:lnTo>
                <a:lnTo>
                  <a:pt x="127634" y="17780"/>
                </a:lnTo>
                <a:lnTo>
                  <a:pt x="131952" y="18033"/>
                </a:lnTo>
                <a:lnTo>
                  <a:pt x="136144" y="18033"/>
                </a:lnTo>
                <a:lnTo>
                  <a:pt x="137541" y="17906"/>
                </a:lnTo>
                <a:lnTo>
                  <a:pt x="140292" y="172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96427" y="2048891"/>
            <a:ext cx="353059" cy="21081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8523478" y="2358135"/>
            <a:ext cx="311785" cy="49530"/>
          </a:xfrm>
          <a:custGeom>
            <a:avLst/>
            <a:gdLst/>
            <a:ahLst/>
            <a:cxnLst/>
            <a:rect l="l" t="t" r="r" b="b"/>
            <a:pathLst>
              <a:path w="311784" h="49530">
                <a:moveTo>
                  <a:pt x="7338" y="44732"/>
                </a:moveTo>
                <a:lnTo>
                  <a:pt x="11556" y="46100"/>
                </a:lnTo>
                <a:lnTo>
                  <a:pt x="12192" y="46355"/>
                </a:lnTo>
                <a:lnTo>
                  <a:pt x="18923" y="47878"/>
                </a:lnTo>
                <a:lnTo>
                  <a:pt x="19939" y="48132"/>
                </a:lnTo>
                <a:lnTo>
                  <a:pt x="33147" y="49275"/>
                </a:lnTo>
                <a:lnTo>
                  <a:pt x="48895" y="49402"/>
                </a:lnTo>
                <a:lnTo>
                  <a:pt x="49402" y="49402"/>
                </a:lnTo>
                <a:lnTo>
                  <a:pt x="69596" y="48259"/>
                </a:lnTo>
                <a:lnTo>
                  <a:pt x="69850" y="48259"/>
                </a:lnTo>
                <a:lnTo>
                  <a:pt x="90550" y="46100"/>
                </a:lnTo>
                <a:lnTo>
                  <a:pt x="100893" y="44831"/>
                </a:lnTo>
                <a:lnTo>
                  <a:pt x="8763" y="44831"/>
                </a:lnTo>
                <a:lnTo>
                  <a:pt x="7338" y="44732"/>
                </a:lnTo>
                <a:close/>
              </a:path>
              <a:path w="311784" h="49530">
                <a:moveTo>
                  <a:pt x="290141" y="19946"/>
                </a:moveTo>
                <a:lnTo>
                  <a:pt x="280416" y="20193"/>
                </a:lnTo>
                <a:lnTo>
                  <a:pt x="280924" y="20193"/>
                </a:lnTo>
                <a:lnTo>
                  <a:pt x="277060" y="20527"/>
                </a:lnTo>
                <a:lnTo>
                  <a:pt x="264922" y="28193"/>
                </a:lnTo>
                <a:lnTo>
                  <a:pt x="247650" y="37591"/>
                </a:lnTo>
                <a:lnTo>
                  <a:pt x="245618" y="38734"/>
                </a:lnTo>
                <a:lnTo>
                  <a:pt x="244728" y="41275"/>
                </a:lnTo>
                <a:lnTo>
                  <a:pt x="245745" y="43433"/>
                </a:lnTo>
                <a:lnTo>
                  <a:pt x="246633" y="45593"/>
                </a:lnTo>
                <a:lnTo>
                  <a:pt x="286257" y="31876"/>
                </a:lnTo>
                <a:lnTo>
                  <a:pt x="304381" y="20319"/>
                </a:lnTo>
                <a:lnTo>
                  <a:pt x="298830" y="20319"/>
                </a:lnTo>
                <a:lnTo>
                  <a:pt x="294894" y="20065"/>
                </a:lnTo>
                <a:lnTo>
                  <a:pt x="295148" y="20065"/>
                </a:lnTo>
                <a:lnTo>
                  <a:pt x="290141" y="19946"/>
                </a:lnTo>
                <a:close/>
              </a:path>
              <a:path w="311784" h="49530">
                <a:moveTo>
                  <a:pt x="7193" y="29872"/>
                </a:moveTo>
                <a:lnTo>
                  <a:pt x="6857" y="29971"/>
                </a:lnTo>
                <a:lnTo>
                  <a:pt x="5588" y="30606"/>
                </a:lnTo>
                <a:lnTo>
                  <a:pt x="4699" y="30987"/>
                </a:lnTo>
                <a:lnTo>
                  <a:pt x="2654" y="31956"/>
                </a:lnTo>
                <a:lnTo>
                  <a:pt x="635" y="35374"/>
                </a:lnTo>
                <a:lnTo>
                  <a:pt x="635" y="40005"/>
                </a:lnTo>
                <a:lnTo>
                  <a:pt x="1013" y="40604"/>
                </a:lnTo>
                <a:lnTo>
                  <a:pt x="2921" y="42418"/>
                </a:lnTo>
                <a:lnTo>
                  <a:pt x="3593" y="43090"/>
                </a:lnTo>
                <a:lnTo>
                  <a:pt x="6223" y="44322"/>
                </a:lnTo>
                <a:lnTo>
                  <a:pt x="6857" y="44576"/>
                </a:lnTo>
                <a:lnTo>
                  <a:pt x="7338" y="44732"/>
                </a:lnTo>
                <a:lnTo>
                  <a:pt x="8763" y="44831"/>
                </a:lnTo>
                <a:lnTo>
                  <a:pt x="11429" y="42925"/>
                </a:lnTo>
                <a:lnTo>
                  <a:pt x="13335" y="41656"/>
                </a:lnTo>
                <a:lnTo>
                  <a:pt x="13970" y="41275"/>
                </a:lnTo>
                <a:lnTo>
                  <a:pt x="18033" y="37718"/>
                </a:lnTo>
                <a:lnTo>
                  <a:pt x="18542" y="37337"/>
                </a:lnTo>
                <a:lnTo>
                  <a:pt x="22144" y="33451"/>
                </a:lnTo>
                <a:lnTo>
                  <a:pt x="20827" y="33400"/>
                </a:lnTo>
                <a:lnTo>
                  <a:pt x="21717" y="33400"/>
                </a:lnTo>
                <a:lnTo>
                  <a:pt x="16668" y="32638"/>
                </a:lnTo>
                <a:lnTo>
                  <a:pt x="15748" y="32638"/>
                </a:lnTo>
                <a:lnTo>
                  <a:pt x="11049" y="31241"/>
                </a:lnTo>
                <a:lnTo>
                  <a:pt x="11201" y="31241"/>
                </a:lnTo>
                <a:lnTo>
                  <a:pt x="9778" y="30733"/>
                </a:lnTo>
                <a:lnTo>
                  <a:pt x="7193" y="29872"/>
                </a:lnTo>
                <a:close/>
              </a:path>
              <a:path w="311784" h="49530">
                <a:moveTo>
                  <a:pt x="22144" y="33451"/>
                </a:moveTo>
                <a:lnTo>
                  <a:pt x="18542" y="37337"/>
                </a:lnTo>
                <a:lnTo>
                  <a:pt x="18033" y="37718"/>
                </a:lnTo>
                <a:lnTo>
                  <a:pt x="13970" y="41275"/>
                </a:lnTo>
                <a:lnTo>
                  <a:pt x="13335" y="41656"/>
                </a:lnTo>
                <a:lnTo>
                  <a:pt x="11074" y="43180"/>
                </a:lnTo>
                <a:lnTo>
                  <a:pt x="8763" y="44831"/>
                </a:lnTo>
                <a:lnTo>
                  <a:pt x="100893" y="44831"/>
                </a:lnTo>
                <a:lnTo>
                  <a:pt x="114173" y="43180"/>
                </a:lnTo>
                <a:lnTo>
                  <a:pt x="138683" y="39750"/>
                </a:lnTo>
                <a:lnTo>
                  <a:pt x="138811" y="39750"/>
                </a:lnTo>
                <a:lnTo>
                  <a:pt x="163575" y="35940"/>
                </a:lnTo>
                <a:lnTo>
                  <a:pt x="176775" y="33908"/>
                </a:lnTo>
                <a:lnTo>
                  <a:pt x="33527" y="33908"/>
                </a:lnTo>
                <a:lnTo>
                  <a:pt x="33829" y="33896"/>
                </a:lnTo>
                <a:lnTo>
                  <a:pt x="22144" y="33451"/>
                </a:lnTo>
                <a:close/>
              </a:path>
              <a:path w="311784" h="49530">
                <a:moveTo>
                  <a:pt x="3593" y="43090"/>
                </a:moveTo>
                <a:lnTo>
                  <a:pt x="5079" y="44576"/>
                </a:lnTo>
                <a:lnTo>
                  <a:pt x="7338" y="44732"/>
                </a:lnTo>
                <a:lnTo>
                  <a:pt x="6857" y="44576"/>
                </a:lnTo>
                <a:lnTo>
                  <a:pt x="6223" y="44322"/>
                </a:lnTo>
                <a:lnTo>
                  <a:pt x="3593" y="43090"/>
                </a:lnTo>
                <a:close/>
              </a:path>
              <a:path w="311784" h="49530">
                <a:moveTo>
                  <a:pt x="1013" y="40604"/>
                </a:moveTo>
                <a:lnTo>
                  <a:pt x="2158" y="42418"/>
                </a:lnTo>
                <a:lnTo>
                  <a:pt x="3593" y="43090"/>
                </a:lnTo>
                <a:lnTo>
                  <a:pt x="2794" y="42290"/>
                </a:lnTo>
                <a:lnTo>
                  <a:pt x="1013" y="40604"/>
                </a:lnTo>
                <a:close/>
              </a:path>
              <a:path w="311784" h="49530">
                <a:moveTo>
                  <a:pt x="635" y="35374"/>
                </a:moveTo>
                <a:lnTo>
                  <a:pt x="0" y="36449"/>
                </a:lnTo>
                <a:lnTo>
                  <a:pt x="380" y="40005"/>
                </a:lnTo>
                <a:lnTo>
                  <a:pt x="1013" y="40604"/>
                </a:lnTo>
                <a:lnTo>
                  <a:pt x="635" y="40005"/>
                </a:lnTo>
                <a:lnTo>
                  <a:pt x="635" y="35374"/>
                </a:lnTo>
                <a:close/>
              </a:path>
              <a:path w="311784" h="49530">
                <a:moveTo>
                  <a:pt x="2654" y="31956"/>
                </a:moveTo>
                <a:lnTo>
                  <a:pt x="2286" y="32131"/>
                </a:lnTo>
                <a:lnTo>
                  <a:pt x="635" y="34543"/>
                </a:lnTo>
                <a:lnTo>
                  <a:pt x="635" y="35374"/>
                </a:lnTo>
                <a:lnTo>
                  <a:pt x="2654" y="31956"/>
                </a:lnTo>
                <a:close/>
              </a:path>
              <a:path w="311784" h="49530">
                <a:moveTo>
                  <a:pt x="33829" y="33896"/>
                </a:moveTo>
                <a:lnTo>
                  <a:pt x="33527" y="33908"/>
                </a:lnTo>
                <a:lnTo>
                  <a:pt x="34163" y="33908"/>
                </a:lnTo>
                <a:lnTo>
                  <a:pt x="33829" y="33896"/>
                </a:lnTo>
                <a:close/>
              </a:path>
              <a:path w="311784" h="49530">
                <a:moveTo>
                  <a:pt x="290575" y="0"/>
                </a:moveTo>
                <a:lnTo>
                  <a:pt x="289814" y="0"/>
                </a:lnTo>
                <a:lnTo>
                  <a:pt x="279780" y="381"/>
                </a:lnTo>
                <a:lnTo>
                  <a:pt x="279146" y="381"/>
                </a:lnTo>
                <a:lnTo>
                  <a:pt x="265811" y="1650"/>
                </a:lnTo>
                <a:lnTo>
                  <a:pt x="265683" y="1650"/>
                </a:lnTo>
                <a:lnTo>
                  <a:pt x="249427" y="3428"/>
                </a:lnTo>
                <a:lnTo>
                  <a:pt x="249174" y="3556"/>
                </a:lnTo>
                <a:lnTo>
                  <a:pt x="230124" y="6095"/>
                </a:lnTo>
                <a:lnTo>
                  <a:pt x="229870" y="6095"/>
                </a:lnTo>
                <a:lnTo>
                  <a:pt x="207899" y="9525"/>
                </a:lnTo>
                <a:lnTo>
                  <a:pt x="185166" y="13334"/>
                </a:lnTo>
                <a:lnTo>
                  <a:pt x="147100" y="19946"/>
                </a:lnTo>
                <a:lnTo>
                  <a:pt x="135890" y="21843"/>
                </a:lnTo>
                <a:lnTo>
                  <a:pt x="111632" y="25653"/>
                </a:lnTo>
                <a:lnTo>
                  <a:pt x="111760" y="25653"/>
                </a:lnTo>
                <a:lnTo>
                  <a:pt x="88392" y="29082"/>
                </a:lnTo>
                <a:lnTo>
                  <a:pt x="68072" y="31622"/>
                </a:lnTo>
                <a:lnTo>
                  <a:pt x="68325" y="31622"/>
                </a:lnTo>
                <a:lnTo>
                  <a:pt x="48260" y="33274"/>
                </a:lnTo>
                <a:lnTo>
                  <a:pt x="48641" y="33274"/>
                </a:lnTo>
                <a:lnTo>
                  <a:pt x="33829" y="33896"/>
                </a:lnTo>
                <a:lnTo>
                  <a:pt x="176857" y="33896"/>
                </a:lnTo>
                <a:lnTo>
                  <a:pt x="188214" y="32131"/>
                </a:lnTo>
                <a:lnTo>
                  <a:pt x="210820" y="28701"/>
                </a:lnTo>
                <a:lnTo>
                  <a:pt x="232791" y="25526"/>
                </a:lnTo>
                <a:lnTo>
                  <a:pt x="251714" y="23113"/>
                </a:lnTo>
                <a:lnTo>
                  <a:pt x="267843" y="21336"/>
                </a:lnTo>
                <a:lnTo>
                  <a:pt x="277060" y="20527"/>
                </a:lnTo>
                <a:lnTo>
                  <a:pt x="279380" y="19050"/>
                </a:lnTo>
                <a:lnTo>
                  <a:pt x="287102" y="12445"/>
                </a:lnTo>
                <a:lnTo>
                  <a:pt x="291967" y="7112"/>
                </a:lnTo>
                <a:lnTo>
                  <a:pt x="293502" y="4945"/>
                </a:lnTo>
                <a:lnTo>
                  <a:pt x="296164" y="1396"/>
                </a:lnTo>
                <a:lnTo>
                  <a:pt x="299149" y="532"/>
                </a:lnTo>
                <a:lnTo>
                  <a:pt x="296291" y="253"/>
                </a:lnTo>
                <a:lnTo>
                  <a:pt x="295910" y="253"/>
                </a:lnTo>
                <a:lnTo>
                  <a:pt x="290575" y="0"/>
                </a:lnTo>
                <a:close/>
              </a:path>
              <a:path w="311784" h="49530">
                <a:moveTo>
                  <a:pt x="23132" y="32384"/>
                </a:moveTo>
                <a:lnTo>
                  <a:pt x="14986" y="32384"/>
                </a:lnTo>
                <a:lnTo>
                  <a:pt x="21717" y="33400"/>
                </a:lnTo>
                <a:lnTo>
                  <a:pt x="20827" y="33400"/>
                </a:lnTo>
                <a:lnTo>
                  <a:pt x="22144" y="33451"/>
                </a:lnTo>
                <a:lnTo>
                  <a:pt x="23132" y="32384"/>
                </a:lnTo>
                <a:close/>
              </a:path>
              <a:path w="311784" h="49530">
                <a:moveTo>
                  <a:pt x="14477" y="27939"/>
                </a:moveTo>
                <a:lnTo>
                  <a:pt x="12826" y="28193"/>
                </a:lnTo>
                <a:lnTo>
                  <a:pt x="7193" y="29872"/>
                </a:lnTo>
                <a:lnTo>
                  <a:pt x="9778" y="30733"/>
                </a:lnTo>
                <a:lnTo>
                  <a:pt x="11556" y="31368"/>
                </a:lnTo>
                <a:lnTo>
                  <a:pt x="15748" y="32638"/>
                </a:lnTo>
                <a:lnTo>
                  <a:pt x="14986" y="32384"/>
                </a:lnTo>
                <a:lnTo>
                  <a:pt x="23132" y="32384"/>
                </a:lnTo>
                <a:lnTo>
                  <a:pt x="23897" y="31495"/>
                </a:lnTo>
                <a:lnTo>
                  <a:pt x="24018" y="31241"/>
                </a:lnTo>
                <a:lnTo>
                  <a:pt x="24129" y="30352"/>
                </a:lnTo>
                <a:lnTo>
                  <a:pt x="23368" y="28575"/>
                </a:lnTo>
                <a:lnTo>
                  <a:pt x="22605" y="28066"/>
                </a:lnTo>
                <a:lnTo>
                  <a:pt x="21590" y="28066"/>
                </a:lnTo>
                <a:lnTo>
                  <a:pt x="14477" y="27939"/>
                </a:lnTo>
                <a:close/>
              </a:path>
              <a:path w="311784" h="49530">
                <a:moveTo>
                  <a:pt x="14986" y="32384"/>
                </a:moveTo>
                <a:lnTo>
                  <a:pt x="15748" y="32638"/>
                </a:lnTo>
                <a:lnTo>
                  <a:pt x="16668" y="32638"/>
                </a:lnTo>
                <a:lnTo>
                  <a:pt x="14986" y="32384"/>
                </a:lnTo>
                <a:close/>
              </a:path>
              <a:path w="311784" h="49530">
                <a:moveTo>
                  <a:pt x="6730" y="29718"/>
                </a:moveTo>
                <a:lnTo>
                  <a:pt x="3301" y="30861"/>
                </a:lnTo>
                <a:lnTo>
                  <a:pt x="2654" y="31956"/>
                </a:lnTo>
                <a:lnTo>
                  <a:pt x="4699" y="30987"/>
                </a:lnTo>
                <a:lnTo>
                  <a:pt x="5588" y="30606"/>
                </a:lnTo>
                <a:lnTo>
                  <a:pt x="6857" y="29971"/>
                </a:lnTo>
                <a:lnTo>
                  <a:pt x="7193" y="29872"/>
                </a:lnTo>
                <a:lnTo>
                  <a:pt x="6730" y="29718"/>
                </a:lnTo>
                <a:close/>
              </a:path>
              <a:path w="311784" h="49530">
                <a:moveTo>
                  <a:pt x="11049" y="31241"/>
                </a:moveTo>
                <a:lnTo>
                  <a:pt x="11476" y="31368"/>
                </a:lnTo>
                <a:lnTo>
                  <a:pt x="11049" y="31241"/>
                </a:lnTo>
                <a:close/>
              </a:path>
              <a:path w="311784" h="49530">
                <a:moveTo>
                  <a:pt x="11201" y="31241"/>
                </a:moveTo>
                <a:lnTo>
                  <a:pt x="11049" y="31241"/>
                </a:lnTo>
                <a:lnTo>
                  <a:pt x="11556" y="31368"/>
                </a:lnTo>
                <a:lnTo>
                  <a:pt x="11201" y="31241"/>
                </a:lnTo>
                <a:close/>
              </a:path>
              <a:path w="311784" h="49530">
                <a:moveTo>
                  <a:pt x="265302" y="27939"/>
                </a:moveTo>
                <a:lnTo>
                  <a:pt x="264838" y="28193"/>
                </a:lnTo>
                <a:lnTo>
                  <a:pt x="265302" y="27939"/>
                </a:lnTo>
                <a:close/>
              </a:path>
              <a:path w="311784" h="49530">
                <a:moveTo>
                  <a:pt x="279325" y="19096"/>
                </a:moveTo>
                <a:lnTo>
                  <a:pt x="277060" y="20527"/>
                </a:lnTo>
                <a:lnTo>
                  <a:pt x="280924" y="20193"/>
                </a:lnTo>
                <a:lnTo>
                  <a:pt x="280416" y="20193"/>
                </a:lnTo>
                <a:lnTo>
                  <a:pt x="290141" y="19946"/>
                </a:lnTo>
                <a:lnTo>
                  <a:pt x="289814" y="19938"/>
                </a:lnTo>
                <a:lnTo>
                  <a:pt x="304897" y="19938"/>
                </a:lnTo>
                <a:lnTo>
                  <a:pt x="305240" y="19684"/>
                </a:lnTo>
                <a:lnTo>
                  <a:pt x="278638" y="19684"/>
                </a:lnTo>
                <a:lnTo>
                  <a:pt x="279325" y="19096"/>
                </a:lnTo>
                <a:close/>
              </a:path>
              <a:path w="311784" h="49530">
                <a:moveTo>
                  <a:pt x="304897" y="19938"/>
                </a:moveTo>
                <a:lnTo>
                  <a:pt x="290141" y="19946"/>
                </a:lnTo>
                <a:lnTo>
                  <a:pt x="295148" y="20065"/>
                </a:lnTo>
                <a:lnTo>
                  <a:pt x="294894" y="20065"/>
                </a:lnTo>
                <a:lnTo>
                  <a:pt x="298830" y="20319"/>
                </a:lnTo>
                <a:lnTo>
                  <a:pt x="301625" y="20319"/>
                </a:lnTo>
                <a:lnTo>
                  <a:pt x="304492" y="20238"/>
                </a:lnTo>
                <a:lnTo>
                  <a:pt x="304897" y="19938"/>
                </a:lnTo>
                <a:close/>
              </a:path>
              <a:path w="311784" h="49530">
                <a:moveTo>
                  <a:pt x="304492" y="20238"/>
                </a:moveTo>
                <a:lnTo>
                  <a:pt x="301625" y="20319"/>
                </a:lnTo>
                <a:lnTo>
                  <a:pt x="304381" y="20319"/>
                </a:lnTo>
                <a:close/>
              </a:path>
              <a:path w="311784" h="49530">
                <a:moveTo>
                  <a:pt x="310006" y="16256"/>
                </a:moveTo>
                <a:lnTo>
                  <a:pt x="306958" y="18414"/>
                </a:lnTo>
                <a:lnTo>
                  <a:pt x="304492" y="20238"/>
                </a:lnTo>
                <a:lnTo>
                  <a:pt x="306070" y="20193"/>
                </a:lnTo>
                <a:lnTo>
                  <a:pt x="309879" y="16890"/>
                </a:lnTo>
                <a:lnTo>
                  <a:pt x="310006" y="16256"/>
                </a:lnTo>
                <a:close/>
              </a:path>
              <a:path w="311784" h="49530">
                <a:moveTo>
                  <a:pt x="306099" y="19050"/>
                </a:moveTo>
                <a:lnTo>
                  <a:pt x="279400" y="19050"/>
                </a:lnTo>
                <a:lnTo>
                  <a:pt x="278638" y="19684"/>
                </a:lnTo>
                <a:lnTo>
                  <a:pt x="305240" y="19684"/>
                </a:lnTo>
                <a:lnTo>
                  <a:pt x="306099" y="19050"/>
                </a:lnTo>
                <a:close/>
              </a:path>
              <a:path w="311784" h="49530">
                <a:moveTo>
                  <a:pt x="287098" y="12450"/>
                </a:moveTo>
                <a:lnTo>
                  <a:pt x="279325" y="19096"/>
                </a:lnTo>
                <a:lnTo>
                  <a:pt x="306099" y="19050"/>
                </a:lnTo>
                <a:lnTo>
                  <a:pt x="306958" y="18414"/>
                </a:lnTo>
                <a:lnTo>
                  <a:pt x="310006" y="16256"/>
                </a:lnTo>
                <a:lnTo>
                  <a:pt x="310667" y="12953"/>
                </a:lnTo>
                <a:lnTo>
                  <a:pt x="286639" y="12953"/>
                </a:lnTo>
                <a:lnTo>
                  <a:pt x="287098" y="12450"/>
                </a:lnTo>
                <a:close/>
              </a:path>
              <a:path w="311784" h="49530">
                <a:moveTo>
                  <a:pt x="311146" y="10557"/>
                </a:moveTo>
                <a:lnTo>
                  <a:pt x="310006" y="16256"/>
                </a:lnTo>
                <a:lnTo>
                  <a:pt x="311529" y="12450"/>
                </a:lnTo>
                <a:lnTo>
                  <a:pt x="311146" y="10557"/>
                </a:lnTo>
                <a:close/>
              </a:path>
              <a:path w="311784" h="49530">
                <a:moveTo>
                  <a:pt x="287400" y="12191"/>
                </a:moveTo>
                <a:lnTo>
                  <a:pt x="287098" y="12450"/>
                </a:lnTo>
                <a:lnTo>
                  <a:pt x="286639" y="12953"/>
                </a:lnTo>
                <a:lnTo>
                  <a:pt x="287400" y="12191"/>
                </a:lnTo>
                <a:close/>
              </a:path>
              <a:path w="311784" h="49530">
                <a:moveTo>
                  <a:pt x="310819" y="12191"/>
                </a:moveTo>
                <a:lnTo>
                  <a:pt x="287400" y="12191"/>
                </a:lnTo>
                <a:lnTo>
                  <a:pt x="286639" y="12953"/>
                </a:lnTo>
                <a:lnTo>
                  <a:pt x="310667" y="12953"/>
                </a:lnTo>
                <a:lnTo>
                  <a:pt x="310819" y="12191"/>
                </a:lnTo>
                <a:close/>
              </a:path>
              <a:path w="311784" h="49530">
                <a:moveTo>
                  <a:pt x="291949" y="7137"/>
                </a:moveTo>
                <a:lnTo>
                  <a:pt x="287098" y="12450"/>
                </a:lnTo>
                <a:lnTo>
                  <a:pt x="287400" y="12191"/>
                </a:lnTo>
                <a:lnTo>
                  <a:pt x="310819" y="12191"/>
                </a:lnTo>
                <a:lnTo>
                  <a:pt x="311146" y="10557"/>
                </a:lnTo>
                <a:lnTo>
                  <a:pt x="310626" y="8000"/>
                </a:lnTo>
                <a:lnTo>
                  <a:pt x="291338" y="8000"/>
                </a:lnTo>
                <a:lnTo>
                  <a:pt x="291949" y="7137"/>
                </a:lnTo>
                <a:close/>
              </a:path>
              <a:path w="311784" h="49530">
                <a:moveTo>
                  <a:pt x="310009" y="4963"/>
                </a:moveTo>
                <a:lnTo>
                  <a:pt x="311146" y="10557"/>
                </a:lnTo>
                <a:lnTo>
                  <a:pt x="311657" y="8000"/>
                </a:lnTo>
                <a:lnTo>
                  <a:pt x="310009" y="4963"/>
                </a:lnTo>
                <a:close/>
              </a:path>
              <a:path w="311784" h="49530">
                <a:moveTo>
                  <a:pt x="310446" y="7112"/>
                </a:moveTo>
                <a:lnTo>
                  <a:pt x="291973" y="7112"/>
                </a:lnTo>
                <a:lnTo>
                  <a:pt x="291338" y="8000"/>
                </a:lnTo>
                <a:lnTo>
                  <a:pt x="310626" y="8000"/>
                </a:lnTo>
                <a:lnTo>
                  <a:pt x="310446" y="7112"/>
                </a:lnTo>
                <a:close/>
              </a:path>
              <a:path w="311784" h="49530">
                <a:moveTo>
                  <a:pt x="299149" y="532"/>
                </a:moveTo>
                <a:lnTo>
                  <a:pt x="296164" y="1396"/>
                </a:lnTo>
                <a:lnTo>
                  <a:pt x="293489" y="4963"/>
                </a:lnTo>
                <a:lnTo>
                  <a:pt x="291949" y="7137"/>
                </a:lnTo>
                <a:lnTo>
                  <a:pt x="310446" y="7112"/>
                </a:lnTo>
                <a:lnTo>
                  <a:pt x="309999" y="4945"/>
                </a:lnTo>
                <a:lnTo>
                  <a:pt x="308142" y="3088"/>
                </a:lnTo>
                <a:lnTo>
                  <a:pt x="304412" y="1497"/>
                </a:lnTo>
                <a:lnTo>
                  <a:pt x="303275" y="1269"/>
                </a:lnTo>
                <a:lnTo>
                  <a:pt x="301498" y="762"/>
                </a:lnTo>
                <a:lnTo>
                  <a:pt x="299149" y="532"/>
                </a:lnTo>
                <a:close/>
              </a:path>
              <a:path w="311784" h="49530">
                <a:moveTo>
                  <a:pt x="308142" y="3088"/>
                </a:moveTo>
                <a:lnTo>
                  <a:pt x="309999" y="4945"/>
                </a:lnTo>
                <a:lnTo>
                  <a:pt x="309245" y="3556"/>
                </a:lnTo>
                <a:lnTo>
                  <a:pt x="308142" y="3088"/>
                </a:lnTo>
                <a:close/>
              </a:path>
              <a:path w="311784" h="49530">
                <a:moveTo>
                  <a:pt x="304412" y="1497"/>
                </a:moveTo>
                <a:lnTo>
                  <a:pt x="308142" y="3088"/>
                </a:lnTo>
                <a:lnTo>
                  <a:pt x="307086" y="2031"/>
                </a:lnTo>
                <a:lnTo>
                  <a:pt x="304412" y="1497"/>
                </a:lnTo>
                <a:close/>
              </a:path>
              <a:path w="311784" h="49530">
                <a:moveTo>
                  <a:pt x="300990" y="0"/>
                </a:moveTo>
                <a:lnTo>
                  <a:pt x="299149" y="532"/>
                </a:lnTo>
                <a:lnTo>
                  <a:pt x="301498" y="762"/>
                </a:lnTo>
                <a:lnTo>
                  <a:pt x="303275" y="1269"/>
                </a:lnTo>
                <a:lnTo>
                  <a:pt x="304412" y="1497"/>
                </a:lnTo>
                <a:lnTo>
                  <a:pt x="3009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05494" y="2567177"/>
            <a:ext cx="637158" cy="87960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81492" y="3530727"/>
            <a:ext cx="762506" cy="57688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963333" y="856233"/>
            <a:ext cx="1682114" cy="105410"/>
          </a:xfrm>
          <a:custGeom>
            <a:avLst/>
            <a:gdLst/>
            <a:ahLst/>
            <a:cxnLst/>
            <a:rect l="l" t="t" r="r" b="b"/>
            <a:pathLst>
              <a:path w="1682114" h="105409">
                <a:moveTo>
                  <a:pt x="1624672" y="82676"/>
                </a:moveTo>
                <a:lnTo>
                  <a:pt x="1523326" y="82676"/>
                </a:lnTo>
                <a:lnTo>
                  <a:pt x="1544281" y="84962"/>
                </a:lnTo>
                <a:lnTo>
                  <a:pt x="1563458" y="87121"/>
                </a:lnTo>
                <a:lnTo>
                  <a:pt x="1563331" y="87121"/>
                </a:lnTo>
                <a:lnTo>
                  <a:pt x="1581111" y="89788"/>
                </a:lnTo>
                <a:lnTo>
                  <a:pt x="1596224" y="92201"/>
                </a:lnTo>
                <a:lnTo>
                  <a:pt x="1611845" y="94868"/>
                </a:lnTo>
                <a:lnTo>
                  <a:pt x="1611718" y="94868"/>
                </a:lnTo>
                <a:lnTo>
                  <a:pt x="1640547" y="100456"/>
                </a:lnTo>
                <a:lnTo>
                  <a:pt x="1653755" y="102996"/>
                </a:lnTo>
                <a:lnTo>
                  <a:pt x="1654136" y="103250"/>
                </a:lnTo>
                <a:lnTo>
                  <a:pt x="1668360" y="105155"/>
                </a:lnTo>
                <a:lnTo>
                  <a:pt x="1669757" y="105155"/>
                </a:lnTo>
                <a:lnTo>
                  <a:pt x="1680552" y="104012"/>
                </a:lnTo>
                <a:lnTo>
                  <a:pt x="1681441" y="102996"/>
                </a:lnTo>
                <a:lnTo>
                  <a:pt x="1681695" y="100964"/>
                </a:lnTo>
                <a:lnTo>
                  <a:pt x="1681187" y="99821"/>
                </a:lnTo>
                <a:lnTo>
                  <a:pt x="1680171" y="99440"/>
                </a:lnTo>
                <a:lnTo>
                  <a:pt x="1671281" y="95376"/>
                </a:lnTo>
                <a:lnTo>
                  <a:pt x="1657184" y="90296"/>
                </a:lnTo>
                <a:lnTo>
                  <a:pt x="1643849" y="86740"/>
                </a:lnTo>
                <a:lnTo>
                  <a:pt x="1643595" y="86740"/>
                </a:lnTo>
                <a:lnTo>
                  <a:pt x="1630006" y="83692"/>
                </a:lnTo>
                <a:lnTo>
                  <a:pt x="1629752" y="83692"/>
                </a:lnTo>
                <a:lnTo>
                  <a:pt x="1624672" y="82676"/>
                </a:lnTo>
                <a:close/>
              </a:path>
              <a:path w="1682114" h="105409">
                <a:moveTo>
                  <a:pt x="333559" y="9778"/>
                </a:moveTo>
                <a:lnTo>
                  <a:pt x="188323" y="9779"/>
                </a:lnTo>
                <a:lnTo>
                  <a:pt x="197624" y="9905"/>
                </a:lnTo>
                <a:lnTo>
                  <a:pt x="207556" y="9905"/>
                </a:lnTo>
                <a:lnTo>
                  <a:pt x="217258" y="10413"/>
                </a:lnTo>
                <a:lnTo>
                  <a:pt x="227291" y="10794"/>
                </a:lnTo>
                <a:lnTo>
                  <a:pt x="237680" y="11429"/>
                </a:lnTo>
                <a:lnTo>
                  <a:pt x="247738" y="12191"/>
                </a:lnTo>
                <a:lnTo>
                  <a:pt x="259245" y="12953"/>
                </a:lnTo>
                <a:lnTo>
                  <a:pt x="271145" y="13969"/>
                </a:lnTo>
                <a:lnTo>
                  <a:pt x="283400" y="14858"/>
                </a:lnTo>
                <a:lnTo>
                  <a:pt x="295643" y="16128"/>
                </a:lnTo>
                <a:lnTo>
                  <a:pt x="308952" y="17271"/>
                </a:lnTo>
                <a:lnTo>
                  <a:pt x="336003" y="19938"/>
                </a:lnTo>
                <a:lnTo>
                  <a:pt x="349973" y="21081"/>
                </a:lnTo>
                <a:lnTo>
                  <a:pt x="363689" y="22351"/>
                </a:lnTo>
                <a:lnTo>
                  <a:pt x="393661" y="24637"/>
                </a:lnTo>
                <a:lnTo>
                  <a:pt x="423633" y="26161"/>
                </a:lnTo>
                <a:lnTo>
                  <a:pt x="622896" y="33527"/>
                </a:lnTo>
                <a:lnTo>
                  <a:pt x="757389" y="39369"/>
                </a:lnTo>
                <a:lnTo>
                  <a:pt x="776439" y="40639"/>
                </a:lnTo>
                <a:lnTo>
                  <a:pt x="794854" y="41655"/>
                </a:lnTo>
                <a:lnTo>
                  <a:pt x="832319" y="44195"/>
                </a:lnTo>
                <a:lnTo>
                  <a:pt x="851877" y="45719"/>
                </a:lnTo>
                <a:lnTo>
                  <a:pt x="851750" y="45719"/>
                </a:lnTo>
                <a:lnTo>
                  <a:pt x="911821" y="50800"/>
                </a:lnTo>
                <a:lnTo>
                  <a:pt x="998435" y="57530"/>
                </a:lnTo>
                <a:lnTo>
                  <a:pt x="1094701" y="62864"/>
                </a:lnTo>
                <a:lnTo>
                  <a:pt x="1395183" y="74294"/>
                </a:lnTo>
                <a:lnTo>
                  <a:pt x="1395056" y="74294"/>
                </a:lnTo>
                <a:lnTo>
                  <a:pt x="1451825" y="77215"/>
                </a:lnTo>
                <a:lnTo>
                  <a:pt x="1477352" y="78866"/>
                </a:lnTo>
                <a:lnTo>
                  <a:pt x="1500974" y="80644"/>
                </a:lnTo>
                <a:lnTo>
                  <a:pt x="1523453" y="82803"/>
                </a:lnTo>
                <a:lnTo>
                  <a:pt x="1624672" y="82676"/>
                </a:lnTo>
                <a:lnTo>
                  <a:pt x="1614512" y="80644"/>
                </a:lnTo>
                <a:lnTo>
                  <a:pt x="1598637" y="77850"/>
                </a:lnTo>
                <a:lnTo>
                  <a:pt x="1583143" y="75437"/>
                </a:lnTo>
                <a:lnTo>
                  <a:pt x="1565363" y="72770"/>
                </a:lnTo>
                <a:lnTo>
                  <a:pt x="1565236" y="72770"/>
                </a:lnTo>
                <a:lnTo>
                  <a:pt x="1545932" y="70611"/>
                </a:lnTo>
                <a:lnTo>
                  <a:pt x="1545805" y="70611"/>
                </a:lnTo>
                <a:lnTo>
                  <a:pt x="1524850" y="68325"/>
                </a:lnTo>
                <a:lnTo>
                  <a:pt x="1502117" y="66293"/>
                </a:lnTo>
                <a:lnTo>
                  <a:pt x="1452587" y="63245"/>
                </a:lnTo>
                <a:lnTo>
                  <a:pt x="1395691" y="60705"/>
                </a:lnTo>
                <a:lnTo>
                  <a:pt x="1119720" y="51688"/>
                </a:lnTo>
                <a:lnTo>
                  <a:pt x="1070063" y="49402"/>
                </a:lnTo>
                <a:lnTo>
                  <a:pt x="1023327" y="46989"/>
                </a:lnTo>
                <a:lnTo>
                  <a:pt x="977734" y="44068"/>
                </a:lnTo>
                <a:lnTo>
                  <a:pt x="955636" y="42417"/>
                </a:lnTo>
                <a:lnTo>
                  <a:pt x="955763" y="42417"/>
                </a:lnTo>
                <a:lnTo>
                  <a:pt x="934046" y="40639"/>
                </a:lnTo>
                <a:lnTo>
                  <a:pt x="852639" y="33908"/>
                </a:lnTo>
                <a:lnTo>
                  <a:pt x="813904" y="31368"/>
                </a:lnTo>
                <a:lnTo>
                  <a:pt x="680046" y="24764"/>
                </a:lnTo>
                <a:lnTo>
                  <a:pt x="661758" y="24129"/>
                </a:lnTo>
                <a:lnTo>
                  <a:pt x="641946" y="23240"/>
                </a:lnTo>
                <a:lnTo>
                  <a:pt x="394169" y="14604"/>
                </a:lnTo>
                <a:lnTo>
                  <a:pt x="394296" y="14604"/>
                </a:lnTo>
                <a:lnTo>
                  <a:pt x="379183" y="13715"/>
                </a:lnTo>
                <a:lnTo>
                  <a:pt x="364451" y="12445"/>
                </a:lnTo>
                <a:lnTo>
                  <a:pt x="364578" y="12445"/>
                </a:lnTo>
                <a:lnTo>
                  <a:pt x="350862" y="11429"/>
                </a:lnTo>
                <a:lnTo>
                  <a:pt x="336892" y="10032"/>
                </a:lnTo>
                <a:lnTo>
                  <a:pt x="333559" y="9778"/>
                </a:lnTo>
                <a:close/>
              </a:path>
              <a:path w="1682114" h="105409">
                <a:moveTo>
                  <a:pt x="188379" y="0"/>
                </a:moveTo>
                <a:lnTo>
                  <a:pt x="176441" y="126"/>
                </a:lnTo>
                <a:lnTo>
                  <a:pt x="155689" y="761"/>
                </a:lnTo>
                <a:lnTo>
                  <a:pt x="134924" y="2158"/>
                </a:lnTo>
                <a:lnTo>
                  <a:pt x="134835" y="2412"/>
                </a:lnTo>
                <a:lnTo>
                  <a:pt x="124790" y="3428"/>
                </a:lnTo>
                <a:lnTo>
                  <a:pt x="114617" y="4571"/>
                </a:lnTo>
                <a:lnTo>
                  <a:pt x="105181" y="5968"/>
                </a:lnTo>
                <a:lnTo>
                  <a:pt x="95072" y="7619"/>
                </a:lnTo>
                <a:lnTo>
                  <a:pt x="77038" y="10921"/>
                </a:lnTo>
                <a:lnTo>
                  <a:pt x="68110" y="12953"/>
                </a:lnTo>
                <a:lnTo>
                  <a:pt x="59143" y="15112"/>
                </a:lnTo>
                <a:lnTo>
                  <a:pt x="42100" y="19176"/>
                </a:lnTo>
                <a:lnTo>
                  <a:pt x="33782" y="21081"/>
                </a:lnTo>
                <a:lnTo>
                  <a:pt x="25387" y="23494"/>
                </a:lnTo>
                <a:lnTo>
                  <a:pt x="18186" y="25400"/>
                </a:lnTo>
                <a:lnTo>
                  <a:pt x="1028" y="30225"/>
                </a:lnTo>
                <a:lnTo>
                  <a:pt x="0" y="32003"/>
                </a:lnTo>
                <a:lnTo>
                  <a:pt x="965" y="35432"/>
                </a:lnTo>
                <a:lnTo>
                  <a:pt x="2781" y="36575"/>
                </a:lnTo>
                <a:lnTo>
                  <a:pt x="4546" y="36194"/>
                </a:lnTo>
                <a:lnTo>
                  <a:pt x="12598" y="33908"/>
                </a:lnTo>
                <a:lnTo>
                  <a:pt x="19964" y="32130"/>
                </a:lnTo>
                <a:lnTo>
                  <a:pt x="27139" y="30479"/>
                </a:lnTo>
                <a:lnTo>
                  <a:pt x="35534" y="28320"/>
                </a:lnTo>
                <a:lnTo>
                  <a:pt x="43840" y="26542"/>
                </a:lnTo>
                <a:lnTo>
                  <a:pt x="52273" y="24637"/>
                </a:lnTo>
                <a:lnTo>
                  <a:pt x="60845" y="22986"/>
                </a:lnTo>
                <a:lnTo>
                  <a:pt x="69761" y="21208"/>
                </a:lnTo>
                <a:lnTo>
                  <a:pt x="78651" y="19557"/>
                </a:lnTo>
                <a:lnTo>
                  <a:pt x="87909" y="18033"/>
                </a:lnTo>
                <a:lnTo>
                  <a:pt x="96532" y="16890"/>
                </a:lnTo>
                <a:lnTo>
                  <a:pt x="106527" y="15493"/>
                </a:lnTo>
                <a:lnTo>
                  <a:pt x="115836" y="14096"/>
                </a:lnTo>
                <a:lnTo>
                  <a:pt x="125857" y="13080"/>
                </a:lnTo>
                <a:lnTo>
                  <a:pt x="135813" y="12064"/>
                </a:lnTo>
                <a:lnTo>
                  <a:pt x="145846" y="11175"/>
                </a:lnTo>
                <a:lnTo>
                  <a:pt x="156210" y="10540"/>
                </a:lnTo>
                <a:lnTo>
                  <a:pt x="166979" y="9905"/>
                </a:lnTo>
                <a:lnTo>
                  <a:pt x="176504" y="9905"/>
                </a:lnTo>
                <a:lnTo>
                  <a:pt x="188323" y="9779"/>
                </a:lnTo>
                <a:lnTo>
                  <a:pt x="333559" y="9778"/>
                </a:lnTo>
                <a:lnTo>
                  <a:pt x="323557" y="9016"/>
                </a:lnTo>
                <a:lnTo>
                  <a:pt x="284276" y="5206"/>
                </a:lnTo>
                <a:lnTo>
                  <a:pt x="260007" y="3175"/>
                </a:lnTo>
                <a:lnTo>
                  <a:pt x="238277" y="1650"/>
                </a:lnTo>
                <a:lnTo>
                  <a:pt x="217652" y="507"/>
                </a:lnTo>
                <a:lnTo>
                  <a:pt x="1883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3028950">
              <a:lnSpc>
                <a:spcPct val="100000"/>
              </a:lnSpc>
              <a:spcBef>
                <a:spcPts val="95"/>
              </a:spcBef>
            </a:pPr>
            <a:r>
              <a:rPr dirty="0"/>
              <a:t>OLS</a:t>
            </a:r>
            <a:r>
              <a:rPr spc="-60" dirty="0"/>
              <a:t> </a:t>
            </a:r>
            <a:r>
              <a:rPr spc="-1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9305" y="1560067"/>
            <a:ext cx="1520596" cy="4083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0119" y="2166747"/>
            <a:ext cx="164337" cy="2009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7095" y="2097151"/>
            <a:ext cx="227917" cy="1804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2764" y="2874391"/>
            <a:ext cx="197235" cy="2326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18815" y="2855086"/>
            <a:ext cx="199150" cy="2141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90101" y="3211576"/>
            <a:ext cx="209591" cy="2354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9347" y="3169030"/>
            <a:ext cx="186562" cy="21932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752600" y="870203"/>
            <a:ext cx="5960918" cy="4137857"/>
            <a:chOff x="2595372" y="870203"/>
            <a:chExt cx="4913249" cy="3811524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95372" y="870203"/>
              <a:ext cx="3953255" cy="38115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1039" y="1853183"/>
              <a:ext cx="1115567" cy="3901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08675" y="2358516"/>
              <a:ext cx="1222248" cy="508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44692" y="3041903"/>
              <a:ext cx="127127" cy="2235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13931" y="3032633"/>
              <a:ext cx="178412" cy="1456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28130" y="2989199"/>
              <a:ext cx="245618" cy="1779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64329" y="3739006"/>
              <a:ext cx="216702" cy="269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47438" y="3908234"/>
              <a:ext cx="270001" cy="325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93713" y="3377564"/>
              <a:ext cx="121412" cy="24003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51180" y="3309619"/>
              <a:ext cx="967575" cy="29197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22543" y="3747211"/>
              <a:ext cx="146558" cy="2654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68795" y="3773931"/>
              <a:ext cx="203707" cy="1524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48957" y="3731513"/>
              <a:ext cx="158750" cy="18347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81749" y="3728211"/>
              <a:ext cx="626872" cy="234873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13980" y="3610609"/>
            <a:ext cx="123063" cy="2669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07476" y="3561334"/>
            <a:ext cx="149560" cy="281813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Adjusted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Multiple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Coefficient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Vs</a:t>
            </a:r>
            <a:r>
              <a:rPr b="1" spc="-1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Multiple</a:t>
            </a:r>
            <a:r>
              <a:rPr b="1" spc="-1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16913"/>
            <a:ext cx="798830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558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1950" baseline="25641" dirty="0">
                <a:latin typeface="Calibri"/>
                <a:cs typeface="Calibri"/>
              </a:rPr>
              <a:t>2</a:t>
            </a:r>
            <a:r>
              <a:rPr sz="1950" spc="195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becomes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statistically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significant.</a:t>
            </a:r>
            <a:endParaRPr sz="2000">
              <a:latin typeface="Calibri"/>
              <a:cs typeface="Calibri"/>
            </a:endParaRPr>
          </a:p>
          <a:p>
            <a:pPr marL="393700" marR="20764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adjusted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coefficient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compensates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independent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3244" y="1765680"/>
            <a:ext cx="3191510" cy="104775"/>
          </a:xfrm>
          <a:custGeom>
            <a:avLst/>
            <a:gdLst/>
            <a:ahLst/>
            <a:cxnLst/>
            <a:rect l="l" t="t" r="r" b="b"/>
            <a:pathLst>
              <a:path w="3191510" h="104775">
                <a:moveTo>
                  <a:pt x="1371076" y="55245"/>
                </a:moveTo>
                <a:lnTo>
                  <a:pt x="1073322" y="55245"/>
                </a:lnTo>
                <a:lnTo>
                  <a:pt x="1148506" y="56261"/>
                </a:lnTo>
                <a:lnTo>
                  <a:pt x="1174795" y="57023"/>
                </a:lnTo>
                <a:lnTo>
                  <a:pt x="1199941" y="57912"/>
                </a:lnTo>
                <a:lnTo>
                  <a:pt x="1300906" y="62611"/>
                </a:lnTo>
                <a:lnTo>
                  <a:pt x="1380535" y="68072"/>
                </a:lnTo>
                <a:lnTo>
                  <a:pt x="1380408" y="68072"/>
                </a:lnTo>
                <a:lnTo>
                  <a:pt x="1406062" y="69850"/>
                </a:lnTo>
                <a:lnTo>
                  <a:pt x="1457370" y="74422"/>
                </a:lnTo>
                <a:lnTo>
                  <a:pt x="1557700" y="83820"/>
                </a:lnTo>
                <a:lnTo>
                  <a:pt x="1660189" y="91821"/>
                </a:lnTo>
                <a:lnTo>
                  <a:pt x="1798619" y="99440"/>
                </a:lnTo>
                <a:lnTo>
                  <a:pt x="1855515" y="101473"/>
                </a:lnTo>
                <a:lnTo>
                  <a:pt x="1945685" y="103759"/>
                </a:lnTo>
                <a:lnTo>
                  <a:pt x="2040427" y="104648"/>
                </a:lnTo>
                <a:lnTo>
                  <a:pt x="2137455" y="104267"/>
                </a:lnTo>
                <a:lnTo>
                  <a:pt x="2272837" y="101473"/>
                </a:lnTo>
                <a:lnTo>
                  <a:pt x="2448224" y="94107"/>
                </a:lnTo>
                <a:lnTo>
                  <a:pt x="2488836" y="91694"/>
                </a:lnTo>
                <a:lnTo>
                  <a:pt x="2040427" y="91694"/>
                </a:lnTo>
                <a:lnTo>
                  <a:pt x="1945939" y="91059"/>
                </a:lnTo>
                <a:lnTo>
                  <a:pt x="1916348" y="90424"/>
                </a:lnTo>
                <a:lnTo>
                  <a:pt x="1855896" y="88900"/>
                </a:lnTo>
                <a:lnTo>
                  <a:pt x="1799127" y="86995"/>
                </a:lnTo>
                <a:lnTo>
                  <a:pt x="1714418" y="82931"/>
                </a:lnTo>
                <a:lnTo>
                  <a:pt x="1687113" y="81280"/>
                </a:lnTo>
                <a:lnTo>
                  <a:pt x="1660951" y="79628"/>
                </a:lnTo>
                <a:lnTo>
                  <a:pt x="1610024" y="75946"/>
                </a:lnTo>
                <a:lnTo>
                  <a:pt x="1552345" y="71172"/>
                </a:lnTo>
                <a:lnTo>
                  <a:pt x="1406951" y="57912"/>
                </a:lnTo>
                <a:lnTo>
                  <a:pt x="1371076" y="55245"/>
                </a:lnTo>
                <a:close/>
              </a:path>
              <a:path w="3191510" h="104775">
                <a:moveTo>
                  <a:pt x="2872277" y="45212"/>
                </a:moveTo>
                <a:lnTo>
                  <a:pt x="2833034" y="50164"/>
                </a:lnTo>
                <a:lnTo>
                  <a:pt x="2833288" y="50164"/>
                </a:lnTo>
                <a:lnTo>
                  <a:pt x="2753532" y="57531"/>
                </a:lnTo>
                <a:lnTo>
                  <a:pt x="2596227" y="70109"/>
                </a:lnTo>
                <a:lnTo>
                  <a:pt x="2577941" y="71353"/>
                </a:lnTo>
                <a:lnTo>
                  <a:pt x="2447335" y="79628"/>
                </a:lnTo>
                <a:lnTo>
                  <a:pt x="2447462" y="79628"/>
                </a:lnTo>
                <a:lnTo>
                  <a:pt x="2411648" y="81534"/>
                </a:lnTo>
                <a:lnTo>
                  <a:pt x="2411775" y="81534"/>
                </a:lnTo>
                <a:lnTo>
                  <a:pt x="2272329" y="87502"/>
                </a:lnTo>
                <a:lnTo>
                  <a:pt x="2237277" y="88646"/>
                </a:lnTo>
                <a:lnTo>
                  <a:pt x="2170094" y="90424"/>
                </a:lnTo>
                <a:lnTo>
                  <a:pt x="2170221" y="90424"/>
                </a:lnTo>
                <a:lnTo>
                  <a:pt x="2137201" y="90932"/>
                </a:lnTo>
                <a:lnTo>
                  <a:pt x="2104689" y="91439"/>
                </a:lnTo>
                <a:lnTo>
                  <a:pt x="2040427" y="91694"/>
                </a:lnTo>
                <a:lnTo>
                  <a:pt x="2488836" y="91694"/>
                </a:lnTo>
                <a:lnTo>
                  <a:pt x="2635803" y="82042"/>
                </a:lnTo>
                <a:lnTo>
                  <a:pt x="2768321" y="71172"/>
                </a:lnTo>
                <a:lnTo>
                  <a:pt x="2780414" y="70084"/>
                </a:lnTo>
                <a:lnTo>
                  <a:pt x="2834685" y="65024"/>
                </a:lnTo>
                <a:lnTo>
                  <a:pt x="2834812" y="65024"/>
                </a:lnTo>
                <a:lnTo>
                  <a:pt x="2874055" y="60578"/>
                </a:lnTo>
                <a:lnTo>
                  <a:pt x="2874436" y="60325"/>
                </a:lnTo>
                <a:lnTo>
                  <a:pt x="2915076" y="53975"/>
                </a:lnTo>
                <a:lnTo>
                  <a:pt x="2915330" y="53975"/>
                </a:lnTo>
                <a:lnTo>
                  <a:pt x="2962799" y="45465"/>
                </a:lnTo>
                <a:lnTo>
                  <a:pt x="2872023" y="45465"/>
                </a:lnTo>
                <a:lnTo>
                  <a:pt x="2872277" y="45212"/>
                </a:lnTo>
                <a:close/>
              </a:path>
              <a:path w="3191510" h="104775">
                <a:moveTo>
                  <a:pt x="4481" y="70109"/>
                </a:moveTo>
                <a:lnTo>
                  <a:pt x="1506" y="70865"/>
                </a:lnTo>
                <a:lnTo>
                  <a:pt x="0" y="72898"/>
                </a:lnTo>
                <a:lnTo>
                  <a:pt x="17" y="73787"/>
                </a:lnTo>
                <a:lnTo>
                  <a:pt x="667" y="78232"/>
                </a:lnTo>
                <a:lnTo>
                  <a:pt x="2915" y="80010"/>
                </a:lnTo>
                <a:lnTo>
                  <a:pt x="5430" y="79756"/>
                </a:lnTo>
                <a:lnTo>
                  <a:pt x="7576" y="79628"/>
                </a:lnTo>
                <a:lnTo>
                  <a:pt x="9354" y="79121"/>
                </a:lnTo>
                <a:lnTo>
                  <a:pt x="10764" y="78486"/>
                </a:lnTo>
                <a:lnTo>
                  <a:pt x="12262" y="77343"/>
                </a:lnTo>
                <a:lnTo>
                  <a:pt x="13278" y="76200"/>
                </a:lnTo>
                <a:lnTo>
                  <a:pt x="13698" y="75819"/>
                </a:lnTo>
                <a:lnTo>
                  <a:pt x="14155" y="75311"/>
                </a:lnTo>
                <a:lnTo>
                  <a:pt x="14852" y="74168"/>
                </a:lnTo>
                <a:lnTo>
                  <a:pt x="14950" y="74040"/>
                </a:lnTo>
                <a:lnTo>
                  <a:pt x="15476" y="72898"/>
                </a:lnTo>
                <a:lnTo>
                  <a:pt x="15653" y="72389"/>
                </a:lnTo>
                <a:lnTo>
                  <a:pt x="15916" y="71755"/>
                </a:lnTo>
                <a:lnTo>
                  <a:pt x="13825" y="71755"/>
                </a:lnTo>
                <a:lnTo>
                  <a:pt x="14650" y="71247"/>
                </a:lnTo>
                <a:lnTo>
                  <a:pt x="3969" y="71247"/>
                </a:lnTo>
                <a:lnTo>
                  <a:pt x="4163" y="70865"/>
                </a:lnTo>
                <a:lnTo>
                  <a:pt x="3906" y="70865"/>
                </a:lnTo>
                <a:lnTo>
                  <a:pt x="4413" y="70374"/>
                </a:lnTo>
                <a:lnTo>
                  <a:pt x="4481" y="70109"/>
                </a:lnTo>
                <a:close/>
              </a:path>
              <a:path w="3191510" h="104775">
                <a:moveTo>
                  <a:pt x="200122" y="71120"/>
                </a:moveTo>
                <a:lnTo>
                  <a:pt x="16834" y="71120"/>
                </a:lnTo>
                <a:lnTo>
                  <a:pt x="16103" y="71274"/>
                </a:lnTo>
                <a:lnTo>
                  <a:pt x="25318" y="72389"/>
                </a:lnTo>
                <a:lnTo>
                  <a:pt x="66301" y="75311"/>
                </a:lnTo>
                <a:lnTo>
                  <a:pt x="90164" y="75946"/>
                </a:lnTo>
                <a:lnTo>
                  <a:pt x="103664" y="75946"/>
                </a:lnTo>
                <a:lnTo>
                  <a:pt x="150057" y="74422"/>
                </a:lnTo>
                <a:lnTo>
                  <a:pt x="200122" y="71120"/>
                </a:lnTo>
                <a:close/>
              </a:path>
              <a:path w="3191510" h="104775">
                <a:moveTo>
                  <a:pt x="14950" y="74040"/>
                </a:moveTo>
                <a:lnTo>
                  <a:pt x="14891" y="74168"/>
                </a:lnTo>
                <a:lnTo>
                  <a:pt x="14950" y="74040"/>
                </a:lnTo>
                <a:close/>
              </a:path>
              <a:path w="3191510" h="104775">
                <a:moveTo>
                  <a:pt x="16523" y="70094"/>
                </a:moveTo>
                <a:lnTo>
                  <a:pt x="13825" y="71755"/>
                </a:lnTo>
                <a:lnTo>
                  <a:pt x="15737" y="71351"/>
                </a:lnTo>
                <a:lnTo>
                  <a:pt x="15171" y="71247"/>
                </a:lnTo>
                <a:lnTo>
                  <a:pt x="15863" y="71194"/>
                </a:lnTo>
                <a:lnTo>
                  <a:pt x="16523" y="70094"/>
                </a:lnTo>
                <a:close/>
              </a:path>
              <a:path w="3191510" h="104775">
                <a:moveTo>
                  <a:pt x="16064" y="71374"/>
                </a:moveTo>
                <a:lnTo>
                  <a:pt x="15631" y="71374"/>
                </a:lnTo>
                <a:lnTo>
                  <a:pt x="13825" y="71755"/>
                </a:lnTo>
                <a:lnTo>
                  <a:pt x="15916" y="71755"/>
                </a:lnTo>
                <a:lnTo>
                  <a:pt x="16064" y="71374"/>
                </a:lnTo>
                <a:close/>
              </a:path>
              <a:path w="3191510" h="104775">
                <a:moveTo>
                  <a:pt x="15773" y="71343"/>
                </a:moveTo>
                <a:lnTo>
                  <a:pt x="15631" y="71374"/>
                </a:lnTo>
                <a:lnTo>
                  <a:pt x="15773" y="71343"/>
                </a:lnTo>
                <a:close/>
              </a:path>
              <a:path w="3191510" h="104775">
                <a:moveTo>
                  <a:pt x="15852" y="71327"/>
                </a:moveTo>
                <a:lnTo>
                  <a:pt x="16047" y="71374"/>
                </a:lnTo>
                <a:lnTo>
                  <a:pt x="15852" y="71327"/>
                </a:lnTo>
                <a:close/>
              </a:path>
              <a:path w="3191510" h="104775">
                <a:moveTo>
                  <a:pt x="16057" y="71351"/>
                </a:moveTo>
                <a:close/>
              </a:path>
              <a:path w="3191510" h="104775">
                <a:moveTo>
                  <a:pt x="16086" y="71277"/>
                </a:moveTo>
                <a:close/>
              </a:path>
              <a:path w="3191510" h="104775">
                <a:moveTo>
                  <a:pt x="16129" y="71173"/>
                </a:moveTo>
                <a:lnTo>
                  <a:pt x="15907" y="71190"/>
                </a:lnTo>
                <a:lnTo>
                  <a:pt x="15852" y="71327"/>
                </a:lnTo>
                <a:lnTo>
                  <a:pt x="16086" y="71277"/>
                </a:lnTo>
                <a:close/>
              </a:path>
              <a:path w="3191510" h="104775">
                <a:moveTo>
                  <a:pt x="15863" y="71194"/>
                </a:moveTo>
                <a:lnTo>
                  <a:pt x="15171" y="71247"/>
                </a:lnTo>
                <a:lnTo>
                  <a:pt x="15788" y="71319"/>
                </a:lnTo>
                <a:close/>
              </a:path>
              <a:path w="3191510" h="104775">
                <a:moveTo>
                  <a:pt x="16834" y="71120"/>
                </a:moveTo>
                <a:lnTo>
                  <a:pt x="16142" y="71172"/>
                </a:lnTo>
                <a:lnTo>
                  <a:pt x="16834" y="71120"/>
                </a:lnTo>
                <a:close/>
              </a:path>
              <a:path w="3191510" h="104775">
                <a:moveTo>
                  <a:pt x="4330" y="70641"/>
                </a:moveTo>
                <a:lnTo>
                  <a:pt x="3969" y="71247"/>
                </a:lnTo>
                <a:lnTo>
                  <a:pt x="4269" y="70822"/>
                </a:lnTo>
                <a:lnTo>
                  <a:pt x="4330" y="70641"/>
                </a:lnTo>
                <a:close/>
              </a:path>
              <a:path w="3191510" h="104775">
                <a:moveTo>
                  <a:pt x="17127" y="69723"/>
                </a:moveTo>
                <a:lnTo>
                  <a:pt x="6065" y="69723"/>
                </a:lnTo>
                <a:lnTo>
                  <a:pt x="4466" y="70569"/>
                </a:lnTo>
                <a:lnTo>
                  <a:pt x="4281" y="70822"/>
                </a:lnTo>
                <a:lnTo>
                  <a:pt x="4211" y="70993"/>
                </a:lnTo>
                <a:lnTo>
                  <a:pt x="3969" y="71247"/>
                </a:lnTo>
                <a:lnTo>
                  <a:pt x="14650" y="71247"/>
                </a:lnTo>
                <a:lnTo>
                  <a:pt x="16499" y="70109"/>
                </a:lnTo>
                <a:lnTo>
                  <a:pt x="16669" y="69850"/>
                </a:lnTo>
                <a:lnTo>
                  <a:pt x="16920" y="69850"/>
                </a:lnTo>
                <a:lnTo>
                  <a:pt x="17127" y="69723"/>
                </a:lnTo>
                <a:close/>
              </a:path>
              <a:path w="3191510" h="104775">
                <a:moveTo>
                  <a:pt x="16585" y="70056"/>
                </a:moveTo>
                <a:lnTo>
                  <a:pt x="15863" y="71194"/>
                </a:lnTo>
                <a:lnTo>
                  <a:pt x="16331" y="70679"/>
                </a:lnTo>
                <a:lnTo>
                  <a:pt x="16585" y="70056"/>
                </a:lnTo>
                <a:close/>
              </a:path>
              <a:path w="3191510" h="104775">
                <a:moveTo>
                  <a:pt x="16329" y="70682"/>
                </a:moveTo>
                <a:lnTo>
                  <a:pt x="15907" y="71190"/>
                </a:lnTo>
                <a:lnTo>
                  <a:pt x="16129" y="71173"/>
                </a:lnTo>
                <a:lnTo>
                  <a:pt x="16329" y="70682"/>
                </a:lnTo>
                <a:close/>
              </a:path>
              <a:path w="3191510" h="104775">
                <a:moveTo>
                  <a:pt x="218573" y="69723"/>
                </a:moveTo>
                <a:lnTo>
                  <a:pt x="17127" y="69723"/>
                </a:lnTo>
                <a:lnTo>
                  <a:pt x="16378" y="70624"/>
                </a:lnTo>
                <a:lnTo>
                  <a:pt x="16129" y="71173"/>
                </a:lnTo>
                <a:lnTo>
                  <a:pt x="16212" y="70993"/>
                </a:lnTo>
                <a:lnTo>
                  <a:pt x="202051" y="70993"/>
                </a:lnTo>
                <a:lnTo>
                  <a:pt x="218573" y="69723"/>
                </a:lnTo>
                <a:close/>
              </a:path>
              <a:path w="3191510" h="104775">
                <a:moveTo>
                  <a:pt x="202051" y="70993"/>
                </a:moveTo>
                <a:lnTo>
                  <a:pt x="16212" y="70993"/>
                </a:lnTo>
                <a:lnTo>
                  <a:pt x="16142" y="71172"/>
                </a:lnTo>
                <a:lnTo>
                  <a:pt x="16834" y="71120"/>
                </a:lnTo>
                <a:lnTo>
                  <a:pt x="200122" y="71120"/>
                </a:lnTo>
                <a:lnTo>
                  <a:pt x="202051" y="70993"/>
                </a:lnTo>
                <a:close/>
              </a:path>
              <a:path w="3191510" h="104775">
                <a:moveTo>
                  <a:pt x="4258" y="70853"/>
                </a:moveTo>
                <a:lnTo>
                  <a:pt x="4156" y="70993"/>
                </a:lnTo>
                <a:lnTo>
                  <a:pt x="4258" y="70853"/>
                </a:lnTo>
                <a:close/>
              </a:path>
              <a:path w="3191510" h="104775">
                <a:moveTo>
                  <a:pt x="4413" y="70374"/>
                </a:moveTo>
                <a:lnTo>
                  <a:pt x="3906" y="70865"/>
                </a:lnTo>
                <a:lnTo>
                  <a:pt x="4252" y="70682"/>
                </a:lnTo>
                <a:lnTo>
                  <a:pt x="4413" y="70374"/>
                </a:lnTo>
                <a:close/>
              </a:path>
              <a:path w="3191510" h="104775">
                <a:moveTo>
                  <a:pt x="4258" y="70679"/>
                </a:moveTo>
                <a:lnTo>
                  <a:pt x="3906" y="70865"/>
                </a:lnTo>
                <a:lnTo>
                  <a:pt x="4163" y="70865"/>
                </a:lnTo>
                <a:lnTo>
                  <a:pt x="4258" y="70679"/>
                </a:lnTo>
                <a:close/>
              </a:path>
              <a:path w="3191510" h="104775">
                <a:moveTo>
                  <a:pt x="4466" y="70569"/>
                </a:moveTo>
                <a:lnTo>
                  <a:pt x="4281" y="70822"/>
                </a:lnTo>
                <a:lnTo>
                  <a:pt x="4466" y="70569"/>
                </a:lnTo>
                <a:close/>
              </a:path>
              <a:path w="3191510" h="104775">
                <a:moveTo>
                  <a:pt x="17127" y="69723"/>
                </a:moveTo>
                <a:lnTo>
                  <a:pt x="16655" y="70013"/>
                </a:lnTo>
                <a:lnTo>
                  <a:pt x="16329" y="70682"/>
                </a:lnTo>
                <a:lnTo>
                  <a:pt x="17127" y="69723"/>
                </a:lnTo>
                <a:close/>
              </a:path>
              <a:path w="3191510" h="104775">
                <a:moveTo>
                  <a:pt x="4424" y="70364"/>
                </a:moveTo>
                <a:lnTo>
                  <a:pt x="4258" y="70679"/>
                </a:lnTo>
                <a:lnTo>
                  <a:pt x="4424" y="70364"/>
                </a:lnTo>
                <a:close/>
              </a:path>
              <a:path w="3191510" h="104775">
                <a:moveTo>
                  <a:pt x="4499" y="70292"/>
                </a:moveTo>
                <a:lnTo>
                  <a:pt x="4330" y="70641"/>
                </a:lnTo>
                <a:lnTo>
                  <a:pt x="4499" y="70292"/>
                </a:lnTo>
                <a:close/>
              </a:path>
              <a:path w="3191510" h="104775">
                <a:moveTo>
                  <a:pt x="4874" y="70013"/>
                </a:moveTo>
                <a:lnTo>
                  <a:pt x="4562" y="70231"/>
                </a:lnTo>
                <a:lnTo>
                  <a:pt x="4362" y="70624"/>
                </a:lnTo>
                <a:lnTo>
                  <a:pt x="4874" y="70013"/>
                </a:lnTo>
                <a:close/>
              </a:path>
              <a:path w="3191510" h="104775">
                <a:moveTo>
                  <a:pt x="6065" y="69723"/>
                </a:moveTo>
                <a:lnTo>
                  <a:pt x="4874" y="70013"/>
                </a:lnTo>
                <a:lnTo>
                  <a:pt x="4466" y="70569"/>
                </a:lnTo>
                <a:lnTo>
                  <a:pt x="6065" y="69723"/>
                </a:lnTo>
                <a:close/>
              </a:path>
              <a:path w="3191510" h="104775">
                <a:moveTo>
                  <a:pt x="4558" y="70090"/>
                </a:moveTo>
                <a:lnTo>
                  <a:pt x="4401" y="70358"/>
                </a:lnTo>
                <a:lnTo>
                  <a:pt x="4558" y="70090"/>
                </a:lnTo>
                <a:close/>
              </a:path>
              <a:path w="3191510" h="104775">
                <a:moveTo>
                  <a:pt x="4584" y="70084"/>
                </a:moveTo>
                <a:lnTo>
                  <a:pt x="4422" y="70358"/>
                </a:lnTo>
                <a:lnTo>
                  <a:pt x="4584" y="70084"/>
                </a:lnTo>
                <a:close/>
              </a:path>
              <a:path w="3191510" h="104775">
                <a:moveTo>
                  <a:pt x="4757" y="70041"/>
                </a:moveTo>
                <a:lnTo>
                  <a:pt x="4584" y="70084"/>
                </a:lnTo>
                <a:lnTo>
                  <a:pt x="4499" y="70292"/>
                </a:lnTo>
                <a:lnTo>
                  <a:pt x="4757" y="70041"/>
                </a:lnTo>
                <a:close/>
              </a:path>
              <a:path w="3191510" h="104775">
                <a:moveTo>
                  <a:pt x="5087" y="69723"/>
                </a:moveTo>
                <a:lnTo>
                  <a:pt x="4604" y="69723"/>
                </a:lnTo>
                <a:lnTo>
                  <a:pt x="4503" y="70104"/>
                </a:lnTo>
                <a:lnTo>
                  <a:pt x="4681" y="69850"/>
                </a:lnTo>
                <a:lnTo>
                  <a:pt x="4956" y="69850"/>
                </a:lnTo>
                <a:lnTo>
                  <a:pt x="5087" y="69723"/>
                </a:lnTo>
                <a:close/>
              </a:path>
              <a:path w="3191510" h="104775">
                <a:moveTo>
                  <a:pt x="16669" y="69850"/>
                </a:moveTo>
                <a:lnTo>
                  <a:pt x="16523" y="70094"/>
                </a:lnTo>
                <a:lnTo>
                  <a:pt x="16669" y="69850"/>
                </a:lnTo>
                <a:close/>
              </a:path>
              <a:path w="3191510" h="104775">
                <a:moveTo>
                  <a:pt x="4956" y="69850"/>
                </a:moveTo>
                <a:lnTo>
                  <a:pt x="4681" y="69850"/>
                </a:lnTo>
                <a:lnTo>
                  <a:pt x="4584" y="70084"/>
                </a:lnTo>
                <a:lnTo>
                  <a:pt x="4787" y="70013"/>
                </a:lnTo>
                <a:lnTo>
                  <a:pt x="4956" y="69850"/>
                </a:lnTo>
                <a:close/>
              </a:path>
              <a:path w="3191510" h="104775">
                <a:moveTo>
                  <a:pt x="16920" y="69850"/>
                </a:moveTo>
                <a:lnTo>
                  <a:pt x="16669" y="69850"/>
                </a:lnTo>
                <a:lnTo>
                  <a:pt x="16585" y="70056"/>
                </a:lnTo>
                <a:lnTo>
                  <a:pt x="16920" y="69850"/>
                </a:lnTo>
                <a:close/>
              </a:path>
              <a:path w="3191510" h="104775">
                <a:moveTo>
                  <a:pt x="5087" y="69723"/>
                </a:moveTo>
                <a:lnTo>
                  <a:pt x="4757" y="70041"/>
                </a:lnTo>
                <a:lnTo>
                  <a:pt x="5087" y="69723"/>
                </a:lnTo>
                <a:close/>
              </a:path>
              <a:path w="3191510" h="104775">
                <a:moveTo>
                  <a:pt x="6065" y="69723"/>
                </a:moveTo>
                <a:lnTo>
                  <a:pt x="5087" y="69723"/>
                </a:lnTo>
                <a:lnTo>
                  <a:pt x="4874" y="70013"/>
                </a:lnTo>
                <a:lnTo>
                  <a:pt x="6065" y="69723"/>
                </a:lnTo>
                <a:close/>
              </a:path>
              <a:path w="3191510" h="104775">
                <a:moveTo>
                  <a:pt x="237865" y="68199"/>
                </a:moveTo>
                <a:lnTo>
                  <a:pt x="5036" y="68199"/>
                </a:lnTo>
                <a:lnTo>
                  <a:pt x="4782" y="68961"/>
                </a:lnTo>
                <a:lnTo>
                  <a:pt x="4569" y="69835"/>
                </a:lnTo>
                <a:lnTo>
                  <a:pt x="218573" y="69723"/>
                </a:lnTo>
                <a:lnTo>
                  <a:pt x="237865" y="68199"/>
                </a:lnTo>
                <a:close/>
              </a:path>
              <a:path w="3191510" h="104775">
                <a:moveTo>
                  <a:pt x="16631" y="59944"/>
                </a:moveTo>
                <a:lnTo>
                  <a:pt x="14955" y="59944"/>
                </a:lnTo>
                <a:lnTo>
                  <a:pt x="11932" y="60325"/>
                </a:lnTo>
                <a:lnTo>
                  <a:pt x="5062" y="68199"/>
                </a:lnTo>
                <a:lnTo>
                  <a:pt x="237840" y="68199"/>
                </a:lnTo>
                <a:lnTo>
                  <a:pt x="256369" y="66675"/>
                </a:lnTo>
                <a:lnTo>
                  <a:pt x="274327" y="65659"/>
                </a:lnTo>
                <a:lnTo>
                  <a:pt x="90380" y="65659"/>
                </a:lnTo>
                <a:lnTo>
                  <a:pt x="77693" y="65277"/>
                </a:lnTo>
                <a:lnTo>
                  <a:pt x="66784" y="64897"/>
                </a:lnTo>
                <a:lnTo>
                  <a:pt x="56839" y="64262"/>
                </a:lnTo>
                <a:lnTo>
                  <a:pt x="48508" y="63500"/>
                </a:lnTo>
                <a:lnTo>
                  <a:pt x="41079" y="62864"/>
                </a:lnTo>
                <a:lnTo>
                  <a:pt x="33129" y="61849"/>
                </a:lnTo>
                <a:lnTo>
                  <a:pt x="26613" y="61087"/>
                </a:lnTo>
                <a:lnTo>
                  <a:pt x="20873" y="60578"/>
                </a:lnTo>
                <a:lnTo>
                  <a:pt x="16631" y="59944"/>
                </a:lnTo>
                <a:close/>
              </a:path>
              <a:path w="3191510" h="104775">
                <a:moveTo>
                  <a:pt x="1048303" y="43307"/>
                </a:moveTo>
                <a:lnTo>
                  <a:pt x="1023792" y="43561"/>
                </a:lnTo>
                <a:lnTo>
                  <a:pt x="999789" y="43561"/>
                </a:lnTo>
                <a:lnTo>
                  <a:pt x="975278" y="43942"/>
                </a:lnTo>
                <a:lnTo>
                  <a:pt x="951148" y="44069"/>
                </a:lnTo>
                <a:lnTo>
                  <a:pt x="878885" y="44323"/>
                </a:lnTo>
                <a:lnTo>
                  <a:pt x="831387" y="44450"/>
                </a:lnTo>
                <a:lnTo>
                  <a:pt x="807892" y="44450"/>
                </a:lnTo>
                <a:lnTo>
                  <a:pt x="784905" y="44703"/>
                </a:lnTo>
                <a:lnTo>
                  <a:pt x="539668" y="46736"/>
                </a:lnTo>
                <a:lnTo>
                  <a:pt x="433115" y="49022"/>
                </a:lnTo>
                <a:lnTo>
                  <a:pt x="293542" y="54356"/>
                </a:lnTo>
                <a:lnTo>
                  <a:pt x="237103" y="57912"/>
                </a:lnTo>
                <a:lnTo>
                  <a:pt x="201277" y="60833"/>
                </a:lnTo>
                <a:lnTo>
                  <a:pt x="183966" y="62102"/>
                </a:lnTo>
                <a:lnTo>
                  <a:pt x="166364" y="63246"/>
                </a:lnTo>
                <a:lnTo>
                  <a:pt x="149524" y="64262"/>
                </a:lnTo>
                <a:lnTo>
                  <a:pt x="133446" y="65024"/>
                </a:lnTo>
                <a:lnTo>
                  <a:pt x="118092" y="65532"/>
                </a:lnTo>
                <a:lnTo>
                  <a:pt x="103512" y="65659"/>
                </a:lnTo>
                <a:lnTo>
                  <a:pt x="274263" y="65659"/>
                </a:lnTo>
                <a:lnTo>
                  <a:pt x="294063" y="64643"/>
                </a:lnTo>
                <a:lnTo>
                  <a:pt x="312338" y="63753"/>
                </a:lnTo>
                <a:lnTo>
                  <a:pt x="331718" y="62864"/>
                </a:lnTo>
                <a:lnTo>
                  <a:pt x="433369" y="59309"/>
                </a:lnTo>
                <a:lnTo>
                  <a:pt x="539922" y="57023"/>
                </a:lnTo>
                <a:lnTo>
                  <a:pt x="672891" y="56007"/>
                </a:lnTo>
                <a:lnTo>
                  <a:pt x="738042" y="55880"/>
                </a:lnTo>
                <a:lnTo>
                  <a:pt x="878885" y="55752"/>
                </a:lnTo>
                <a:lnTo>
                  <a:pt x="903396" y="55499"/>
                </a:lnTo>
                <a:lnTo>
                  <a:pt x="975405" y="55499"/>
                </a:lnTo>
                <a:lnTo>
                  <a:pt x="1371076" y="55245"/>
                </a:lnTo>
                <a:lnTo>
                  <a:pt x="1301668" y="50673"/>
                </a:lnTo>
                <a:lnTo>
                  <a:pt x="1200449" y="45974"/>
                </a:lnTo>
                <a:lnTo>
                  <a:pt x="1148760" y="44323"/>
                </a:lnTo>
                <a:lnTo>
                  <a:pt x="1098595" y="43561"/>
                </a:lnTo>
                <a:lnTo>
                  <a:pt x="1048303" y="43307"/>
                </a:lnTo>
                <a:close/>
              </a:path>
              <a:path w="3191510" h="104775">
                <a:moveTo>
                  <a:pt x="3175934" y="0"/>
                </a:moveTo>
                <a:lnTo>
                  <a:pt x="3161202" y="381"/>
                </a:lnTo>
                <a:lnTo>
                  <a:pt x="3142406" y="1270"/>
                </a:lnTo>
                <a:lnTo>
                  <a:pt x="3142025" y="1270"/>
                </a:lnTo>
                <a:lnTo>
                  <a:pt x="3119038" y="3048"/>
                </a:lnTo>
                <a:lnTo>
                  <a:pt x="3118784" y="3048"/>
                </a:lnTo>
                <a:lnTo>
                  <a:pt x="3091987" y="6223"/>
                </a:lnTo>
                <a:lnTo>
                  <a:pt x="3091733" y="6350"/>
                </a:lnTo>
                <a:lnTo>
                  <a:pt x="3060110" y="11049"/>
                </a:lnTo>
                <a:lnTo>
                  <a:pt x="3059856" y="11049"/>
                </a:lnTo>
                <a:lnTo>
                  <a:pt x="3025312" y="17272"/>
                </a:lnTo>
                <a:lnTo>
                  <a:pt x="3025185" y="17272"/>
                </a:lnTo>
                <a:lnTo>
                  <a:pt x="2989879" y="24002"/>
                </a:lnTo>
                <a:lnTo>
                  <a:pt x="2912536" y="38862"/>
                </a:lnTo>
                <a:lnTo>
                  <a:pt x="2912663" y="38862"/>
                </a:lnTo>
                <a:lnTo>
                  <a:pt x="2872023" y="45465"/>
                </a:lnTo>
                <a:lnTo>
                  <a:pt x="2962799" y="45465"/>
                </a:lnTo>
                <a:lnTo>
                  <a:pt x="3028233" y="33274"/>
                </a:lnTo>
                <a:lnTo>
                  <a:pt x="3062650" y="27686"/>
                </a:lnTo>
                <a:lnTo>
                  <a:pt x="3062523" y="27686"/>
                </a:lnTo>
                <a:lnTo>
                  <a:pt x="3094146" y="23240"/>
                </a:lnTo>
                <a:lnTo>
                  <a:pt x="3095057" y="23240"/>
                </a:lnTo>
                <a:lnTo>
                  <a:pt x="3120689" y="20447"/>
                </a:lnTo>
                <a:lnTo>
                  <a:pt x="3120435" y="20447"/>
                </a:lnTo>
                <a:lnTo>
                  <a:pt x="3143422" y="18796"/>
                </a:lnTo>
                <a:lnTo>
                  <a:pt x="3143168" y="18796"/>
                </a:lnTo>
                <a:lnTo>
                  <a:pt x="3161710" y="18161"/>
                </a:lnTo>
                <a:lnTo>
                  <a:pt x="3161456" y="18161"/>
                </a:lnTo>
                <a:lnTo>
                  <a:pt x="3163640" y="18122"/>
                </a:lnTo>
                <a:lnTo>
                  <a:pt x="3162726" y="14986"/>
                </a:lnTo>
                <a:lnTo>
                  <a:pt x="3164250" y="11684"/>
                </a:lnTo>
                <a:lnTo>
                  <a:pt x="3167171" y="10287"/>
                </a:lnTo>
                <a:lnTo>
                  <a:pt x="3178347" y="5461"/>
                </a:lnTo>
                <a:lnTo>
                  <a:pt x="3190385" y="5461"/>
                </a:lnTo>
                <a:lnTo>
                  <a:pt x="3187618" y="1524"/>
                </a:lnTo>
                <a:lnTo>
                  <a:pt x="3185078" y="253"/>
                </a:lnTo>
                <a:lnTo>
                  <a:pt x="3182284" y="253"/>
                </a:lnTo>
                <a:lnTo>
                  <a:pt x="3175934" y="0"/>
                </a:lnTo>
                <a:close/>
              </a:path>
              <a:path w="3191510" h="104775">
                <a:moveTo>
                  <a:pt x="3095057" y="23240"/>
                </a:moveTo>
                <a:lnTo>
                  <a:pt x="3094146" y="23240"/>
                </a:lnTo>
                <a:lnTo>
                  <a:pt x="3093892" y="23368"/>
                </a:lnTo>
                <a:lnTo>
                  <a:pt x="3095057" y="23240"/>
                </a:lnTo>
                <a:close/>
              </a:path>
              <a:path w="3191510" h="104775">
                <a:moveTo>
                  <a:pt x="3190385" y="5461"/>
                </a:moveTo>
                <a:lnTo>
                  <a:pt x="3178347" y="5461"/>
                </a:lnTo>
                <a:lnTo>
                  <a:pt x="3174908" y="11072"/>
                </a:lnTo>
                <a:lnTo>
                  <a:pt x="3182157" y="17907"/>
                </a:lnTo>
                <a:lnTo>
                  <a:pt x="3175934" y="17907"/>
                </a:lnTo>
                <a:lnTo>
                  <a:pt x="3163640" y="18122"/>
                </a:lnTo>
                <a:lnTo>
                  <a:pt x="3164504" y="21209"/>
                </a:lnTo>
                <a:lnTo>
                  <a:pt x="3167552" y="22987"/>
                </a:lnTo>
                <a:lnTo>
                  <a:pt x="3182792" y="20827"/>
                </a:lnTo>
                <a:lnTo>
                  <a:pt x="3185840" y="20320"/>
                </a:lnTo>
                <a:lnTo>
                  <a:pt x="3188380" y="18161"/>
                </a:lnTo>
                <a:lnTo>
                  <a:pt x="3189354" y="14986"/>
                </a:lnTo>
                <a:lnTo>
                  <a:pt x="3191301" y="9144"/>
                </a:lnTo>
                <a:lnTo>
                  <a:pt x="3190920" y="6223"/>
                </a:lnTo>
                <a:lnTo>
                  <a:pt x="3190385" y="5461"/>
                </a:lnTo>
                <a:close/>
              </a:path>
              <a:path w="3191510" h="104775">
                <a:moveTo>
                  <a:pt x="3178347" y="5461"/>
                </a:moveTo>
                <a:lnTo>
                  <a:pt x="3167171" y="10287"/>
                </a:lnTo>
                <a:lnTo>
                  <a:pt x="3164250" y="11684"/>
                </a:lnTo>
                <a:lnTo>
                  <a:pt x="3162726" y="14986"/>
                </a:lnTo>
                <a:lnTo>
                  <a:pt x="3163640" y="18122"/>
                </a:lnTo>
                <a:lnTo>
                  <a:pt x="3175934" y="17907"/>
                </a:lnTo>
                <a:lnTo>
                  <a:pt x="3182157" y="17907"/>
                </a:lnTo>
                <a:lnTo>
                  <a:pt x="3177308" y="13335"/>
                </a:lnTo>
                <a:lnTo>
                  <a:pt x="3173521" y="13335"/>
                </a:lnTo>
                <a:lnTo>
                  <a:pt x="3173267" y="9525"/>
                </a:lnTo>
                <a:lnTo>
                  <a:pt x="3175856" y="9525"/>
                </a:lnTo>
                <a:lnTo>
                  <a:pt x="3178347" y="5461"/>
                </a:lnTo>
                <a:close/>
              </a:path>
              <a:path w="3191510" h="104775">
                <a:moveTo>
                  <a:pt x="3173267" y="9525"/>
                </a:moveTo>
                <a:lnTo>
                  <a:pt x="3173521" y="13335"/>
                </a:lnTo>
                <a:lnTo>
                  <a:pt x="3174908" y="11072"/>
                </a:lnTo>
                <a:lnTo>
                  <a:pt x="3173267" y="9525"/>
                </a:lnTo>
                <a:close/>
              </a:path>
              <a:path w="3191510" h="104775">
                <a:moveTo>
                  <a:pt x="3174908" y="11072"/>
                </a:moveTo>
                <a:lnTo>
                  <a:pt x="3173521" y="13335"/>
                </a:lnTo>
                <a:lnTo>
                  <a:pt x="3177308" y="13335"/>
                </a:lnTo>
                <a:lnTo>
                  <a:pt x="3174908" y="11072"/>
                </a:lnTo>
                <a:close/>
              </a:path>
              <a:path w="3191510" h="104775">
                <a:moveTo>
                  <a:pt x="3175856" y="9525"/>
                </a:moveTo>
                <a:lnTo>
                  <a:pt x="3173267" y="9525"/>
                </a:lnTo>
                <a:lnTo>
                  <a:pt x="3174908" y="11072"/>
                </a:lnTo>
                <a:lnTo>
                  <a:pt x="3175856" y="95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Adjusted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Multiple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Coefficient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Vs</a:t>
            </a:r>
            <a:r>
              <a:rPr b="1" spc="-1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Multiple</a:t>
            </a:r>
            <a:r>
              <a:rPr b="1" spc="-1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Coefficient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216913"/>
            <a:ext cx="80162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431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10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1950" baseline="25641" dirty="0">
                <a:latin typeface="Calibri"/>
                <a:cs typeface="Calibri"/>
              </a:rPr>
              <a:t>2</a:t>
            </a:r>
            <a:r>
              <a:rPr sz="1950" spc="202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independent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adjusted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coefficient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take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negative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value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436" y="1859660"/>
            <a:ext cx="3750885" cy="5626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97585" y="2247392"/>
            <a:ext cx="1818005" cy="91440"/>
          </a:xfrm>
          <a:custGeom>
            <a:avLst/>
            <a:gdLst/>
            <a:ahLst/>
            <a:cxnLst/>
            <a:rect l="l" t="t" r="r" b="b"/>
            <a:pathLst>
              <a:path w="1818005" h="91439">
                <a:moveTo>
                  <a:pt x="428447" y="38988"/>
                </a:moveTo>
                <a:lnTo>
                  <a:pt x="270306" y="38988"/>
                </a:lnTo>
                <a:lnTo>
                  <a:pt x="290855" y="39243"/>
                </a:lnTo>
                <a:lnTo>
                  <a:pt x="311886" y="39877"/>
                </a:lnTo>
                <a:lnTo>
                  <a:pt x="333692" y="41020"/>
                </a:lnTo>
                <a:lnTo>
                  <a:pt x="354863" y="42544"/>
                </a:lnTo>
                <a:lnTo>
                  <a:pt x="377113" y="44450"/>
                </a:lnTo>
                <a:lnTo>
                  <a:pt x="376986" y="44450"/>
                </a:lnTo>
                <a:lnTo>
                  <a:pt x="399846" y="46608"/>
                </a:lnTo>
                <a:lnTo>
                  <a:pt x="540054" y="62991"/>
                </a:lnTo>
                <a:lnTo>
                  <a:pt x="592251" y="68199"/>
                </a:lnTo>
                <a:lnTo>
                  <a:pt x="618921" y="70231"/>
                </a:lnTo>
                <a:lnTo>
                  <a:pt x="671626" y="73025"/>
                </a:lnTo>
                <a:lnTo>
                  <a:pt x="671499" y="73025"/>
                </a:lnTo>
                <a:lnTo>
                  <a:pt x="794078" y="80644"/>
                </a:lnTo>
                <a:lnTo>
                  <a:pt x="847267" y="84200"/>
                </a:lnTo>
                <a:lnTo>
                  <a:pt x="914958" y="88010"/>
                </a:lnTo>
                <a:lnTo>
                  <a:pt x="986840" y="90805"/>
                </a:lnTo>
                <a:lnTo>
                  <a:pt x="1024305" y="91439"/>
                </a:lnTo>
                <a:lnTo>
                  <a:pt x="1062786" y="91312"/>
                </a:lnTo>
                <a:lnTo>
                  <a:pt x="1101013" y="90424"/>
                </a:lnTo>
                <a:lnTo>
                  <a:pt x="1141272" y="88518"/>
                </a:lnTo>
                <a:lnTo>
                  <a:pt x="1181277" y="85470"/>
                </a:lnTo>
                <a:lnTo>
                  <a:pt x="1221155" y="81280"/>
                </a:lnTo>
                <a:lnTo>
                  <a:pt x="1226151" y="80644"/>
                </a:lnTo>
                <a:lnTo>
                  <a:pt x="1024305" y="80644"/>
                </a:lnTo>
                <a:lnTo>
                  <a:pt x="987094" y="80009"/>
                </a:lnTo>
                <a:lnTo>
                  <a:pt x="950899" y="78866"/>
                </a:lnTo>
                <a:lnTo>
                  <a:pt x="881303" y="75437"/>
                </a:lnTo>
                <a:lnTo>
                  <a:pt x="881430" y="75437"/>
                </a:lnTo>
                <a:lnTo>
                  <a:pt x="672134" y="62230"/>
                </a:lnTo>
                <a:lnTo>
                  <a:pt x="645083" y="60959"/>
                </a:lnTo>
                <a:lnTo>
                  <a:pt x="619556" y="59435"/>
                </a:lnTo>
                <a:lnTo>
                  <a:pt x="619683" y="59435"/>
                </a:lnTo>
                <a:lnTo>
                  <a:pt x="594799" y="57531"/>
                </a:lnTo>
                <a:lnTo>
                  <a:pt x="593140" y="57531"/>
                </a:lnTo>
                <a:lnTo>
                  <a:pt x="566978" y="54990"/>
                </a:lnTo>
                <a:lnTo>
                  <a:pt x="567105" y="54990"/>
                </a:lnTo>
                <a:lnTo>
                  <a:pt x="541197" y="52324"/>
                </a:lnTo>
                <a:lnTo>
                  <a:pt x="517448" y="49530"/>
                </a:lnTo>
                <a:lnTo>
                  <a:pt x="517575" y="49530"/>
                </a:lnTo>
                <a:lnTo>
                  <a:pt x="428447" y="38988"/>
                </a:lnTo>
                <a:close/>
              </a:path>
              <a:path w="1818005" h="91439">
                <a:moveTo>
                  <a:pt x="1024412" y="80644"/>
                </a:moveTo>
                <a:close/>
              </a:path>
              <a:path w="1818005" h="91439">
                <a:moveTo>
                  <a:pt x="1742236" y="0"/>
                </a:moveTo>
                <a:lnTo>
                  <a:pt x="1725091" y="126"/>
                </a:lnTo>
                <a:lnTo>
                  <a:pt x="1705533" y="762"/>
                </a:lnTo>
                <a:lnTo>
                  <a:pt x="1705279" y="762"/>
                </a:lnTo>
                <a:lnTo>
                  <a:pt x="1682800" y="1905"/>
                </a:lnTo>
                <a:lnTo>
                  <a:pt x="1682546" y="1905"/>
                </a:lnTo>
                <a:lnTo>
                  <a:pt x="1657400" y="3682"/>
                </a:lnTo>
                <a:lnTo>
                  <a:pt x="1629841" y="6222"/>
                </a:lnTo>
                <a:lnTo>
                  <a:pt x="1599361" y="9651"/>
                </a:lnTo>
                <a:lnTo>
                  <a:pt x="1599234" y="9651"/>
                </a:lnTo>
                <a:lnTo>
                  <a:pt x="1566976" y="13843"/>
                </a:lnTo>
                <a:lnTo>
                  <a:pt x="1533321" y="18795"/>
                </a:lnTo>
                <a:lnTo>
                  <a:pt x="1497253" y="24510"/>
                </a:lnTo>
                <a:lnTo>
                  <a:pt x="1301292" y="58419"/>
                </a:lnTo>
                <a:lnTo>
                  <a:pt x="1260525" y="64643"/>
                </a:lnTo>
                <a:lnTo>
                  <a:pt x="1219758" y="70231"/>
                </a:lnTo>
                <a:lnTo>
                  <a:pt x="1180261" y="74549"/>
                </a:lnTo>
                <a:lnTo>
                  <a:pt x="1140637" y="77724"/>
                </a:lnTo>
                <a:lnTo>
                  <a:pt x="1100632" y="79628"/>
                </a:lnTo>
                <a:lnTo>
                  <a:pt x="1062659" y="80518"/>
                </a:lnTo>
                <a:lnTo>
                  <a:pt x="1024412" y="80644"/>
                </a:lnTo>
                <a:lnTo>
                  <a:pt x="1226153" y="80644"/>
                </a:lnTo>
                <a:lnTo>
                  <a:pt x="1262176" y="75945"/>
                </a:lnTo>
                <a:lnTo>
                  <a:pt x="1303070" y="69976"/>
                </a:lnTo>
                <a:lnTo>
                  <a:pt x="1499285" y="37210"/>
                </a:lnTo>
                <a:lnTo>
                  <a:pt x="1535353" y="31750"/>
                </a:lnTo>
                <a:lnTo>
                  <a:pt x="1568754" y="27050"/>
                </a:lnTo>
                <a:lnTo>
                  <a:pt x="1600885" y="23113"/>
                </a:lnTo>
                <a:lnTo>
                  <a:pt x="1631238" y="20065"/>
                </a:lnTo>
                <a:lnTo>
                  <a:pt x="1658543" y="17780"/>
                </a:lnTo>
                <a:lnTo>
                  <a:pt x="1683562" y="16256"/>
                </a:lnTo>
                <a:lnTo>
                  <a:pt x="1683435" y="16256"/>
                </a:lnTo>
                <a:lnTo>
                  <a:pt x="1705914" y="15239"/>
                </a:lnTo>
                <a:lnTo>
                  <a:pt x="1725345" y="14858"/>
                </a:lnTo>
                <a:lnTo>
                  <a:pt x="1817772" y="14858"/>
                </a:lnTo>
                <a:lnTo>
                  <a:pt x="1817801" y="14605"/>
                </a:lnTo>
                <a:lnTo>
                  <a:pt x="1816531" y="12572"/>
                </a:lnTo>
                <a:lnTo>
                  <a:pt x="1814499" y="11683"/>
                </a:lnTo>
                <a:lnTo>
                  <a:pt x="1808276" y="9270"/>
                </a:lnTo>
                <a:lnTo>
                  <a:pt x="1798878" y="6731"/>
                </a:lnTo>
                <a:lnTo>
                  <a:pt x="1798624" y="6731"/>
                </a:lnTo>
                <a:lnTo>
                  <a:pt x="1786813" y="4063"/>
                </a:lnTo>
                <a:lnTo>
                  <a:pt x="1786559" y="3937"/>
                </a:lnTo>
                <a:lnTo>
                  <a:pt x="1773351" y="1524"/>
                </a:lnTo>
                <a:lnTo>
                  <a:pt x="1758619" y="253"/>
                </a:lnTo>
                <a:lnTo>
                  <a:pt x="1742236" y="0"/>
                </a:lnTo>
                <a:close/>
              </a:path>
              <a:path w="1818005" h="91439">
                <a:moveTo>
                  <a:pt x="593140" y="57403"/>
                </a:moveTo>
                <a:lnTo>
                  <a:pt x="593140" y="57531"/>
                </a:lnTo>
                <a:lnTo>
                  <a:pt x="594799" y="57531"/>
                </a:lnTo>
                <a:lnTo>
                  <a:pt x="593140" y="57403"/>
                </a:lnTo>
                <a:close/>
              </a:path>
              <a:path w="1818005" h="91439">
                <a:moveTo>
                  <a:pt x="270433" y="28320"/>
                </a:moveTo>
                <a:lnTo>
                  <a:pt x="229590" y="28701"/>
                </a:lnTo>
                <a:lnTo>
                  <a:pt x="190284" y="29971"/>
                </a:lnTo>
                <a:lnTo>
                  <a:pt x="84772" y="35306"/>
                </a:lnTo>
                <a:lnTo>
                  <a:pt x="21831" y="38607"/>
                </a:lnTo>
                <a:lnTo>
                  <a:pt x="11798" y="39115"/>
                </a:lnTo>
                <a:lnTo>
                  <a:pt x="2857" y="39243"/>
                </a:lnTo>
                <a:lnTo>
                  <a:pt x="1257" y="39369"/>
                </a:lnTo>
                <a:lnTo>
                  <a:pt x="0" y="40639"/>
                </a:lnTo>
                <a:lnTo>
                  <a:pt x="25" y="43814"/>
                </a:lnTo>
                <a:lnTo>
                  <a:pt x="1308" y="45084"/>
                </a:lnTo>
                <a:lnTo>
                  <a:pt x="2908" y="45084"/>
                </a:lnTo>
                <a:lnTo>
                  <a:pt x="11899" y="45212"/>
                </a:lnTo>
                <a:lnTo>
                  <a:pt x="32397" y="45465"/>
                </a:lnTo>
                <a:lnTo>
                  <a:pt x="44348" y="45465"/>
                </a:lnTo>
                <a:lnTo>
                  <a:pt x="57289" y="45338"/>
                </a:lnTo>
                <a:lnTo>
                  <a:pt x="69938" y="45084"/>
                </a:lnTo>
                <a:lnTo>
                  <a:pt x="171272" y="41147"/>
                </a:lnTo>
                <a:lnTo>
                  <a:pt x="190677" y="40385"/>
                </a:lnTo>
                <a:lnTo>
                  <a:pt x="210426" y="39750"/>
                </a:lnTo>
                <a:lnTo>
                  <a:pt x="229806" y="39243"/>
                </a:lnTo>
                <a:lnTo>
                  <a:pt x="249910" y="38988"/>
                </a:lnTo>
                <a:lnTo>
                  <a:pt x="428447" y="38988"/>
                </a:lnTo>
                <a:lnTo>
                  <a:pt x="424103" y="38481"/>
                </a:lnTo>
                <a:lnTo>
                  <a:pt x="378129" y="33781"/>
                </a:lnTo>
                <a:lnTo>
                  <a:pt x="355688" y="31876"/>
                </a:lnTo>
                <a:lnTo>
                  <a:pt x="334340" y="30352"/>
                </a:lnTo>
                <a:lnTo>
                  <a:pt x="312331" y="29209"/>
                </a:lnTo>
                <a:lnTo>
                  <a:pt x="291096" y="28575"/>
                </a:lnTo>
                <a:lnTo>
                  <a:pt x="270433" y="28320"/>
                </a:lnTo>
                <a:close/>
              </a:path>
              <a:path w="1818005" h="91439">
                <a:moveTo>
                  <a:pt x="1817772" y="14858"/>
                </a:moveTo>
                <a:lnTo>
                  <a:pt x="1742109" y="14858"/>
                </a:lnTo>
                <a:lnTo>
                  <a:pt x="1757857" y="14985"/>
                </a:lnTo>
                <a:lnTo>
                  <a:pt x="1757222" y="14985"/>
                </a:lnTo>
                <a:lnTo>
                  <a:pt x="1772081" y="16256"/>
                </a:lnTo>
                <a:lnTo>
                  <a:pt x="1771319" y="16256"/>
                </a:lnTo>
                <a:lnTo>
                  <a:pt x="1783892" y="18541"/>
                </a:lnTo>
                <a:lnTo>
                  <a:pt x="1796211" y="20955"/>
                </a:lnTo>
                <a:lnTo>
                  <a:pt x="1805863" y="21970"/>
                </a:lnTo>
                <a:lnTo>
                  <a:pt x="1807514" y="21970"/>
                </a:lnTo>
                <a:lnTo>
                  <a:pt x="1813356" y="21081"/>
                </a:lnTo>
                <a:lnTo>
                  <a:pt x="1815515" y="20827"/>
                </a:lnTo>
                <a:lnTo>
                  <a:pt x="1817293" y="19050"/>
                </a:lnTo>
                <a:lnTo>
                  <a:pt x="1817772" y="148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255905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Model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Assumptions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4044" y="1940051"/>
            <a:ext cx="6916420" cy="1602105"/>
            <a:chOff x="1114044" y="1940051"/>
            <a:chExt cx="6916420" cy="1602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4044" y="1940051"/>
              <a:ext cx="6915911" cy="126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545" y="3183000"/>
              <a:ext cx="492125" cy="358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14649" y="3135248"/>
              <a:ext cx="366395" cy="328930"/>
            </a:xfrm>
            <a:custGeom>
              <a:avLst/>
              <a:gdLst/>
              <a:ahLst/>
              <a:cxnLst/>
              <a:rect l="l" t="t" r="r" b="b"/>
              <a:pathLst>
                <a:path w="366395" h="328929">
                  <a:moveTo>
                    <a:pt x="70358" y="185420"/>
                  </a:moveTo>
                  <a:lnTo>
                    <a:pt x="70319" y="161798"/>
                  </a:lnTo>
                  <a:lnTo>
                    <a:pt x="70231" y="161417"/>
                  </a:lnTo>
                  <a:lnTo>
                    <a:pt x="68745" y="137922"/>
                  </a:lnTo>
                  <a:lnTo>
                    <a:pt x="68707" y="136652"/>
                  </a:lnTo>
                  <a:lnTo>
                    <a:pt x="65747" y="114808"/>
                  </a:lnTo>
                  <a:lnTo>
                    <a:pt x="65532" y="113157"/>
                  </a:lnTo>
                  <a:lnTo>
                    <a:pt x="65532" y="112649"/>
                  </a:lnTo>
                  <a:lnTo>
                    <a:pt x="61480" y="93345"/>
                  </a:lnTo>
                  <a:lnTo>
                    <a:pt x="60960" y="90805"/>
                  </a:lnTo>
                  <a:lnTo>
                    <a:pt x="60833" y="90297"/>
                  </a:lnTo>
                  <a:lnTo>
                    <a:pt x="55905" y="73533"/>
                  </a:lnTo>
                  <a:lnTo>
                    <a:pt x="54864" y="69977"/>
                  </a:lnTo>
                  <a:lnTo>
                    <a:pt x="54610" y="69469"/>
                  </a:lnTo>
                  <a:lnTo>
                    <a:pt x="49174" y="56134"/>
                  </a:lnTo>
                  <a:lnTo>
                    <a:pt x="47117" y="51054"/>
                  </a:lnTo>
                  <a:lnTo>
                    <a:pt x="46736" y="50292"/>
                  </a:lnTo>
                  <a:lnTo>
                    <a:pt x="40627" y="39751"/>
                  </a:lnTo>
                  <a:lnTo>
                    <a:pt x="37465" y="34290"/>
                  </a:lnTo>
                  <a:lnTo>
                    <a:pt x="37084" y="33528"/>
                  </a:lnTo>
                  <a:lnTo>
                    <a:pt x="27432" y="21209"/>
                  </a:lnTo>
                  <a:lnTo>
                    <a:pt x="27178" y="20828"/>
                  </a:lnTo>
                  <a:lnTo>
                    <a:pt x="17780" y="10668"/>
                  </a:lnTo>
                  <a:lnTo>
                    <a:pt x="7112" y="0"/>
                  </a:lnTo>
                  <a:lnTo>
                    <a:pt x="3937" y="0"/>
                  </a:lnTo>
                  <a:lnTo>
                    <a:pt x="127" y="3810"/>
                  </a:lnTo>
                  <a:lnTo>
                    <a:pt x="127" y="6985"/>
                  </a:lnTo>
                  <a:lnTo>
                    <a:pt x="1905" y="8890"/>
                  </a:lnTo>
                  <a:lnTo>
                    <a:pt x="10287" y="17526"/>
                  </a:lnTo>
                  <a:lnTo>
                    <a:pt x="10502" y="17780"/>
                  </a:lnTo>
                  <a:lnTo>
                    <a:pt x="19177" y="27940"/>
                  </a:lnTo>
                  <a:lnTo>
                    <a:pt x="18796" y="27559"/>
                  </a:lnTo>
                  <a:lnTo>
                    <a:pt x="19062" y="27940"/>
                  </a:lnTo>
                  <a:lnTo>
                    <a:pt x="27762" y="40144"/>
                  </a:lnTo>
                  <a:lnTo>
                    <a:pt x="27889" y="40386"/>
                  </a:lnTo>
                  <a:lnTo>
                    <a:pt x="36195" y="56134"/>
                  </a:lnTo>
                  <a:lnTo>
                    <a:pt x="35814" y="55499"/>
                  </a:lnTo>
                  <a:lnTo>
                    <a:pt x="42799" y="74041"/>
                  </a:lnTo>
                  <a:lnTo>
                    <a:pt x="48145" y="93484"/>
                  </a:lnTo>
                  <a:lnTo>
                    <a:pt x="48133" y="93345"/>
                  </a:lnTo>
                  <a:lnTo>
                    <a:pt x="48260" y="93853"/>
                  </a:lnTo>
                  <a:lnTo>
                    <a:pt x="48145" y="93484"/>
                  </a:lnTo>
                  <a:lnTo>
                    <a:pt x="48221" y="93853"/>
                  </a:lnTo>
                  <a:lnTo>
                    <a:pt x="52070" y="115316"/>
                  </a:lnTo>
                  <a:lnTo>
                    <a:pt x="52070" y="114808"/>
                  </a:lnTo>
                  <a:lnTo>
                    <a:pt x="54483" y="138303"/>
                  </a:lnTo>
                  <a:lnTo>
                    <a:pt x="54483" y="137922"/>
                  </a:lnTo>
                  <a:lnTo>
                    <a:pt x="55359" y="162039"/>
                  </a:lnTo>
                  <a:lnTo>
                    <a:pt x="54864" y="184531"/>
                  </a:lnTo>
                  <a:lnTo>
                    <a:pt x="54825" y="184912"/>
                  </a:lnTo>
                  <a:lnTo>
                    <a:pt x="54787" y="185420"/>
                  </a:lnTo>
                  <a:lnTo>
                    <a:pt x="53340" y="205740"/>
                  </a:lnTo>
                  <a:lnTo>
                    <a:pt x="53467" y="205105"/>
                  </a:lnTo>
                  <a:lnTo>
                    <a:pt x="50419" y="225044"/>
                  </a:lnTo>
                  <a:lnTo>
                    <a:pt x="50673" y="224282"/>
                  </a:lnTo>
                  <a:lnTo>
                    <a:pt x="45999" y="242443"/>
                  </a:lnTo>
                  <a:lnTo>
                    <a:pt x="40614" y="257898"/>
                  </a:lnTo>
                  <a:lnTo>
                    <a:pt x="40474" y="258191"/>
                  </a:lnTo>
                  <a:lnTo>
                    <a:pt x="34417" y="271780"/>
                  </a:lnTo>
                  <a:lnTo>
                    <a:pt x="34671" y="271145"/>
                  </a:lnTo>
                  <a:lnTo>
                    <a:pt x="34328" y="271780"/>
                  </a:lnTo>
                  <a:lnTo>
                    <a:pt x="28194" y="283210"/>
                  </a:lnTo>
                  <a:lnTo>
                    <a:pt x="28448" y="282702"/>
                  </a:lnTo>
                  <a:lnTo>
                    <a:pt x="28117" y="283210"/>
                  </a:lnTo>
                  <a:lnTo>
                    <a:pt x="21717" y="293243"/>
                  </a:lnTo>
                  <a:lnTo>
                    <a:pt x="21844" y="293116"/>
                  </a:lnTo>
                  <a:lnTo>
                    <a:pt x="16129" y="301879"/>
                  </a:lnTo>
                  <a:lnTo>
                    <a:pt x="16383" y="301371"/>
                  </a:lnTo>
                  <a:lnTo>
                    <a:pt x="16002" y="301879"/>
                  </a:lnTo>
                  <a:lnTo>
                    <a:pt x="10731" y="308902"/>
                  </a:lnTo>
                  <a:lnTo>
                    <a:pt x="10541" y="309079"/>
                  </a:lnTo>
                  <a:lnTo>
                    <a:pt x="10604" y="309499"/>
                  </a:lnTo>
                  <a:lnTo>
                    <a:pt x="10566" y="309181"/>
                  </a:lnTo>
                  <a:lnTo>
                    <a:pt x="10439" y="309181"/>
                  </a:lnTo>
                  <a:lnTo>
                    <a:pt x="4445" y="303657"/>
                  </a:lnTo>
                  <a:lnTo>
                    <a:pt x="2794" y="305054"/>
                  </a:lnTo>
                  <a:lnTo>
                    <a:pt x="2222" y="307213"/>
                  </a:lnTo>
                  <a:lnTo>
                    <a:pt x="254" y="315595"/>
                  </a:lnTo>
                  <a:lnTo>
                    <a:pt x="0" y="316865"/>
                  </a:lnTo>
                  <a:lnTo>
                    <a:pt x="0" y="322453"/>
                  </a:lnTo>
                  <a:lnTo>
                    <a:pt x="1143" y="324739"/>
                  </a:lnTo>
                  <a:lnTo>
                    <a:pt x="4826" y="327025"/>
                  </a:lnTo>
                  <a:lnTo>
                    <a:pt x="6731" y="328295"/>
                  </a:lnTo>
                  <a:lnTo>
                    <a:pt x="26428" y="316103"/>
                  </a:lnTo>
                  <a:lnTo>
                    <a:pt x="27114" y="315214"/>
                  </a:lnTo>
                  <a:lnTo>
                    <a:pt x="12192" y="315214"/>
                  </a:lnTo>
                  <a:lnTo>
                    <a:pt x="11430" y="315214"/>
                  </a:lnTo>
                  <a:lnTo>
                    <a:pt x="11557" y="316103"/>
                  </a:lnTo>
                  <a:lnTo>
                    <a:pt x="11391" y="314972"/>
                  </a:lnTo>
                  <a:lnTo>
                    <a:pt x="11950" y="314972"/>
                  </a:lnTo>
                  <a:lnTo>
                    <a:pt x="27305" y="314972"/>
                  </a:lnTo>
                  <a:lnTo>
                    <a:pt x="30226" y="311150"/>
                  </a:lnTo>
                  <a:lnTo>
                    <a:pt x="31953" y="308483"/>
                  </a:lnTo>
                  <a:lnTo>
                    <a:pt x="35941" y="302387"/>
                  </a:lnTo>
                  <a:lnTo>
                    <a:pt x="36068" y="302260"/>
                  </a:lnTo>
                  <a:lnTo>
                    <a:pt x="41795" y="293116"/>
                  </a:lnTo>
                  <a:lnTo>
                    <a:pt x="42672" y="291719"/>
                  </a:lnTo>
                  <a:lnTo>
                    <a:pt x="43053" y="291211"/>
                  </a:lnTo>
                  <a:lnTo>
                    <a:pt x="49530" y="279146"/>
                  </a:lnTo>
                  <a:lnTo>
                    <a:pt x="49784" y="278511"/>
                  </a:lnTo>
                  <a:lnTo>
                    <a:pt x="56007" y="264287"/>
                  </a:lnTo>
                  <a:lnTo>
                    <a:pt x="56388" y="263652"/>
                  </a:lnTo>
                  <a:lnTo>
                    <a:pt x="58407" y="257556"/>
                  </a:lnTo>
                  <a:lnTo>
                    <a:pt x="62103" y="246507"/>
                  </a:lnTo>
                  <a:lnTo>
                    <a:pt x="63207" y="241808"/>
                  </a:lnTo>
                  <a:lnTo>
                    <a:pt x="66421" y="228219"/>
                  </a:lnTo>
                  <a:lnTo>
                    <a:pt x="66675" y="227330"/>
                  </a:lnTo>
                  <a:lnTo>
                    <a:pt x="67056" y="224282"/>
                  </a:lnTo>
                  <a:lnTo>
                    <a:pt x="69215" y="207391"/>
                  </a:lnTo>
                  <a:lnTo>
                    <a:pt x="69342" y="206756"/>
                  </a:lnTo>
                  <a:lnTo>
                    <a:pt x="69418" y="205105"/>
                  </a:lnTo>
                  <a:lnTo>
                    <a:pt x="70358" y="185420"/>
                  </a:lnTo>
                  <a:close/>
                </a:path>
                <a:path w="366395" h="328929">
                  <a:moveTo>
                    <a:pt x="211023" y="230162"/>
                  </a:moveTo>
                  <a:lnTo>
                    <a:pt x="210693" y="230378"/>
                  </a:lnTo>
                  <a:lnTo>
                    <a:pt x="209296" y="233553"/>
                  </a:lnTo>
                  <a:lnTo>
                    <a:pt x="209524" y="234746"/>
                  </a:lnTo>
                  <a:lnTo>
                    <a:pt x="211023" y="230162"/>
                  </a:lnTo>
                  <a:close/>
                </a:path>
                <a:path w="366395" h="328929">
                  <a:moveTo>
                    <a:pt x="248285" y="91821"/>
                  </a:moveTo>
                  <a:lnTo>
                    <a:pt x="248158" y="89789"/>
                  </a:lnTo>
                  <a:lnTo>
                    <a:pt x="247904" y="87757"/>
                  </a:lnTo>
                  <a:lnTo>
                    <a:pt x="246253" y="86106"/>
                  </a:lnTo>
                  <a:lnTo>
                    <a:pt x="244094" y="86106"/>
                  </a:lnTo>
                  <a:lnTo>
                    <a:pt x="231775" y="85979"/>
                  </a:lnTo>
                  <a:lnTo>
                    <a:pt x="217297" y="86233"/>
                  </a:lnTo>
                  <a:lnTo>
                    <a:pt x="216789" y="86233"/>
                  </a:lnTo>
                  <a:lnTo>
                    <a:pt x="205613" y="87757"/>
                  </a:lnTo>
                  <a:lnTo>
                    <a:pt x="205232" y="87757"/>
                  </a:lnTo>
                  <a:lnTo>
                    <a:pt x="196977" y="89408"/>
                  </a:lnTo>
                  <a:lnTo>
                    <a:pt x="197231" y="89408"/>
                  </a:lnTo>
                  <a:lnTo>
                    <a:pt x="191389" y="90170"/>
                  </a:lnTo>
                  <a:lnTo>
                    <a:pt x="185801" y="90170"/>
                  </a:lnTo>
                  <a:lnTo>
                    <a:pt x="183515" y="91567"/>
                  </a:lnTo>
                  <a:lnTo>
                    <a:pt x="181483" y="96139"/>
                  </a:lnTo>
                  <a:lnTo>
                    <a:pt x="181737" y="98806"/>
                  </a:lnTo>
                  <a:lnTo>
                    <a:pt x="183388" y="100711"/>
                  </a:lnTo>
                  <a:lnTo>
                    <a:pt x="184912" y="102616"/>
                  </a:lnTo>
                  <a:lnTo>
                    <a:pt x="187452" y="103378"/>
                  </a:lnTo>
                  <a:lnTo>
                    <a:pt x="189865" y="102870"/>
                  </a:lnTo>
                  <a:lnTo>
                    <a:pt x="193675" y="101854"/>
                  </a:lnTo>
                  <a:lnTo>
                    <a:pt x="193294" y="101981"/>
                  </a:lnTo>
                  <a:lnTo>
                    <a:pt x="193890" y="101854"/>
                  </a:lnTo>
                  <a:lnTo>
                    <a:pt x="199263" y="100711"/>
                  </a:lnTo>
                  <a:lnTo>
                    <a:pt x="199136" y="100711"/>
                  </a:lnTo>
                  <a:lnTo>
                    <a:pt x="207391" y="99187"/>
                  </a:lnTo>
                  <a:lnTo>
                    <a:pt x="207264" y="99187"/>
                  </a:lnTo>
                  <a:lnTo>
                    <a:pt x="218313" y="97536"/>
                  </a:lnTo>
                  <a:lnTo>
                    <a:pt x="218059" y="97536"/>
                  </a:lnTo>
                  <a:lnTo>
                    <a:pt x="232283" y="96139"/>
                  </a:lnTo>
                  <a:lnTo>
                    <a:pt x="232537" y="96139"/>
                  </a:lnTo>
                  <a:lnTo>
                    <a:pt x="244729" y="94107"/>
                  </a:lnTo>
                  <a:lnTo>
                    <a:pt x="246761" y="93726"/>
                  </a:lnTo>
                  <a:lnTo>
                    <a:pt x="248285" y="91821"/>
                  </a:lnTo>
                  <a:close/>
                </a:path>
                <a:path w="366395" h="328929">
                  <a:moveTo>
                    <a:pt x="365887" y="203581"/>
                  </a:moveTo>
                  <a:lnTo>
                    <a:pt x="365379" y="202184"/>
                  </a:lnTo>
                  <a:lnTo>
                    <a:pt x="364871" y="200660"/>
                  </a:lnTo>
                  <a:lnTo>
                    <a:pt x="363347" y="199898"/>
                  </a:lnTo>
                  <a:lnTo>
                    <a:pt x="342773" y="204978"/>
                  </a:lnTo>
                  <a:lnTo>
                    <a:pt x="342519" y="204978"/>
                  </a:lnTo>
                  <a:lnTo>
                    <a:pt x="298196" y="217170"/>
                  </a:lnTo>
                  <a:lnTo>
                    <a:pt x="278638" y="222250"/>
                  </a:lnTo>
                  <a:lnTo>
                    <a:pt x="278892" y="222250"/>
                  </a:lnTo>
                  <a:lnTo>
                    <a:pt x="260477" y="226314"/>
                  </a:lnTo>
                  <a:lnTo>
                    <a:pt x="260858" y="226187"/>
                  </a:lnTo>
                  <a:lnTo>
                    <a:pt x="247218" y="228485"/>
                  </a:lnTo>
                  <a:lnTo>
                    <a:pt x="235254" y="228968"/>
                  </a:lnTo>
                  <a:lnTo>
                    <a:pt x="233807" y="228866"/>
                  </a:lnTo>
                  <a:lnTo>
                    <a:pt x="233883" y="228346"/>
                  </a:lnTo>
                  <a:lnTo>
                    <a:pt x="233756" y="227838"/>
                  </a:lnTo>
                  <a:lnTo>
                    <a:pt x="232029" y="225171"/>
                  </a:lnTo>
                  <a:lnTo>
                    <a:pt x="230124" y="222123"/>
                  </a:lnTo>
                  <a:lnTo>
                    <a:pt x="226314" y="221107"/>
                  </a:lnTo>
                  <a:lnTo>
                    <a:pt x="224243" y="222275"/>
                  </a:lnTo>
                  <a:lnTo>
                    <a:pt x="224243" y="239141"/>
                  </a:lnTo>
                  <a:lnTo>
                    <a:pt x="224155" y="239268"/>
                  </a:lnTo>
                  <a:lnTo>
                    <a:pt x="224155" y="239141"/>
                  </a:lnTo>
                  <a:lnTo>
                    <a:pt x="224243" y="222275"/>
                  </a:lnTo>
                  <a:lnTo>
                    <a:pt x="223139" y="222885"/>
                  </a:lnTo>
                  <a:lnTo>
                    <a:pt x="218059" y="225806"/>
                  </a:lnTo>
                  <a:lnTo>
                    <a:pt x="215900" y="227241"/>
                  </a:lnTo>
                  <a:lnTo>
                    <a:pt x="214757" y="227076"/>
                  </a:lnTo>
                  <a:lnTo>
                    <a:pt x="211328" y="229235"/>
                  </a:lnTo>
                  <a:lnTo>
                    <a:pt x="211023" y="230162"/>
                  </a:lnTo>
                  <a:lnTo>
                    <a:pt x="210185" y="232791"/>
                  </a:lnTo>
                  <a:lnTo>
                    <a:pt x="209524" y="234746"/>
                  </a:lnTo>
                  <a:lnTo>
                    <a:pt x="209042" y="236220"/>
                  </a:lnTo>
                  <a:lnTo>
                    <a:pt x="210439" y="239903"/>
                  </a:lnTo>
                  <a:lnTo>
                    <a:pt x="210845" y="240169"/>
                  </a:lnTo>
                  <a:lnTo>
                    <a:pt x="213233" y="242316"/>
                  </a:lnTo>
                  <a:lnTo>
                    <a:pt x="214731" y="242557"/>
                  </a:lnTo>
                  <a:lnTo>
                    <a:pt x="216662" y="243713"/>
                  </a:lnTo>
                  <a:lnTo>
                    <a:pt x="219417" y="243268"/>
                  </a:lnTo>
                  <a:lnTo>
                    <a:pt x="224917" y="243840"/>
                  </a:lnTo>
                  <a:lnTo>
                    <a:pt x="225171" y="243840"/>
                  </a:lnTo>
                  <a:lnTo>
                    <a:pt x="234569" y="244602"/>
                  </a:lnTo>
                  <a:lnTo>
                    <a:pt x="235458" y="244602"/>
                  </a:lnTo>
                  <a:lnTo>
                    <a:pt x="248031" y="244094"/>
                  </a:lnTo>
                  <a:lnTo>
                    <a:pt x="302133" y="230886"/>
                  </a:lnTo>
                  <a:lnTo>
                    <a:pt x="302387" y="230759"/>
                  </a:lnTo>
                  <a:lnTo>
                    <a:pt x="307403" y="228981"/>
                  </a:lnTo>
                  <a:lnTo>
                    <a:pt x="308483" y="228600"/>
                  </a:lnTo>
                  <a:lnTo>
                    <a:pt x="308838" y="228473"/>
                  </a:lnTo>
                  <a:lnTo>
                    <a:pt x="247345" y="228485"/>
                  </a:lnTo>
                  <a:lnTo>
                    <a:pt x="308838" y="228473"/>
                  </a:lnTo>
                  <a:lnTo>
                    <a:pt x="314934" y="226314"/>
                  </a:lnTo>
                  <a:lnTo>
                    <a:pt x="322834" y="223520"/>
                  </a:lnTo>
                  <a:lnTo>
                    <a:pt x="323088" y="223393"/>
                  </a:lnTo>
                  <a:lnTo>
                    <a:pt x="345694" y="214376"/>
                  </a:lnTo>
                  <a:lnTo>
                    <a:pt x="346075" y="214249"/>
                  </a:lnTo>
                  <a:lnTo>
                    <a:pt x="363855" y="205867"/>
                  </a:lnTo>
                  <a:lnTo>
                    <a:pt x="365252" y="205232"/>
                  </a:lnTo>
                  <a:lnTo>
                    <a:pt x="365887" y="20358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4267" y="3121659"/>
              <a:ext cx="205305" cy="3034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5732" y="3184651"/>
              <a:ext cx="122892" cy="1852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0677" y="3066541"/>
              <a:ext cx="464438" cy="307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8659" y="3027298"/>
              <a:ext cx="199898" cy="3338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83327" y="3121532"/>
              <a:ext cx="213487" cy="2298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0695" y="3189985"/>
              <a:ext cx="211200" cy="159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16981" y="3166617"/>
              <a:ext cx="688975" cy="262255"/>
            </a:xfrm>
            <a:custGeom>
              <a:avLst/>
              <a:gdLst/>
              <a:ahLst/>
              <a:cxnLst/>
              <a:rect l="l" t="t" r="r" b="b"/>
              <a:pathLst>
                <a:path w="688975" h="262254">
                  <a:moveTo>
                    <a:pt x="44958" y="73279"/>
                  </a:moveTo>
                  <a:lnTo>
                    <a:pt x="44754" y="72009"/>
                  </a:lnTo>
                  <a:lnTo>
                    <a:pt x="44577" y="70866"/>
                  </a:lnTo>
                  <a:lnTo>
                    <a:pt x="44157" y="70485"/>
                  </a:lnTo>
                  <a:lnTo>
                    <a:pt x="44018" y="70358"/>
                  </a:lnTo>
                  <a:lnTo>
                    <a:pt x="42926" y="69342"/>
                  </a:lnTo>
                  <a:lnTo>
                    <a:pt x="36195" y="62992"/>
                  </a:lnTo>
                  <a:lnTo>
                    <a:pt x="29718" y="57404"/>
                  </a:lnTo>
                  <a:lnTo>
                    <a:pt x="27686" y="56007"/>
                  </a:lnTo>
                  <a:lnTo>
                    <a:pt x="22479" y="53594"/>
                  </a:lnTo>
                  <a:lnTo>
                    <a:pt x="18415" y="52705"/>
                  </a:lnTo>
                  <a:lnTo>
                    <a:pt x="14351" y="52832"/>
                  </a:lnTo>
                  <a:lnTo>
                    <a:pt x="11684" y="53213"/>
                  </a:lnTo>
                  <a:lnTo>
                    <a:pt x="2540" y="56261"/>
                  </a:lnTo>
                  <a:lnTo>
                    <a:pt x="0" y="61214"/>
                  </a:lnTo>
                  <a:lnTo>
                    <a:pt x="1524" y="65913"/>
                  </a:lnTo>
                  <a:lnTo>
                    <a:pt x="2921" y="70485"/>
                  </a:lnTo>
                  <a:lnTo>
                    <a:pt x="7747" y="73152"/>
                  </a:lnTo>
                  <a:lnTo>
                    <a:pt x="12446" y="71755"/>
                  </a:lnTo>
                  <a:lnTo>
                    <a:pt x="15646" y="70866"/>
                  </a:lnTo>
                  <a:lnTo>
                    <a:pt x="17018" y="70866"/>
                  </a:lnTo>
                  <a:lnTo>
                    <a:pt x="20701" y="72174"/>
                  </a:lnTo>
                  <a:lnTo>
                    <a:pt x="20904" y="72263"/>
                  </a:lnTo>
                  <a:lnTo>
                    <a:pt x="28321" y="75438"/>
                  </a:lnTo>
                  <a:lnTo>
                    <a:pt x="29718" y="75946"/>
                  </a:lnTo>
                  <a:lnTo>
                    <a:pt x="38481" y="77851"/>
                  </a:lnTo>
                  <a:lnTo>
                    <a:pt x="40640" y="78232"/>
                  </a:lnTo>
                  <a:lnTo>
                    <a:pt x="42926" y="77216"/>
                  </a:lnTo>
                  <a:lnTo>
                    <a:pt x="43942" y="75184"/>
                  </a:lnTo>
                  <a:lnTo>
                    <a:pt x="44958" y="73279"/>
                  </a:lnTo>
                  <a:close/>
                </a:path>
                <a:path w="688975" h="262254">
                  <a:moveTo>
                    <a:pt x="170942" y="76073"/>
                  </a:moveTo>
                  <a:lnTo>
                    <a:pt x="169545" y="72771"/>
                  </a:lnTo>
                  <a:lnTo>
                    <a:pt x="167005" y="70739"/>
                  </a:lnTo>
                  <a:lnTo>
                    <a:pt x="166751" y="70612"/>
                  </a:lnTo>
                  <a:lnTo>
                    <a:pt x="162941" y="67564"/>
                  </a:lnTo>
                  <a:lnTo>
                    <a:pt x="157480" y="68072"/>
                  </a:lnTo>
                  <a:lnTo>
                    <a:pt x="154178" y="71628"/>
                  </a:lnTo>
                  <a:lnTo>
                    <a:pt x="153924" y="71755"/>
                  </a:lnTo>
                  <a:lnTo>
                    <a:pt x="152019" y="73787"/>
                  </a:lnTo>
                  <a:lnTo>
                    <a:pt x="151130" y="76581"/>
                  </a:lnTo>
                  <a:lnTo>
                    <a:pt x="151384" y="79375"/>
                  </a:lnTo>
                  <a:lnTo>
                    <a:pt x="151638" y="81534"/>
                  </a:lnTo>
                  <a:lnTo>
                    <a:pt x="151638" y="81661"/>
                  </a:lnTo>
                  <a:lnTo>
                    <a:pt x="152019" y="84836"/>
                  </a:lnTo>
                  <a:lnTo>
                    <a:pt x="152019" y="84963"/>
                  </a:lnTo>
                  <a:lnTo>
                    <a:pt x="152400" y="87198"/>
                  </a:lnTo>
                  <a:lnTo>
                    <a:pt x="152425" y="87884"/>
                  </a:lnTo>
                  <a:lnTo>
                    <a:pt x="152488" y="89585"/>
                  </a:lnTo>
                  <a:lnTo>
                    <a:pt x="152527" y="89306"/>
                  </a:lnTo>
                  <a:lnTo>
                    <a:pt x="152501" y="90081"/>
                  </a:lnTo>
                  <a:lnTo>
                    <a:pt x="152603" y="89281"/>
                  </a:lnTo>
                  <a:lnTo>
                    <a:pt x="152565" y="89966"/>
                  </a:lnTo>
                  <a:lnTo>
                    <a:pt x="152527" y="90398"/>
                  </a:lnTo>
                  <a:lnTo>
                    <a:pt x="152908" y="89281"/>
                  </a:lnTo>
                  <a:lnTo>
                    <a:pt x="152641" y="90081"/>
                  </a:lnTo>
                  <a:lnTo>
                    <a:pt x="152527" y="90551"/>
                  </a:lnTo>
                  <a:lnTo>
                    <a:pt x="152501" y="90081"/>
                  </a:lnTo>
                  <a:lnTo>
                    <a:pt x="152488" y="89585"/>
                  </a:lnTo>
                  <a:lnTo>
                    <a:pt x="152349" y="90398"/>
                  </a:lnTo>
                  <a:lnTo>
                    <a:pt x="150368" y="93853"/>
                  </a:lnTo>
                  <a:lnTo>
                    <a:pt x="151257" y="97917"/>
                  </a:lnTo>
                  <a:lnTo>
                    <a:pt x="157353" y="102235"/>
                  </a:lnTo>
                  <a:lnTo>
                    <a:pt x="161544" y="101727"/>
                  </a:lnTo>
                  <a:lnTo>
                    <a:pt x="163957" y="98933"/>
                  </a:lnTo>
                  <a:lnTo>
                    <a:pt x="164973" y="97790"/>
                  </a:lnTo>
                  <a:lnTo>
                    <a:pt x="165735" y="96774"/>
                  </a:lnTo>
                  <a:lnTo>
                    <a:pt x="167132" y="94234"/>
                  </a:lnTo>
                  <a:lnTo>
                    <a:pt x="167894" y="92710"/>
                  </a:lnTo>
                  <a:lnTo>
                    <a:pt x="168236" y="91567"/>
                  </a:lnTo>
                  <a:lnTo>
                    <a:pt x="168935" y="89281"/>
                  </a:lnTo>
                  <a:lnTo>
                    <a:pt x="170307" y="81661"/>
                  </a:lnTo>
                  <a:lnTo>
                    <a:pt x="170434" y="81534"/>
                  </a:lnTo>
                  <a:lnTo>
                    <a:pt x="170561" y="79375"/>
                  </a:lnTo>
                  <a:lnTo>
                    <a:pt x="170942" y="76073"/>
                  </a:lnTo>
                  <a:close/>
                </a:path>
                <a:path w="688975" h="262254">
                  <a:moveTo>
                    <a:pt x="688467" y="67437"/>
                  </a:moveTo>
                  <a:lnTo>
                    <a:pt x="688213" y="65278"/>
                  </a:lnTo>
                  <a:lnTo>
                    <a:pt x="687324" y="64262"/>
                  </a:lnTo>
                  <a:lnTo>
                    <a:pt x="686168" y="64135"/>
                  </a:lnTo>
                  <a:lnTo>
                    <a:pt x="682091" y="63246"/>
                  </a:lnTo>
                  <a:lnTo>
                    <a:pt x="680339" y="62865"/>
                  </a:lnTo>
                  <a:lnTo>
                    <a:pt x="622935" y="62877"/>
                  </a:lnTo>
                  <a:lnTo>
                    <a:pt x="680339" y="62865"/>
                  </a:lnTo>
                  <a:lnTo>
                    <a:pt x="679831" y="62738"/>
                  </a:lnTo>
                  <a:lnTo>
                    <a:pt x="671436" y="61976"/>
                  </a:lnTo>
                  <a:lnTo>
                    <a:pt x="670052" y="61849"/>
                  </a:lnTo>
                  <a:lnTo>
                    <a:pt x="670179" y="61976"/>
                  </a:lnTo>
                  <a:lnTo>
                    <a:pt x="657860" y="60452"/>
                  </a:lnTo>
                  <a:lnTo>
                    <a:pt x="658241" y="60452"/>
                  </a:lnTo>
                  <a:lnTo>
                    <a:pt x="643509" y="58039"/>
                  </a:lnTo>
                  <a:lnTo>
                    <a:pt x="643636" y="58039"/>
                  </a:lnTo>
                  <a:lnTo>
                    <a:pt x="626618" y="54737"/>
                  </a:lnTo>
                  <a:lnTo>
                    <a:pt x="626491" y="54737"/>
                  </a:lnTo>
                  <a:lnTo>
                    <a:pt x="622935" y="54051"/>
                  </a:lnTo>
                  <a:lnTo>
                    <a:pt x="622935" y="19685"/>
                  </a:lnTo>
                  <a:lnTo>
                    <a:pt x="622935" y="19431"/>
                  </a:lnTo>
                  <a:lnTo>
                    <a:pt x="623062" y="10414"/>
                  </a:lnTo>
                  <a:lnTo>
                    <a:pt x="623062" y="11176"/>
                  </a:lnTo>
                  <a:lnTo>
                    <a:pt x="623125" y="10414"/>
                  </a:lnTo>
                  <a:lnTo>
                    <a:pt x="623265" y="9017"/>
                  </a:lnTo>
                  <a:lnTo>
                    <a:pt x="623316" y="8509"/>
                  </a:lnTo>
                  <a:lnTo>
                    <a:pt x="623824" y="4572"/>
                  </a:lnTo>
                  <a:lnTo>
                    <a:pt x="621030" y="1016"/>
                  </a:lnTo>
                  <a:lnTo>
                    <a:pt x="613156" y="0"/>
                  </a:lnTo>
                  <a:lnTo>
                    <a:pt x="609600" y="2794"/>
                  </a:lnTo>
                  <a:lnTo>
                    <a:pt x="609092" y="6731"/>
                  </a:lnTo>
                  <a:lnTo>
                    <a:pt x="608711" y="9398"/>
                  </a:lnTo>
                  <a:lnTo>
                    <a:pt x="608838" y="9017"/>
                  </a:lnTo>
                  <a:lnTo>
                    <a:pt x="608203" y="12446"/>
                  </a:lnTo>
                  <a:lnTo>
                    <a:pt x="607695" y="18796"/>
                  </a:lnTo>
                  <a:lnTo>
                    <a:pt x="607669" y="19685"/>
                  </a:lnTo>
                  <a:lnTo>
                    <a:pt x="607301" y="29591"/>
                  </a:lnTo>
                  <a:lnTo>
                    <a:pt x="607174" y="44323"/>
                  </a:lnTo>
                  <a:lnTo>
                    <a:pt x="607072" y="51041"/>
                  </a:lnTo>
                  <a:lnTo>
                    <a:pt x="587121" y="47625"/>
                  </a:lnTo>
                  <a:lnTo>
                    <a:pt x="586613" y="47625"/>
                  </a:lnTo>
                  <a:lnTo>
                    <a:pt x="567055" y="45593"/>
                  </a:lnTo>
                  <a:lnTo>
                    <a:pt x="548005" y="45212"/>
                  </a:lnTo>
                  <a:lnTo>
                    <a:pt x="547497" y="45212"/>
                  </a:lnTo>
                  <a:lnTo>
                    <a:pt x="530606" y="45720"/>
                  </a:lnTo>
                  <a:lnTo>
                    <a:pt x="515366" y="46355"/>
                  </a:lnTo>
                  <a:lnTo>
                    <a:pt x="502031" y="46355"/>
                  </a:lnTo>
                  <a:lnTo>
                    <a:pt x="498856" y="48133"/>
                  </a:lnTo>
                  <a:lnTo>
                    <a:pt x="497332" y="51054"/>
                  </a:lnTo>
                  <a:lnTo>
                    <a:pt x="495681" y="53975"/>
                  </a:lnTo>
                  <a:lnTo>
                    <a:pt x="495808" y="57658"/>
                  </a:lnTo>
                  <a:lnTo>
                    <a:pt x="497586" y="60452"/>
                  </a:lnTo>
                  <a:lnTo>
                    <a:pt x="499364" y="63373"/>
                  </a:lnTo>
                  <a:lnTo>
                    <a:pt x="502666" y="64897"/>
                  </a:lnTo>
                  <a:lnTo>
                    <a:pt x="505968" y="64770"/>
                  </a:lnTo>
                  <a:lnTo>
                    <a:pt x="516382" y="64008"/>
                  </a:lnTo>
                  <a:lnTo>
                    <a:pt x="516128" y="64008"/>
                  </a:lnTo>
                  <a:lnTo>
                    <a:pt x="531368" y="63246"/>
                  </a:lnTo>
                  <a:lnTo>
                    <a:pt x="547839" y="62877"/>
                  </a:lnTo>
                  <a:lnTo>
                    <a:pt x="547624" y="62865"/>
                  </a:lnTo>
                  <a:lnTo>
                    <a:pt x="606907" y="62865"/>
                  </a:lnTo>
                  <a:lnTo>
                    <a:pt x="547839" y="62877"/>
                  </a:lnTo>
                  <a:lnTo>
                    <a:pt x="565912" y="63373"/>
                  </a:lnTo>
                  <a:lnTo>
                    <a:pt x="565277" y="63246"/>
                  </a:lnTo>
                  <a:lnTo>
                    <a:pt x="584708" y="65405"/>
                  </a:lnTo>
                  <a:lnTo>
                    <a:pt x="584200" y="65278"/>
                  </a:lnTo>
                  <a:lnTo>
                    <a:pt x="604393" y="68580"/>
                  </a:lnTo>
                  <a:lnTo>
                    <a:pt x="604266" y="68580"/>
                  </a:lnTo>
                  <a:lnTo>
                    <a:pt x="606831" y="69011"/>
                  </a:lnTo>
                  <a:lnTo>
                    <a:pt x="606666" y="83312"/>
                  </a:lnTo>
                  <a:lnTo>
                    <a:pt x="606298" y="105791"/>
                  </a:lnTo>
                  <a:lnTo>
                    <a:pt x="606044" y="129540"/>
                  </a:lnTo>
                  <a:lnTo>
                    <a:pt x="605904" y="153416"/>
                  </a:lnTo>
                  <a:lnTo>
                    <a:pt x="605904" y="153543"/>
                  </a:lnTo>
                  <a:lnTo>
                    <a:pt x="605383" y="175514"/>
                  </a:lnTo>
                  <a:lnTo>
                    <a:pt x="604634" y="195453"/>
                  </a:lnTo>
                  <a:lnTo>
                    <a:pt x="604266" y="212471"/>
                  </a:lnTo>
                  <a:lnTo>
                    <a:pt x="604520" y="227965"/>
                  </a:lnTo>
                  <a:lnTo>
                    <a:pt x="605231" y="239141"/>
                  </a:lnTo>
                  <a:lnTo>
                    <a:pt x="605282" y="240284"/>
                  </a:lnTo>
                  <a:lnTo>
                    <a:pt x="617474" y="262001"/>
                  </a:lnTo>
                  <a:lnTo>
                    <a:pt x="619125" y="262001"/>
                  </a:lnTo>
                  <a:lnTo>
                    <a:pt x="623443" y="261620"/>
                  </a:lnTo>
                  <a:lnTo>
                    <a:pt x="625348" y="261366"/>
                  </a:lnTo>
                  <a:lnTo>
                    <a:pt x="626745" y="260096"/>
                  </a:lnTo>
                  <a:lnTo>
                    <a:pt x="627507" y="256540"/>
                  </a:lnTo>
                  <a:lnTo>
                    <a:pt x="626618" y="254635"/>
                  </a:lnTo>
                  <a:lnTo>
                    <a:pt x="624967" y="253873"/>
                  </a:lnTo>
                  <a:lnTo>
                    <a:pt x="624738" y="253746"/>
                  </a:lnTo>
                  <a:lnTo>
                    <a:pt x="623392" y="252984"/>
                  </a:lnTo>
                  <a:lnTo>
                    <a:pt x="622681" y="252984"/>
                  </a:lnTo>
                  <a:lnTo>
                    <a:pt x="621919" y="252984"/>
                  </a:lnTo>
                  <a:lnTo>
                    <a:pt x="622046" y="253746"/>
                  </a:lnTo>
                  <a:lnTo>
                    <a:pt x="621792" y="252247"/>
                  </a:lnTo>
                  <a:lnTo>
                    <a:pt x="621995" y="252247"/>
                  </a:lnTo>
                  <a:lnTo>
                    <a:pt x="621741" y="251942"/>
                  </a:lnTo>
                  <a:lnTo>
                    <a:pt x="621512" y="250571"/>
                  </a:lnTo>
                  <a:lnTo>
                    <a:pt x="621068" y="247904"/>
                  </a:lnTo>
                  <a:lnTo>
                    <a:pt x="621017" y="247637"/>
                  </a:lnTo>
                  <a:lnTo>
                    <a:pt x="620991" y="246888"/>
                  </a:lnTo>
                  <a:lnTo>
                    <a:pt x="620776" y="239141"/>
                  </a:lnTo>
                  <a:lnTo>
                    <a:pt x="620522" y="227330"/>
                  </a:lnTo>
                  <a:lnTo>
                    <a:pt x="620649" y="212471"/>
                  </a:lnTo>
                  <a:lnTo>
                    <a:pt x="621169" y="194945"/>
                  </a:lnTo>
                  <a:lnTo>
                    <a:pt x="621804" y="174879"/>
                  </a:lnTo>
                  <a:lnTo>
                    <a:pt x="622300" y="153289"/>
                  </a:lnTo>
                  <a:lnTo>
                    <a:pt x="622427" y="129540"/>
                  </a:lnTo>
                  <a:lnTo>
                    <a:pt x="622935" y="83312"/>
                  </a:lnTo>
                  <a:lnTo>
                    <a:pt x="622935" y="71678"/>
                  </a:lnTo>
                  <a:lnTo>
                    <a:pt x="623443" y="71755"/>
                  </a:lnTo>
                  <a:lnTo>
                    <a:pt x="623824" y="71755"/>
                  </a:lnTo>
                  <a:lnTo>
                    <a:pt x="641096" y="73914"/>
                  </a:lnTo>
                  <a:lnTo>
                    <a:pt x="641731" y="74041"/>
                  </a:lnTo>
                  <a:lnTo>
                    <a:pt x="656717" y="74676"/>
                  </a:lnTo>
                  <a:lnTo>
                    <a:pt x="657352" y="74676"/>
                  </a:lnTo>
                  <a:lnTo>
                    <a:pt x="687832" y="68580"/>
                  </a:lnTo>
                  <a:lnTo>
                    <a:pt x="688467" y="674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2950" y="221361"/>
            <a:ext cx="8058099" cy="787400"/>
          </a:xfrm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908175">
              <a:lnSpc>
                <a:spcPct val="100000"/>
              </a:lnSpc>
              <a:spcBef>
                <a:spcPts val="95"/>
              </a:spcBef>
            </a:pPr>
            <a:r>
              <a:rPr dirty="0"/>
              <a:t>Assumption</a:t>
            </a:r>
            <a:r>
              <a:rPr spc="-70" dirty="0"/>
              <a:t> </a:t>
            </a:r>
            <a:r>
              <a:rPr dirty="0"/>
              <a:t>about</a:t>
            </a:r>
            <a:r>
              <a:rPr spc="-90" dirty="0"/>
              <a:t> </a:t>
            </a:r>
            <a:r>
              <a:rPr dirty="0"/>
              <a:t>error</a:t>
            </a:r>
            <a:r>
              <a:rPr spc="-110" dirty="0"/>
              <a:t> </a:t>
            </a:r>
            <a:r>
              <a:rPr spc="-20" dirty="0"/>
              <a:t>term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19962"/>
            <a:ext cx="8114030" cy="23399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08000" marR="447040" indent="-457834">
              <a:lnSpc>
                <a:spcPts val="2380"/>
              </a:lnSpc>
              <a:spcBef>
                <a:spcPts val="200"/>
              </a:spcBef>
              <a:tabLst>
                <a:tab pos="508000" algn="l"/>
              </a:tabLst>
            </a:pP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	The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error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term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Symbol"/>
                <a:cs typeface="Symbol"/>
              </a:rPr>
              <a:t></a:t>
            </a:r>
            <a:r>
              <a:rPr sz="2000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random</a:t>
            </a:r>
            <a:r>
              <a:rPr sz="20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variable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mean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expected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value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zero;</a:t>
            </a:r>
            <a:endParaRPr sz="2000">
              <a:latin typeface="Calibri"/>
              <a:cs typeface="Calibri"/>
            </a:endParaRPr>
          </a:p>
          <a:p>
            <a:pPr marL="451484">
              <a:lnSpc>
                <a:spcPct val="100000"/>
              </a:lnSpc>
              <a:spcBef>
                <a:spcPts val="425"/>
              </a:spcBef>
            </a:pPr>
            <a:r>
              <a:rPr sz="2000" dirty="0">
                <a:latin typeface="Calibri"/>
                <a:cs typeface="Calibri"/>
              </a:rPr>
              <a:t>E(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0.</a:t>
            </a:r>
            <a:endParaRPr sz="2000">
              <a:latin typeface="Calibri"/>
              <a:cs typeface="Calibri"/>
            </a:endParaRPr>
          </a:p>
          <a:p>
            <a:pPr marL="451484" marR="43180">
              <a:lnSpc>
                <a:spcPct val="101000"/>
              </a:lnSpc>
              <a:spcBef>
                <a:spcPts val="430"/>
              </a:spcBef>
            </a:pPr>
            <a:r>
              <a:rPr sz="2000" dirty="0">
                <a:latin typeface="Calibri"/>
                <a:cs typeface="Calibri"/>
              </a:rPr>
              <a:t>Implication: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,x</a:t>
            </a:r>
            <a:r>
              <a:rPr sz="1950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,…,x</a:t>
            </a:r>
            <a:r>
              <a:rPr sz="1950" baseline="-21367" dirty="0">
                <a:latin typeface="Calibri"/>
                <a:cs typeface="Calibri"/>
              </a:rPr>
              <a:t>p</a:t>
            </a:r>
            <a:r>
              <a:rPr sz="1950" spc="14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expected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E(y)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</a:t>
            </a:r>
            <a:r>
              <a:rPr sz="1950" baseline="-21367" dirty="0">
                <a:latin typeface="Symbol"/>
                <a:cs typeface="Symbol"/>
              </a:rPr>
              <a:t></a:t>
            </a:r>
            <a:r>
              <a:rPr sz="2000" dirty="0">
                <a:latin typeface="Symbol"/>
                <a:cs typeface="Symbol"/>
              </a:rPr>
              <a:t></a:t>
            </a:r>
            <a:r>
              <a:rPr sz="1950" baseline="-21367" dirty="0">
                <a:latin typeface="Symbol"/>
                <a:cs typeface="Symbol"/>
              </a:rPr>
              <a:t>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1950" baseline="-21367" dirty="0">
                <a:latin typeface="Symbol"/>
                <a:cs typeface="Symbol"/>
              </a:rPr>
              <a:t></a:t>
            </a:r>
            <a:r>
              <a:rPr sz="2000" dirty="0">
                <a:latin typeface="Symbol"/>
                <a:cs typeface="Symbol"/>
              </a:rPr>
              <a:t></a:t>
            </a:r>
            <a:r>
              <a:rPr sz="1950" baseline="-21367" dirty="0">
                <a:latin typeface="Symbol"/>
                <a:cs typeface="Symbol"/>
              </a:rPr>
              <a:t></a:t>
            </a:r>
            <a:r>
              <a:rPr sz="1950" spc="18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1950" spc="-15" baseline="-21367" dirty="0">
                <a:latin typeface="Symbol"/>
                <a:cs typeface="Symbol"/>
              </a:rPr>
              <a:t></a:t>
            </a:r>
            <a:r>
              <a:rPr sz="2000" spc="-10" dirty="0">
                <a:latin typeface="Symbol"/>
                <a:cs typeface="Symbol"/>
              </a:rPr>
              <a:t></a:t>
            </a:r>
            <a:r>
              <a:rPr sz="1950" spc="-15" baseline="-21367" dirty="0">
                <a:latin typeface="Calibri"/>
                <a:cs typeface="Calibri"/>
              </a:rPr>
              <a:t>p</a:t>
            </a:r>
            <a:r>
              <a:rPr sz="2000" spc="-10" dirty="0">
                <a:latin typeface="Calibri"/>
                <a:cs typeface="Calibri"/>
              </a:rPr>
              <a:t>x</a:t>
            </a:r>
            <a:r>
              <a:rPr sz="1950" spc="-15" baseline="-21367" dirty="0">
                <a:latin typeface="Calibri"/>
                <a:cs typeface="Calibri"/>
              </a:rPr>
              <a:t>p</a:t>
            </a:r>
            <a:endParaRPr sz="1950" baseline="-21367">
              <a:latin typeface="Calibri"/>
              <a:cs typeface="Calibri"/>
            </a:endParaRPr>
          </a:p>
          <a:p>
            <a:pPr marL="451484">
              <a:lnSpc>
                <a:spcPct val="100000"/>
              </a:lnSpc>
              <a:spcBef>
                <a:spcPts val="455"/>
              </a:spcBef>
              <a:tabLst>
                <a:tab pos="7943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794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might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1950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,x</a:t>
            </a:r>
            <a:r>
              <a:rPr sz="1950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,…,x</a:t>
            </a:r>
            <a:r>
              <a:rPr sz="1950" baseline="-21367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E(y).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5898" y="2872867"/>
            <a:ext cx="2768600" cy="129539"/>
          </a:xfrm>
          <a:custGeom>
            <a:avLst/>
            <a:gdLst/>
            <a:ahLst/>
            <a:cxnLst/>
            <a:rect l="l" t="t" r="r" b="b"/>
            <a:pathLst>
              <a:path w="2768600" h="129539">
                <a:moveTo>
                  <a:pt x="1434846" y="40639"/>
                </a:moveTo>
                <a:lnTo>
                  <a:pt x="1112901" y="40639"/>
                </a:lnTo>
                <a:lnTo>
                  <a:pt x="1128014" y="41909"/>
                </a:lnTo>
                <a:lnTo>
                  <a:pt x="1143889" y="41909"/>
                </a:lnTo>
                <a:lnTo>
                  <a:pt x="1177416" y="44450"/>
                </a:lnTo>
                <a:lnTo>
                  <a:pt x="1210817" y="45719"/>
                </a:lnTo>
                <a:lnTo>
                  <a:pt x="1228089" y="45719"/>
                </a:lnTo>
                <a:lnTo>
                  <a:pt x="1246504" y="46989"/>
                </a:lnTo>
                <a:lnTo>
                  <a:pt x="1282064" y="48259"/>
                </a:lnTo>
                <a:lnTo>
                  <a:pt x="1301496" y="48259"/>
                </a:lnTo>
                <a:lnTo>
                  <a:pt x="1342516" y="49529"/>
                </a:lnTo>
                <a:lnTo>
                  <a:pt x="1387221" y="52069"/>
                </a:lnTo>
                <a:lnTo>
                  <a:pt x="1410589" y="52069"/>
                </a:lnTo>
                <a:lnTo>
                  <a:pt x="1434464" y="53339"/>
                </a:lnTo>
                <a:lnTo>
                  <a:pt x="1458594" y="54609"/>
                </a:lnTo>
                <a:lnTo>
                  <a:pt x="1481963" y="54609"/>
                </a:lnTo>
                <a:lnTo>
                  <a:pt x="1583181" y="59689"/>
                </a:lnTo>
                <a:lnTo>
                  <a:pt x="1609725" y="59689"/>
                </a:lnTo>
                <a:lnTo>
                  <a:pt x="1636014" y="60959"/>
                </a:lnTo>
                <a:lnTo>
                  <a:pt x="1662938" y="63500"/>
                </a:lnTo>
                <a:lnTo>
                  <a:pt x="1716913" y="66039"/>
                </a:lnTo>
                <a:lnTo>
                  <a:pt x="1772030" y="69850"/>
                </a:lnTo>
                <a:lnTo>
                  <a:pt x="1829180" y="72389"/>
                </a:lnTo>
                <a:lnTo>
                  <a:pt x="1858010" y="74929"/>
                </a:lnTo>
                <a:lnTo>
                  <a:pt x="1913889" y="78739"/>
                </a:lnTo>
                <a:lnTo>
                  <a:pt x="1940814" y="80009"/>
                </a:lnTo>
                <a:lnTo>
                  <a:pt x="1968246" y="82550"/>
                </a:lnTo>
                <a:lnTo>
                  <a:pt x="2022348" y="86359"/>
                </a:lnTo>
                <a:lnTo>
                  <a:pt x="2049652" y="87629"/>
                </a:lnTo>
                <a:lnTo>
                  <a:pt x="2076450" y="90169"/>
                </a:lnTo>
                <a:lnTo>
                  <a:pt x="2102739" y="91439"/>
                </a:lnTo>
                <a:lnTo>
                  <a:pt x="2129028" y="93979"/>
                </a:lnTo>
                <a:lnTo>
                  <a:pt x="2154174" y="95250"/>
                </a:lnTo>
                <a:lnTo>
                  <a:pt x="2180463" y="97789"/>
                </a:lnTo>
                <a:lnTo>
                  <a:pt x="2206116" y="99059"/>
                </a:lnTo>
                <a:lnTo>
                  <a:pt x="2231643" y="101600"/>
                </a:lnTo>
                <a:lnTo>
                  <a:pt x="2282063" y="104139"/>
                </a:lnTo>
                <a:lnTo>
                  <a:pt x="2332101" y="107950"/>
                </a:lnTo>
                <a:lnTo>
                  <a:pt x="2355850" y="109219"/>
                </a:lnTo>
                <a:lnTo>
                  <a:pt x="2379599" y="111759"/>
                </a:lnTo>
                <a:lnTo>
                  <a:pt x="2451100" y="115569"/>
                </a:lnTo>
                <a:lnTo>
                  <a:pt x="2473705" y="118109"/>
                </a:lnTo>
                <a:lnTo>
                  <a:pt x="2627376" y="127000"/>
                </a:lnTo>
                <a:lnTo>
                  <a:pt x="2667000" y="128269"/>
                </a:lnTo>
                <a:lnTo>
                  <a:pt x="2686557" y="129539"/>
                </a:lnTo>
                <a:lnTo>
                  <a:pt x="2744851" y="129539"/>
                </a:lnTo>
                <a:lnTo>
                  <a:pt x="2765043" y="128269"/>
                </a:lnTo>
                <a:lnTo>
                  <a:pt x="2766949" y="128269"/>
                </a:lnTo>
                <a:lnTo>
                  <a:pt x="2768346" y="127000"/>
                </a:lnTo>
                <a:lnTo>
                  <a:pt x="2768473" y="123189"/>
                </a:lnTo>
                <a:lnTo>
                  <a:pt x="2767076" y="121919"/>
                </a:lnTo>
                <a:lnTo>
                  <a:pt x="2765298" y="121919"/>
                </a:lnTo>
                <a:lnTo>
                  <a:pt x="2745359" y="119379"/>
                </a:lnTo>
                <a:lnTo>
                  <a:pt x="2607182" y="110489"/>
                </a:lnTo>
                <a:lnTo>
                  <a:pt x="2585592" y="110489"/>
                </a:lnTo>
                <a:lnTo>
                  <a:pt x="2404872" y="100329"/>
                </a:lnTo>
                <a:lnTo>
                  <a:pt x="2380361" y="97789"/>
                </a:lnTo>
                <a:lnTo>
                  <a:pt x="2332990" y="95250"/>
                </a:lnTo>
                <a:lnTo>
                  <a:pt x="2308225" y="92709"/>
                </a:lnTo>
                <a:lnTo>
                  <a:pt x="2258567" y="90169"/>
                </a:lnTo>
                <a:lnTo>
                  <a:pt x="2232660" y="87629"/>
                </a:lnTo>
                <a:lnTo>
                  <a:pt x="2207005" y="86359"/>
                </a:lnTo>
                <a:lnTo>
                  <a:pt x="2181479" y="83819"/>
                </a:lnTo>
                <a:lnTo>
                  <a:pt x="2155190" y="82550"/>
                </a:lnTo>
                <a:lnTo>
                  <a:pt x="2129916" y="80009"/>
                </a:lnTo>
                <a:lnTo>
                  <a:pt x="2077339" y="76200"/>
                </a:lnTo>
                <a:lnTo>
                  <a:pt x="2050668" y="74929"/>
                </a:lnTo>
                <a:lnTo>
                  <a:pt x="2023237" y="72389"/>
                </a:lnTo>
                <a:lnTo>
                  <a:pt x="1996948" y="71119"/>
                </a:lnTo>
                <a:lnTo>
                  <a:pt x="1969135" y="68579"/>
                </a:lnTo>
                <a:lnTo>
                  <a:pt x="1941829" y="67309"/>
                </a:lnTo>
                <a:lnTo>
                  <a:pt x="1914778" y="64769"/>
                </a:lnTo>
                <a:lnTo>
                  <a:pt x="1858899" y="60959"/>
                </a:lnTo>
                <a:lnTo>
                  <a:pt x="1802002" y="58419"/>
                </a:lnTo>
                <a:lnTo>
                  <a:pt x="1772792" y="55879"/>
                </a:lnTo>
                <a:lnTo>
                  <a:pt x="1663700" y="50800"/>
                </a:lnTo>
                <a:lnTo>
                  <a:pt x="1636649" y="48259"/>
                </a:lnTo>
                <a:lnTo>
                  <a:pt x="1583689" y="46989"/>
                </a:lnTo>
                <a:lnTo>
                  <a:pt x="1506854" y="43179"/>
                </a:lnTo>
                <a:lnTo>
                  <a:pt x="1482343" y="43179"/>
                </a:lnTo>
                <a:lnTo>
                  <a:pt x="1434846" y="40639"/>
                </a:lnTo>
                <a:close/>
              </a:path>
              <a:path w="2768600" h="129539">
                <a:moveTo>
                  <a:pt x="1322069" y="36829"/>
                </a:moveTo>
                <a:lnTo>
                  <a:pt x="1019301" y="36829"/>
                </a:lnTo>
                <a:lnTo>
                  <a:pt x="1081277" y="39369"/>
                </a:lnTo>
                <a:lnTo>
                  <a:pt x="1096772" y="40639"/>
                </a:lnTo>
                <a:lnTo>
                  <a:pt x="1411097" y="40639"/>
                </a:lnTo>
                <a:lnTo>
                  <a:pt x="1387602" y="39369"/>
                </a:lnTo>
                <a:lnTo>
                  <a:pt x="1343025" y="38100"/>
                </a:lnTo>
                <a:lnTo>
                  <a:pt x="1322069" y="36829"/>
                </a:lnTo>
                <a:close/>
              </a:path>
              <a:path w="2768600" h="129539">
                <a:moveTo>
                  <a:pt x="1282573" y="35559"/>
                </a:moveTo>
                <a:lnTo>
                  <a:pt x="989076" y="35559"/>
                </a:lnTo>
                <a:lnTo>
                  <a:pt x="1003935" y="36829"/>
                </a:lnTo>
                <a:lnTo>
                  <a:pt x="1302003" y="36829"/>
                </a:lnTo>
                <a:lnTo>
                  <a:pt x="1282573" y="35559"/>
                </a:lnTo>
                <a:close/>
              </a:path>
              <a:path w="2768600" h="129539">
                <a:moveTo>
                  <a:pt x="1246886" y="34289"/>
                </a:moveTo>
                <a:lnTo>
                  <a:pt x="917828" y="34289"/>
                </a:lnTo>
                <a:lnTo>
                  <a:pt x="945641" y="35559"/>
                </a:lnTo>
                <a:lnTo>
                  <a:pt x="1264919" y="35559"/>
                </a:lnTo>
                <a:lnTo>
                  <a:pt x="1246886" y="34289"/>
                </a:lnTo>
                <a:close/>
              </a:path>
              <a:path w="2768600" h="129539">
                <a:moveTo>
                  <a:pt x="1177798" y="31750"/>
                </a:moveTo>
                <a:lnTo>
                  <a:pt x="520445" y="31750"/>
                </a:lnTo>
                <a:lnTo>
                  <a:pt x="543940" y="33019"/>
                </a:lnTo>
                <a:lnTo>
                  <a:pt x="771016" y="33019"/>
                </a:lnTo>
                <a:lnTo>
                  <a:pt x="784351" y="34289"/>
                </a:lnTo>
                <a:lnTo>
                  <a:pt x="1228598" y="34289"/>
                </a:lnTo>
                <a:lnTo>
                  <a:pt x="1177798" y="31750"/>
                </a:lnTo>
                <a:close/>
              </a:path>
              <a:path w="2768600" h="129539">
                <a:moveTo>
                  <a:pt x="1128649" y="29209"/>
                </a:moveTo>
                <a:lnTo>
                  <a:pt x="421766" y="29209"/>
                </a:lnTo>
                <a:lnTo>
                  <a:pt x="457834" y="30479"/>
                </a:lnTo>
                <a:lnTo>
                  <a:pt x="477646" y="31750"/>
                </a:lnTo>
                <a:lnTo>
                  <a:pt x="1177925" y="31750"/>
                </a:lnTo>
                <a:lnTo>
                  <a:pt x="1160906" y="30479"/>
                </a:lnTo>
                <a:lnTo>
                  <a:pt x="1144397" y="30479"/>
                </a:lnTo>
                <a:lnTo>
                  <a:pt x="1128649" y="29209"/>
                </a:lnTo>
                <a:close/>
              </a:path>
              <a:path w="2768600" h="129539">
                <a:moveTo>
                  <a:pt x="1097279" y="27939"/>
                </a:moveTo>
                <a:lnTo>
                  <a:pt x="390778" y="27939"/>
                </a:lnTo>
                <a:lnTo>
                  <a:pt x="397637" y="29209"/>
                </a:lnTo>
                <a:lnTo>
                  <a:pt x="1113536" y="29209"/>
                </a:lnTo>
                <a:lnTo>
                  <a:pt x="1097279" y="27939"/>
                </a:lnTo>
                <a:close/>
              </a:path>
              <a:path w="2768600" h="129539">
                <a:moveTo>
                  <a:pt x="960627" y="22859"/>
                </a:moveTo>
                <a:lnTo>
                  <a:pt x="302132" y="22859"/>
                </a:lnTo>
                <a:lnTo>
                  <a:pt x="306831" y="24129"/>
                </a:lnTo>
                <a:lnTo>
                  <a:pt x="322071" y="25400"/>
                </a:lnTo>
                <a:lnTo>
                  <a:pt x="338708" y="25400"/>
                </a:lnTo>
                <a:lnTo>
                  <a:pt x="344424" y="26669"/>
                </a:lnTo>
                <a:lnTo>
                  <a:pt x="357124" y="26669"/>
                </a:lnTo>
                <a:lnTo>
                  <a:pt x="363981" y="27939"/>
                </a:lnTo>
                <a:lnTo>
                  <a:pt x="1081786" y="27939"/>
                </a:lnTo>
                <a:lnTo>
                  <a:pt x="1051178" y="26669"/>
                </a:lnTo>
                <a:lnTo>
                  <a:pt x="1035303" y="25400"/>
                </a:lnTo>
                <a:lnTo>
                  <a:pt x="1004188" y="24129"/>
                </a:lnTo>
                <a:lnTo>
                  <a:pt x="974978" y="24129"/>
                </a:lnTo>
                <a:lnTo>
                  <a:pt x="960627" y="22859"/>
                </a:lnTo>
                <a:close/>
              </a:path>
              <a:path w="2768600" h="129539">
                <a:moveTo>
                  <a:pt x="825118" y="21589"/>
                </a:moveTo>
                <a:lnTo>
                  <a:pt x="287146" y="21589"/>
                </a:lnTo>
                <a:lnTo>
                  <a:pt x="292862" y="22859"/>
                </a:lnTo>
                <a:lnTo>
                  <a:pt x="904748" y="22859"/>
                </a:lnTo>
                <a:lnTo>
                  <a:pt x="825118" y="21589"/>
                </a:lnTo>
                <a:close/>
              </a:path>
              <a:path w="2768600" h="129539">
                <a:moveTo>
                  <a:pt x="532129" y="20319"/>
                </a:moveTo>
                <a:lnTo>
                  <a:pt x="263525" y="20319"/>
                </a:lnTo>
                <a:lnTo>
                  <a:pt x="270001" y="21589"/>
                </a:lnTo>
                <a:lnTo>
                  <a:pt x="591946" y="21589"/>
                </a:lnTo>
                <a:lnTo>
                  <a:pt x="532129" y="20319"/>
                </a:lnTo>
                <a:close/>
              </a:path>
              <a:path w="2768600" h="129539">
                <a:moveTo>
                  <a:pt x="439419" y="17779"/>
                </a:moveTo>
                <a:lnTo>
                  <a:pt x="214502" y="17779"/>
                </a:lnTo>
                <a:lnTo>
                  <a:pt x="229234" y="19050"/>
                </a:lnTo>
                <a:lnTo>
                  <a:pt x="242443" y="19050"/>
                </a:lnTo>
                <a:lnTo>
                  <a:pt x="249554" y="20319"/>
                </a:lnTo>
                <a:lnTo>
                  <a:pt x="499490" y="20319"/>
                </a:lnTo>
                <a:lnTo>
                  <a:pt x="439419" y="17779"/>
                </a:lnTo>
                <a:close/>
              </a:path>
              <a:path w="2768600" h="129539">
                <a:moveTo>
                  <a:pt x="405383" y="16509"/>
                </a:moveTo>
                <a:lnTo>
                  <a:pt x="194182" y="16509"/>
                </a:lnTo>
                <a:lnTo>
                  <a:pt x="208406" y="17779"/>
                </a:lnTo>
                <a:lnTo>
                  <a:pt x="413638" y="17779"/>
                </a:lnTo>
                <a:lnTo>
                  <a:pt x="405383" y="16509"/>
                </a:lnTo>
                <a:close/>
              </a:path>
              <a:path w="2768600" h="129539">
                <a:moveTo>
                  <a:pt x="11175" y="10159"/>
                </a:moveTo>
                <a:lnTo>
                  <a:pt x="3301" y="10159"/>
                </a:lnTo>
                <a:lnTo>
                  <a:pt x="3809" y="11429"/>
                </a:lnTo>
                <a:lnTo>
                  <a:pt x="3937" y="11429"/>
                </a:lnTo>
                <a:lnTo>
                  <a:pt x="4571" y="12700"/>
                </a:lnTo>
                <a:lnTo>
                  <a:pt x="5079" y="12700"/>
                </a:lnTo>
                <a:lnTo>
                  <a:pt x="5968" y="13969"/>
                </a:lnTo>
                <a:lnTo>
                  <a:pt x="6984" y="15239"/>
                </a:lnTo>
                <a:lnTo>
                  <a:pt x="8127" y="16509"/>
                </a:lnTo>
                <a:lnTo>
                  <a:pt x="10032" y="16509"/>
                </a:lnTo>
                <a:lnTo>
                  <a:pt x="11429" y="15239"/>
                </a:lnTo>
                <a:lnTo>
                  <a:pt x="12700" y="15239"/>
                </a:lnTo>
                <a:lnTo>
                  <a:pt x="13081" y="12700"/>
                </a:lnTo>
                <a:lnTo>
                  <a:pt x="12191" y="11429"/>
                </a:lnTo>
                <a:lnTo>
                  <a:pt x="11175" y="10159"/>
                </a:lnTo>
                <a:close/>
              </a:path>
              <a:path w="2768600" h="129539">
                <a:moveTo>
                  <a:pt x="370839" y="15239"/>
                </a:moveTo>
                <a:lnTo>
                  <a:pt x="166877" y="15239"/>
                </a:lnTo>
                <a:lnTo>
                  <a:pt x="188087" y="16509"/>
                </a:lnTo>
                <a:lnTo>
                  <a:pt x="377951" y="16509"/>
                </a:lnTo>
                <a:lnTo>
                  <a:pt x="370839" y="15239"/>
                </a:lnTo>
                <a:close/>
              </a:path>
              <a:path w="2768600" h="129539">
                <a:moveTo>
                  <a:pt x="351281" y="13969"/>
                </a:moveTo>
                <a:lnTo>
                  <a:pt x="79375" y="13969"/>
                </a:lnTo>
                <a:lnTo>
                  <a:pt x="85597" y="15239"/>
                </a:lnTo>
                <a:lnTo>
                  <a:pt x="364616" y="15239"/>
                </a:lnTo>
                <a:lnTo>
                  <a:pt x="351281" y="13969"/>
                </a:lnTo>
                <a:close/>
              </a:path>
              <a:path w="2768600" h="129539">
                <a:moveTo>
                  <a:pt x="327787" y="12700"/>
                </a:moveTo>
                <a:lnTo>
                  <a:pt x="49783" y="12700"/>
                </a:lnTo>
                <a:lnTo>
                  <a:pt x="58800" y="13969"/>
                </a:lnTo>
                <a:lnTo>
                  <a:pt x="333247" y="13969"/>
                </a:lnTo>
                <a:lnTo>
                  <a:pt x="327787" y="12700"/>
                </a:lnTo>
                <a:close/>
              </a:path>
              <a:path w="2768600" h="129539">
                <a:moveTo>
                  <a:pt x="297941" y="11429"/>
                </a:moveTo>
                <a:lnTo>
                  <a:pt x="28828" y="11429"/>
                </a:lnTo>
                <a:lnTo>
                  <a:pt x="36956" y="12700"/>
                </a:lnTo>
                <a:lnTo>
                  <a:pt x="317753" y="12700"/>
                </a:lnTo>
                <a:lnTo>
                  <a:pt x="297941" y="11429"/>
                </a:lnTo>
                <a:close/>
              </a:path>
              <a:path w="2768600" h="129539">
                <a:moveTo>
                  <a:pt x="287908" y="10159"/>
                </a:moveTo>
                <a:lnTo>
                  <a:pt x="16001" y="10159"/>
                </a:lnTo>
                <a:lnTo>
                  <a:pt x="18922" y="11429"/>
                </a:lnTo>
                <a:lnTo>
                  <a:pt x="293624" y="11429"/>
                </a:lnTo>
                <a:lnTo>
                  <a:pt x="287908" y="10159"/>
                </a:lnTo>
                <a:close/>
              </a:path>
              <a:path w="2768600" h="129539">
                <a:moveTo>
                  <a:pt x="2493" y="10044"/>
                </a:moveTo>
                <a:lnTo>
                  <a:pt x="2666" y="10159"/>
                </a:lnTo>
                <a:lnTo>
                  <a:pt x="2493" y="10044"/>
                </a:lnTo>
                <a:close/>
              </a:path>
              <a:path w="2768600" h="129539">
                <a:moveTo>
                  <a:pt x="10159" y="7619"/>
                </a:moveTo>
                <a:lnTo>
                  <a:pt x="1143" y="7619"/>
                </a:lnTo>
                <a:lnTo>
                  <a:pt x="1904" y="8889"/>
                </a:lnTo>
                <a:lnTo>
                  <a:pt x="2031" y="8889"/>
                </a:lnTo>
                <a:lnTo>
                  <a:pt x="2493" y="10044"/>
                </a:lnTo>
                <a:lnTo>
                  <a:pt x="2666" y="10159"/>
                </a:lnTo>
                <a:lnTo>
                  <a:pt x="11302" y="10159"/>
                </a:lnTo>
                <a:lnTo>
                  <a:pt x="10668" y="8889"/>
                </a:lnTo>
                <a:lnTo>
                  <a:pt x="10159" y="7619"/>
                </a:lnTo>
                <a:close/>
              </a:path>
              <a:path w="2768600" h="129539">
                <a:moveTo>
                  <a:pt x="236219" y="7619"/>
                </a:moveTo>
                <a:lnTo>
                  <a:pt x="10159" y="7619"/>
                </a:lnTo>
                <a:lnTo>
                  <a:pt x="10668" y="8889"/>
                </a:lnTo>
                <a:lnTo>
                  <a:pt x="11302" y="10159"/>
                </a:lnTo>
                <a:lnTo>
                  <a:pt x="270637" y="10159"/>
                </a:lnTo>
                <a:lnTo>
                  <a:pt x="264287" y="8889"/>
                </a:lnTo>
                <a:lnTo>
                  <a:pt x="250316" y="8889"/>
                </a:lnTo>
                <a:lnTo>
                  <a:pt x="236219" y="7619"/>
                </a:lnTo>
                <a:close/>
              </a:path>
              <a:path w="2768600" h="129539">
                <a:moveTo>
                  <a:pt x="484" y="7042"/>
                </a:moveTo>
                <a:lnTo>
                  <a:pt x="762" y="8889"/>
                </a:lnTo>
                <a:lnTo>
                  <a:pt x="2493" y="10044"/>
                </a:lnTo>
                <a:lnTo>
                  <a:pt x="2031" y="8889"/>
                </a:lnTo>
                <a:lnTo>
                  <a:pt x="1904" y="8889"/>
                </a:lnTo>
                <a:lnTo>
                  <a:pt x="1143" y="7619"/>
                </a:lnTo>
                <a:lnTo>
                  <a:pt x="888" y="7619"/>
                </a:lnTo>
                <a:lnTo>
                  <a:pt x="484" y="7042"/>
                </a:lnTo>
                <a:close/>
              </a:path>
              <a:path w="2768600" h="129539">
                <a:moveTo>
                  <a:pt x="5206" y="0"/>
                </a:moveTo>
                <a:lnTo>
                  <a:pt x="1143" y="2539"/>
                </a:lnTo>
                <a:lnTo>
                  <a:pt x="571" y="3175"/>
                </a:lnTo>
                <a:lnTo>
                  <a:pt x="126" y="3809"/>
                </a:lnTo>
                <a:lnTo>
                  <a:pt x="190" y="5079"/>
                </a:lnTo>
                <a:lnTo>
                  <a:pt x="484" y="7042"/>
                </a:lnTo>
                <a:lnTo>
                  <a:pt x="888" y="7619"/>
                </a:lnTo>
                <a:lnTo>
                  <a:pt x="9778" y="7619"/>
                </a:lnTo>
                <a:lnTo>
                  <a:pt x="9778" y="6350"/>
                </a:lnTo>
                <a:lnTo>
                  <a:pt x="9651" y="5079"/>
                </a:lnTo>
                <a:lnTo>
                  <a:pt x="9397" y="5079"/>
                </a:lnTo>
                <a:lnTo>
                  <a:pt x="8889" y="3809"/>
                </a:lnTo>
                <a:lnTo>
                  <a:pt x="7493" y="1269"/>
                </a:lnTo>
                <a:lnTo>
                  <a:pt x="5206" y="0"/>
                </a:lnTo>
                <a:close/>
              </a:path>
              <a:path w="2768600" h="129539">
                <a:moveTo>
                  <a:pt x="9778" y="6350"/>
                </a:moveTo>
                <a:lnTo>
                  <a:pt x="9778" y="7619"/>
                </a:lnTo>
                <a:lnTo>
                  <a:pt x="9778" y="6350"/>
                </a:lnTo>
                <a:close/>
              </a:path>
              <a:path w="2768600" h="129539">
                <a:moveTo>
                  <a:pt x="194690" y="5079"/>
                </a:moveTo>
                <a:lnTo>
                  <a:pt x="9651" y="5079"/>
                </a:lnTo>
                <a:lnTo>
                  <a:pt x="9778" y="7619"/>
                </a:lnTo>
                <a:lnTo>
                  <a:pt x="10032" y="7619"/>
                </a:lnTo>
                <a:lnTo>
                  <a:pt x="9906" y="6350"/>
                </a:lnTo>
                <a:lnTo>
                  <a:pt x="201802" y="6350"/>
                </a:lnTo>
                <a:lnTo>
                  <a:pt x="194690" y="5079"/>
                </a:lnTo>
                <a:close/>
              </a:path>
              <a:path w="2768600" h="129539">
                <a:moveTo>
                  <a:pt x="215137" y="6350"/>
                </a:moveTo>
                <a:lnTo>
                  <a:pt x="9906" y="6350"/>
                </a:lnTo>
                <a:lnTo>
                  <a:pt x="10032" y="7619"/>
                </a:lnTo>
                <a:lnTo>
                  <a:pt x="222250" y="7619"/>
                </a:lnTo>
                <a:lnTo>
                  <a:pt x="215137" y="6350"/>
                </a:lnTo>
                <a:close/>
              </a:path>
              <a:path w="2768600" h="129539">
                <a:moveTo>
                  <a:pt x="95" y="4444"/>
                </a:moveTo>
                <a:lnTo>
                  <a:pt x="0" y="6350"/>
                </a:lnTo>
                <a:lnTo>
                  <a:pt x="484" y="7042"/>
                </a:lnTo>
                <a:lnTo>
                  <a:pt x="95" y="4444"/>
                </a:lnTo>
                <a:close/>
              </a:path>
              <a:path w="2768600" h="129539">
                <a:moveTo>
                  <a:pt x="16509" y="1269"/>
                </a:moveTo>
                <a:lnTo>
                  <a:pt x="7493" y="1269"/>
                </a:lnTo>
                <a:lnTo>
                  <a:pt x="8889" y="3809"/>
                </a:lnTo>
                <a:lnTo>
                  <a:pt x="9397" y="5079"/>
                </a:lnTo>
                <a:lnTo>
                  <a:pt x="167258" y="5079"/>
                </a:lnTo>
                <a:lnTo>
                  <a:pt x="160400" y="3809"/>
                </a:lnTo>
                <a:lnTo>
                  <a:pt x="85851" y="3809"/>
                </a:lnTo>
                <a:lnTo>
                  <a:pt x="59308" y="2539"/>
                </a:lnTo>
                <a:lnTo>
                  <a:pt x="25400" y="2539"/>
                </a:lnTo>
                <a:lnTo>
                  <a:pt x="16509" y="1269"/>
                </a:lnTo>
                <a:close/>
              </a:path>
              <a:path w="2768600" h="129539">
                <a:moveTo>
                  <a:pt x="571" y="3175"/>
                </a:moveTo>
                <a:lnTo>
                  <a:pt x="0" y="3809"/>
                </a:lnTo>
                <a:lnTo>
                  <a:pt x="95" y="4444"/>
                </a:lnTo>
                <a:lnTo>
                  <a:pt x="126" y="3809"/>
                </a:lnTo>
                <a:lnTo>
                  <a:pt x="571" y="3175"/>
                </a:lnTo>
                <a:close/>
              </a:path>
              <a:path w="2768600" h="129539">
                <a:moveTo>
                  <a:pt x="3175" y="1269"/>
                </a:moveTo>
                <a:lnTo>
                  <a:pt x="1904" y="1269"/>
                </a:lnTo>
                <a:lnTo>
                  <a:pt x="571" y="3175"/>
                </a:lnTo>
                <a:lnTo>
                  <a:pt x="1143" y="2539"/>
                </a:lnTo>
                <a:lnTo>
                  <a:pt x="3175" y="12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401557" y="4830038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56" rIns="0" bIns="0" rtlCol="0">
            <a:spAutoFit/>
          </a:bodyPr>
          <a:lstStyle/>
          <a:p>
            <a:pPr marL="1908175">
              <a:lnSpc>
                <a:spcPct val="100000"/>
              </a:lnSpc>
              <a:spcBef>
                <a:spcPts val="95"/>
              </a:spcBef>
            </a:pPr>
            <a:r>
              <a:rPr dirty="0"/>
              <a:t>Assumption</a:t>
            </a:r>
            <a:r>
              <a:rPr spc="-70" dirty="0"/>
              <a:t> </a:t>
            </a:r>
            <a:r>
              <a:rPr dirty="0"/>
              <a:t>about</a:t>
            </a:r>
            <a:r>
              <a:rPr spc="-90" dirty="0"/>
              <a:t> </a:t>
            </a:r>
            <a:r>
              <a:rPr dirty="0"/>
              <a:t>error</a:t>
            </a:r>
            <a:r>
              <a:rPr spc="-110" dirty="0"/>
              <a:t> </a:t>
            </a:r>
            <a:r>
              <a:rPr spc="-20" dirty="0"/>
              <a:t>term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1287830"/>
            <a:ext cx="7720583" cy="28901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1861819"/>
            <a:ext cx="1548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Thank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45" dirty="0">
                <a:latin typeface="Calibri"/>
                <a:cs typeface="Calibri"/>
              </a:rPr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24028</TotalTime>
  <Words>569</Words>
  <Application>Microsoft Office PowerPoint</Application>
  <PresentationFormat>On-screen Show (16:9)</PresentationFormat>
  <Paragraphs>85</Paragraphs>
  <Slides>30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 MT</vt:lpstr>
      <vt:lpstr>Calibri</vt:lpstr>
      <vt:lpstr>Symbol</vt:lpstr>
      <vt:lpstr>Times New Roman</vt:lpstr>
      <vt:lpstr>Office Theme</vt:lpstr>
      <vt:lpstr>PowerPoint Presentation</vt:lpstr>
      <vt:lpstr>Multiple regression model</vt:lpstr>
      <vt:lpstr>The estimation process For multiple regression</vt:lpstr>
      <vt:lpstr>Simple vs multiple regression</vt:lpstr>
      <vt:lpstr>Least Squares Method</vt:lpstr>
      <vt:lpstr>Least Squares Method</vt:lpstr>
      <vt:lpstr>An Example: Trucking Company</vt:lpstr>
      <vt:lpstr>PRELIMINARY DATA FOR BUTLER TRUCKING</vt:lpstr>
      <vt:lpstr>Dataset</vt:lpstr>
      <vt:lpstr>Using python import data</vt:lpstr>
      <vt:lpstr>Scatter Diagram Of Preliminary Data For Trucking x1</vt:lpstr>
      <vt:lpstr>Scatter Diagram Of Preliminary Data For Trucking x2</vt:lpstr>
      <vt:lpstr>Scatter Diagram For x1 and x2</vt:lpstr>
      <vt:lpstr>Linear regression Vs. multiple regression model</vt:lpstr>
      <vt:lpstr>Linear regression Vs. multiple regression model</vt:lpstr>
      <vt:lpstr>Linear regression Vs. Multiple regression model</vt:lpstr>
      <vt:lpstr>Linear regression Vs. Multiple regression model</vt:lpstr>
      <vt:lpstr>Multiple Coefficient of Determination</vt:lpstr>
      <vt:lpstr>Multiple Coefficient of Determination for linear model</vt:lpstr>
      <vt:lpstr>Multiple Coefficient of Determination for Multiple regression model</vt:lpstr>
      <vt:lpstr>Multiple Coefficient of Determination</vt:lpstr>
      <vt:lpstr>Multiple Coefficient of Determination</vt:lpstr>
      <vt:lpstr>Adjusted Multiple Coefficient of Determination</vt:lpstr>
      <vt:lpstr>OLS Summary</vt:lpstr>
      <vt:lpstr>Adjusted Multiple Coefficient Vs Multiple Coefficient</vt:lpstr>
      <vt:lpstr>Adjusted Multiple Coefficient Vs Multiple Coefficient</vt:lpstr>
      <vt:lpstr>Model Assumptions</vt:lpstr>
      <vt:lpstr>Assumption about error term</vt:lpstr>
      <vt:lpstr>Assumption about error term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IITR</dc:creator>
  <cp:lastModifiedBy>lenovo</cp:lastModifiedBy>
  <cp:revision>2</cp:revision>
  <dcterms:created xsi:type="dcterms:W3CDTF">2024-08-15T11:16:53Z</dcterms:created>
  <dcterms:modified xsi:type="dcterms:W3CDTF">2024-09-01T04:38:08Z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2024-08-15T00:00:00Z</vt:filetime>
  </property>
  <property fmtid="{D5CDD505-2E9C-101B-9397-08002B2CF9AE}" pid="5" name="Producer">
    <vt:lpwstr>Microsoft® PowerPoint® 2016</vt:lpwstr>
  </property>
</Properties>
</file>