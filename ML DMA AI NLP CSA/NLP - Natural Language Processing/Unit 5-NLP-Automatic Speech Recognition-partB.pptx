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256" r:id="rId2"/>
    <p:sldId id="290" r:id="rId3"/>
    <p:sldId id="291" r:id="rId4"/>
    <p:sldId id="292" r:id="rId5"/>
    <p:sldId id="258" r:id="rId6"/>
    <p:sldId id="259" r:id="rId7"/>
    <p:sldId id="260" r:id="rId8"/>
    <p:sldId id="261" r:id="rId9"/>
    <p:sldId id="257" r:id="rId10"/>
    <p:sldId id="275" r:id="rId11"/>
    <p:sldId id="263" r:id="rId12"/>
    <p:sldId id="265" r:id="rId13"/>
    <p:sldId id="266" r:id="rId14"/>
    <p:sldId id="264" r:id="rId15"/>
    <p:sldId id="267" r:id="rId16"/>
    <p:sldId id="274" r:id="rId17"/>
    <p:sldId id="268" r:id="rId18"/>
    <p:sldId id="269" r:id="rId19"/>
    <p:sldId id="270" r:id="rId20"/>
    <p:sldId id="271" r:id="rId21"/>
    <p:sldId id="272" r:id="rId22"/>
    <p:sldId id="298" r:id="rId23"/>
    <p:sldId id="299" r:id="rId24"/>
    <p:sldId id="300" r:id="rId25"/>
    <p:sldId id="273" r:id="rId26"/>
    <p:sldId id="276" r:id="rId27"/>
    <p:sldId id="277" r:id="rId28"/>
    <p:sldId id="278" r:id="rId29"/>
    <p:sldId id="279" r:id="rId30"/>
    <p:sldId id="262" r:id="rId31"/>
    <p:sldId id="280" r:id="rId32"/>
    <p:sldId id="281" r:id="rId33"/>
    <p:sldId id="296" r:id="rId34"/>
    <p:sldId id="297" r:id="rId35"/>
    <p:sldId id="295" r:id="rId36"/>
    <p:sldId id="282" r:id="rId37"/>
    <p:sldId id="283" r:id="rId38"/>
    <p:sldId id="284" r:id="rId39"/>
    <p:sldId id="285" r:id="rId40"/>
    <p:sldId id="286" r:id="rId41"/>
    <p:sldId id="293" r:id="rId42"/>
    <p:sldId id="294" r:id="rId43"/>
    <p:sldId id="288" r:id="rId44"/>
    <p:sldId id="287" r:id="rId45"/>
    <p:sldId id="289" r:id="rId46"/>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594" y="4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0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D818522A-B2EB-C277-08AA-7D800697B93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ltLang="en-US"/>
          </a:p>
        </p:txBody>
      </p:sp>
      <p:sp>
        <p:nvSpPr>
          <p:cNvPr id="82947" name="Rectangle 3">
            <a:extLst>
              <a:ext uri="{FF2B5EF4-FFF2-40B4-BE49-F238E27FC236}">
                <a16:creationId xmlns:a16="http://schemas.microsoft.com/office/drawing/2014/main" id="{7200D161-9071-1996-63C3-1A702B053BD9}"/>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ltLang="en-US"/>
          </a:p>
        </p:txBody>
      </p:sp>
      <p:sp>
        <p:nvSpPr>
          <p:cNvPr id="82948" name="Rectangle 4">
            <a:extLst>
              <a:ext uri="{FF2B5EF4-FFF2-40B4-BE49-F238E27FC236}">
                <a16:creationId xmlns:a16="http://schemas.microsoft.com/office/drawing/2014/main" id="{88C2DE15-7E37-7B34-0891-A04336740AE5}"/>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ltLang="en-US"/>
          </a:p>
        </p:txBody>
      </p:sp>
      <p:sp>
        <p:nvSpPr>
          <p:cNvPr id="82949" name="Rectangle 5">
            <a:extLst>
              <a:ext uri="{FF2B5EF4-FFF2-40B4-BE49-F238E27FC236}">
                <a16:creationId xmlns:a16="http://schemas.microsoft.com/office/drawing/2014/main" id="{14628BFE-136F-9753-A5A4-6D09B59EF00A}"/>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DC7F854-5927-4A04-A626-85CEFA72F390}"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0E2B156-B4CE-7BE4-1369-A566371B723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ltLang="en-US"/>
          </a:p>
        </p:txBody>
      </p:sp>
      <p:sp>
        <p:nvSpPr>
          <p:cNvPr id="18435" name="Rectangle 3">
            <a:extLst>
              <a:ext uri="{FF2B5EF4-FFF2-40B4-BE49-F238E27FC236}">
                <a16:creationId xmlns:a16="http://schemas.microsoft.com/office/drawing/2014/main" id="{2A195B5C-0E46-97B8-214C-BD93C8995CD1}"/>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ltLang="en-US"/>
          </a:p>
        </p:txBody>
      </p:sp>
      <p:sp>
        <p:nvSpPr>
          <p:cNvPr id="18436" name="Rectangle 4">
            <a:extLst>
              <a:ext uri="{FF2B5EF4-FFF2-40B4-BE49-F238E27FC236}">
                <a16:creationId xmlns:a16="http://schemas.microsoft.com/office/drawing/2014/main" id="{1767AF6C-EFE1-0A7E-AED3-EF98E94B4E6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437" name="Rectangle 5">
            <a:extLst>
              <a:ext uri="{FF2B5EF4-FFF2-40B4-BE49-F238E27FC236}">
                <a16:creationId xmlns:a16="http://schemas.microsoft.com/office/drawing/2014/main" id="{50823C4E-B9CB-F7DB-E73A-52BD3A762D7D}"/>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8438" name="Rectangle 6">
            <a:extLst>
              <a:ext uri="{FF2B5EF4-FFF2-40B4-BE49-F238E27FC236}">
                <a16:creationId xmlns:a16="http://schemas.microsoft.com/office/drawing/2014/main" id="{75C91C8B-383E-7F76-0670-48C794C1BD6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ltLang="en-US"/>
          </a:p>
        </p:txBody>
      </p:sp>
      <p:sp>
        <p:nvSpPr>
          <p:cNvPr id="18439" name="Rectangle 7">
            <a:extLst>
              <a:ext uri="{FF2B5EF4-FFF2-40B4-BE49-F238E27FC236}">
                <a16:creationId xmlns:a16="http://schemas.microsoft.com/office/drawing/2014/main" id="{36C02509-B9C4-7B66-5C43-EF68A1BF5140}"/>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D739628-E5E2-4BFA-BD30-2B64204D1BC3}"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641D560-A86E-36ED-216F-936C7BEA216D}"/>
              </a:ext>
            </a:extLst>
          </p:cNvPr>
          <p:cNvSpPr>
            <a:spLocks noGrp="1" noChangeArrowheads="1"/>
          </p:cNvSpPr>
          <p:nvPr>
            <p:ph type="sldNum" sz="quarter" idx="5"/>
          </p:nvPr>
        </p:nvSpPr>
        <p:spPr>
          <a:ln/>
        </p:spPr>
        <p:txBody>
          <a:bodyPr/>
          <a:lstStyle/>
          <a:p>
            <a:fld id="{5C32DDA3-5CD1-495C-931C-B8C7BE396E1C}" type="slidenum">
              <a:rPr lang="en-GB" altLang="en-US"/>
              <a:pPr/>
              <a:t>1</a:t>
            </a:fld>
            <a:endParaRPr lang="en-GB" altLang="en-US"/>
          </a:p>
        </p:txBody>
      </p:sp>
      <p:sp>
        <p:nvSpPr>
          <p:cNvPr id="29698" name="Rectangle 2">
            <a:extLst>
              <a:ext uri="{FF2B5EF4-FFF2-40B4-BE49-F238E27FC236}">
                <a16:creationId xmlns:a16="http://schemas.microsoft.com/office/drawing/2014/main" id="{0AABF872-4F46-4851-00DB-98988372633C}"/>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EB7022E0-DA6C-8748-E7DE-D9028773151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39455AA-B127-D27C-3037-6043AE878275}"/>
              </a:ext>
            </a:extLst>
          </p:cNvPr>
          <p:cNvSpPr>
            <a:spLocks noGrp="1" noChangeArrowheads="1"/>
          </p:cNvSpPr>
          <p:nvPr>
            <p:ph type="sldNum" sz="quarter" idx="5"/>
          </p:nvPr>
        </p:nvSpPr>
        <p:spPr>
          <a:ln/>
        </p:spPr>
        <p:txBody>
          <a:bodyPr/>
          <a:lstStyle/>
          <a:p>
            <a:fld id="{C8B4F5FE-4B27-47B1-9E47-EE14DA00C9CB}" type="slidenum">
              <a:rPr lang="en-GB" altLang="en-US"/>
              <a:pPr/>
              <a:t>5</a:t>
            </a:fld>
            <a:endParaRPr lang="en-GB" altLang="en-US"/>
          </a:p>
        </p:txBody>
      </p:sp>
      <p:sp>
        <p:nvSpPr>
          <p:cNvPr id="30722" name="Rectangle 2">
            <a:extLst>
              <a:ext uri="{FF2B5EF4-FFF2-40B4-BE49-F238E27FC236}">
                <a16:creationId xmlns:a16="http://schemas.microsoft.com/office/drawing/2014/main" id="{E8301C9B-7755-3B36-3A83-593FBAB34E29}"/>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79390B0E-B538-5A2D-B99E-AE82D905C3B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D83CA75-917E-A059-A4BB-3B385B7FBB2C}"/>
              </a:ext>
            </a:extLst>
          </p:cNvPr>
          <p:cNvSpPr>
            <a:spLocks noGrp="1" noChangeArrowheads="1"/>
          </p:cNvSpPr>
          <p:nvPr>
            <p:ph type="sldNum" sz="quarter" idx="5"/>
          </p:nvPr>
        </p:nvSpPr>
        <p:spPr>
          <a:ln/>
        </p:spPr>
        <p:txBody>
          <a:bodyPr/>
          <a:lstStyle/>
          <a:p>
            <a:fld id="{235F9B58-62E5-4D05-B70F-F68FED63036C}" type="slidenum">
              <a:rPr lang="en-GB" altLang="en-US"/>
              <a:pPr/>
              <a:t>6</a:t>
            </a:fld>
            <a:endParaRPr lang="en-GB" altLang="en-US"/>
          </a:p>
        </p:txBody>
      </p:sp>
      <p:sp>
        <p:nvSpPr>
          <p:cNvPr id="31746" name="Rectangle 2">
            <a:extLst>
              <a:ext uri="{FF2B5EF4-FFF2-40B4-BE49-F238E27FC236}">
                <a16:creationId xmlns:a16="http://schemas.microsoft.com/office/drawing/2014/main" id="{0A789C57-72D8-C938-C943-A6027317A6BB}"/>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785D6CC8-F97D-9589-D925-67E0F5AEE7D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8033296-DAA1-D5F2-1A45-B1527DFE75C2}"/>
              </a:ext>
            </a:extLst>
          </p:cNvPr>
          <p:cNvSpPr>
            <a:spLocks noGrp="1" noChangeArrowheads="1"/>
          </p:cNvSpPr>
          <p:nvPr>
            <p:ph type="sldNum" sz="quarter" idx="5"/>
          </p:nvPr>
        </p:nvSpPr>
        <p:spPr>
          <a:ln/>
        </p:spPr>
        <p:txBody>
          <a:bodyPr/>
          <a:lstStyle/>
          <a:p>
            <a:fld id="{D4BF18B8-DDE8-4DDC-B1FC-D301DCED089D}" type="slidenum">
              <a:rPr lang="en-GB" altLang="en-US"/>
              <a:pPr/>
              <a:t>7</a:t>
            </a:fld>
            <a:endParaRPr lang="en-GB" altLang="en-US"/>
          </a:p>
        </p:txBody>
      </p:sp>
      <p:sp>
        <p:nvSpPr>
          <p:cNvPr id="32770" name="Rectangle 2">
            <a:extLst>
              <a:ext uri="{FF2B5EF4-FFF2-40B4-BE49-F238E27FC236}">
                <a16:creationId xmlns:a16="http://schemas.microsoft.com/office/drawing/2014/main" id="{329281C0-AEB5-89CB-EB82-BFF8ABDCC45B}"/>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E13A7609-BB4B-9567-FAD8-4B4F587452F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C03372D-409B-B7B1-A110-2C7AE87AEA8A}"/>
              </a:ext>
            </a:extLst>
          </p:cNvPr>
          <p:cNvSpPr>
            <a:spLocks noGrp="1" noChangeArrowheads="1"/>
          </p:cNvSpPr>
          <p:nvPr>
            <p:ph type="sldNum" sz="quarter" idx="5"/>
          </p:nvPr>
        </p:nvSpPr>
        <p:spPr>
          <a:ln/>
        </p:spPr>
        <p:txBody>
          <a:bodyPr/>
          <a:lstStyle/>
          <a:p>
            <a:fld id="{C96294B1-C448-484A-8004-7F199C4DB616}" type="slidenum">
              <a:rPr lang="en-GB" altLang="en-US"/>
              <a:pPr/>
              <a:t>8</a:t>
            </a:fld>
            <a:endParaRPr lang="en-GB" altLang="en-US"/>
          </a:p>
        </p:txBody>
      </p:sp>
      <p:sp>
        <p:nvSpPr>
          <p:cNvPr id="33794" name="Rectangle 2">
            <a:extLst>
              <a:ext uri="{FF2B5EF4-FFF2-40B4-BE49-F238E27FC236}">
                <a16:creationId xmlns:a16="http://schemas.microsoft.com/office/drawing/2014/main" id="{349FCEF1-6288-EAB8-8812-F60D229C060A}"/>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6F45F231-6207-8598-29BC-EC8B9B9442E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A242A0B-6AE6-1DB6-B0CE-A5BE5341EB1D}"/>
              </a:ext>
            </a:extLst>
          </p:cNvPr>
          <p:cNvSpPr>
            <a:spLocks noGrp="1" noChangeArrowheads="1"/>
          </p:cNvSpPr>
          <p:nvPr>
            <p:ph type="sldNum" sz="quarter" idx="5"/>
          </p:nvPr>
        </p:nvSpPr>
        <p:spPr>
          <a:ln/>
        </p:spPr>
        <p:txBody>
          <a:bodyPr/>
          <a:lstStyle/>
          <a:p>
            <a:fld id="{878A35A5-7E60-4585-9DF0-08DE15EAE236}" type="slidenum">
              <a:rPr lang="en-GB" altLang="en-US"/>
              <a:pPr/>
              <a:t>9</a:t>
            </a:fld>
            <a:endParaRPr lang="en-GB" altLang="en-US"/>
          </a:p>
        </p:txBody>
      </p:sp>
      <p:sp>
        <p:nvSpPr>
          <p:cNvPr id="35842" name="Rectangle 2">
            <a:extLst>
              <a:ext uri="{FF2B5EF4-FFF2-40B4-BE49-F238E27FC236}">
                <a16:creationId xmlns:a16="http://schemas.microsoft.com/office/drawing/2014/main" id="{3003A87B-D665-421B-3ECE-6206E981B70B}"/>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E7F846CB-BB42-F45D-589A-9384DFAC2B9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3A8AD0F-3E6F-9D5E-36D7-6668C1D2865C}"/>
              </a:ext>
            </a:extLst>
          </p:cNvPr>
          <p:cNvSpPr>
            <a:spLocks noGrp="1" noChangeArrowheads="1"/>
          </p:cNvSpPr>
          <p:nvPr>
            <p:ph type="sldNum" sz="quarter" idx="5"/>
          </p:nvPr>
        </p:nvSpPr>
        <p:spPr>
          <a:ln/>
        </p:spPr>
        <p:txBody>
          <a:bodyPr/>
          <a:lstStyle/>
          <a:p>
            <a:fld id="{4099F8C7-DCE0-4469-B240-DDEFBFDE80C8}" type="slidenum">
              <a:rPr lang="en-GB" altLang="en-US"/>
              <a:pPr/>
              <a:t>10</a:t>
            </a:fld>
            <a:endParaRPr lang="en-GB" altLang="en-US"/>
          </a:p>
        </p:txBody>
      </p:sp>
      <p:sp>
        <p:nvSpPr>
          <p:cNvPr id="50178" name="Rectangle 2">
            <a:extLst>
              <a:ext uri="{FF2B5EF4-FFF2-40B4-BE49-F238E27FC236}">
                <a16:creationId xmlns:a16="http://schemas.microsoft.com/office/drawing/2014/main" id="{25C3C1A9-BB17-4C58-8A61-6BAD266EB44D}"/>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A69004BF-4E75-F25B-10E1-246F96A2F1A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0929607-1DDD-FCA2-6498-D15E466AA8CF}"/>
              </a:ext>
            </a:extLst>
          </p:cNvPr>
          <p:cNvSpPr>
            <a:spLocks noGrp="1" noChangeArrowheads="1"/>
          </p:cNvSpPr>
          <p:nvPr>
            <p:ph type="sldNum" sz="quarter" idx="5"/>
          </p:nvPr>
        </p:nvSpPr>
        <p:spPr>
          <a:ln/>
        </p:spPr>
        <p:txBody>
          <a:bodyPr/>
          <a:lstStyle/>
          <a:p>
            <a:fld id="{1E9CBD42-6AA1-4903-97A2-B7AD3F8F339B}" type="slidenum">
              <a:rPr lang="en-GB" altLang="en-US"/>
              <a:pPr/>
              <a:t>11</a:t>
            </a:fld>
            <a:endParaRPr lang="en-GB" altLang="en-US"/>
          </a:p>
        </p:txBody>
      </p:sp>
      <p:sp>
        <p:nvSpPr>
          <p:cNvPr id="36866" name="Rectangle 2">
            <a:extLst>
              <a:ext uri="{FF2B5EF4-FFF2-40B4-BE49-F238E27FC236}">
                <a16:creationId xmlns:a16="http://schemas.microsoft.com/office/drawing/2014/main" id="{599CF6A0-2853-68AF-FB8B-DF87E659D0C4}"/>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304FA7C8-29CD-D248-E9C6-4981727FAAA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47BC4D7-4E75-3A38-364B-62ED452442D8}"/>
              </a:ext>
            </a:extLst>
          </p:cNvPr>
          <p:cNvSpPr>
            <a:spLocks noGrp="1" noChangeArrowheads="1"/>
          </p:cNvSpPr>
          <p:nvPr>
            <p:ph type="sldNum" sz="quarter" idx="5"/>
          </p:nvPr>
        </p:nvSpPr>
        <p:spPr>
          <a:ln/>
        </p:spPr>
        <p:txBody>
          <a:bodyPr/>
          <a:lstStyle/>
          <a:p>
            <a:fld id="{B3DDD32B-6D70-4CB0-B543-82982F368BA9}" type="slidenum">
              <a:rPr lang="en-GB" altLang="en-US"/>
              <a:pPr/>
              <a:t>12</a:t>
            </a:fld>
            <a:endParaRPr lang="en-GB" altLang="en-US"/>
          </a:p>
        </p:txBody>
      </p:sp>
      <p:sp>
        <p:nvSpPr>
          <p:cNvPr id="37890" name="Rectangle 2">
            <a:extLst>
              <a:ext uri="{FF2B5EF4-FFF2-40B4-BE49-F238E27FC236}">
                <a16:creationId xmlns:a16="http://schemas.microsoft.com/office/drawing/2014/main" id="{7483063E-FD06-9F7C-2422-8EF4F0FDCD20}"/>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3174C3F9-2A23-C964-57AE-71C39DEE73E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6B6D736-5620-9FF3-A115-FF2A6222E3B6}"/>
              </a:ext>
            </a:extLst>
          </p:cNvPr>
          <p:cNvSpPr>
            <a:spLocks noGrp="1" noChangeArrowheads="1"/>
          </p:cNvSpPr>
          <p:nvPr>
            <p:ph type="sldNum" sz="quarter" idx="5"/>
          </p:nvPr>
        </p:nvSpPr>
        <p:spPr>
          <a:ln/>
        </p:spPr>
        <p:txBody>
          <a:bodyPr/>
          <a:lstStyle/>
          <a:p>
            <a:fld id="{64110978-7A24-4F4C-A1F1-BFD6DA7C3499}" type="slidenum">
              <a:rPr lang="en-GB" altLang="en-US"/>
              <a:pPr/>
              <a:t>13</a:t>
            </a:fld>
            <a:endParaRPr lang="en-GB" altLang="en-US"/>
          </a:p>
        </p:txBody>
      </p:sp>
      <p:sp>
        <p:nvSpPr>
          <p:cNvPr id="38914" name="Rectangle 2">
            <a:extLst>
              <a:ext uri="{FF2B5EF4-FFF2-40B4-BE49-F238E27FC236}">
                <a16:creationId xmlns:a16="http://schemas.microsoft.com/office/drawing/2014/main" id="{D9EEDEDF-346A-6223-41E7-F8D08416E756}"/>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7E51A09-9DF8-0588-74AD-EE923E54AEB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1392CAF-B11A-EDCF-E5D2-9812CB9E97A8}"/>
              </a:ext>
            </a:extLst>
          </p:cNvPr>
          <p:cNvSpPr>
            <a:spLocks noGrp="1" noChangeArrowheads="1"/>
          </p:cNvSpPr>
          <p:nvPr>
            <p:ph type="sldNum" sz="quarter" idx="5"/>
          </p:nvPr>
        </p:nvSpPr>
        <p:spPr>
          <a:ln/>
        </p:spPr>
        <p:txBody>
          <a:bodyPr/>
          <a:lstStyle/>
          <a:p>
            <a:fld id="{419647CE-631A-4767-9E07-A9D1742DC9CC}" type="slidenum">
              <a:rPr lang="en-GB" altLang="en-US"/>
              <a:pPr/>
              <a:t>14</a:t>
            </a:fld>
            <a:endParaRPr lang="en-GB" altLang="en-US"/>
          </a:p>
        </p:txBody>
      </p:sp>
      <p:sp>
        <p:nvSpPr>
          <p:cNvPr id="39938" name="Rectangle 2">
            <a:extLst>
              <a:ext uri="{FF2B5EF4-FFF2-40B4-BE49-F238E27FC236}">
                <a16:creationId xmlns:a16="http://schemas.microsoft.com/office/drawing/2014/main" id="{AAA9B4AA-336C-CD13-926E-88D16A0247A2}"/>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3A059CD7-10C9-A91B-F8D5-BA827D9B094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73FB4EC-7F11-AA36-6962-79FCA484264E}"/>
              </a:ext>
            </a:extLst>
          </p:cNvPr>
          <p:cNvSpPr>
            <a:spLocks noGrp="1" noChangeArrowheads="1"/>
          </p:cNvSpPr>
          <p:nvPr>
            <p:ph type="sldNum" sz="quarter" idx="5"/>
          </p:nvPr>
        </p:nvSpPr>
        <p:spPr>
          <a:ln/>
        </p:spPr>
        <p:txBody>
          <a:bodyPr/>
          <a:lstStyle/>
          <a:p>
            <a:fld id="{9A7EBF91-C280-42E8-9052-63AE2AEEA241}" type="slidenum">
              <a:rPr lang="en-GB" altLang="en-US"/>
              <a:pPr/>
              <a:t>15</a:t>
            </a:fld>
            <a:endParaRPr lang="en-GB" altLang="en-US"/>
          </a:p>
        </p:txBody>
      </p:sp>
      <p:sp>
        <p:nvSpPr>
          <p:cNvPr id="40962" name="Rectangle 2">
            <a:extLst>
              <a:ext uri="{FF2B5EF4-FFF2-40B4-BE49-F238E27FC236}">
                <a16:creationId xmlns:a16="http://schemas.microsoft.com/office/drawing/2014/main" id="{C675B636-C2EE-ABB9-C299-93DC0E203A93}"/>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1259C4F-6BEC-2E5F-2D62-98D8C346034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9670AD-C622-61B4-7F70-E84C47441BE8}"/>
              </a:ext>
            </a:extLst>
          </p:cNvPr>
          <p:cNvSpPr>
            <a:spLocks noGrp="1" noChangeArrowheads="1"/>
          </p:cNvSpPr>
          <p:nvPr>
            <p:ph type="sldNum" sz="quarter" idx="5"/>
          </p:nvPr>
        </p:nvSpPr>
        <p:spPr>
          <a:ln/>
        </p:spPr>
        <p:txBody>
          <a:bodyPr/>
          <a:lstStyle/>
          <a:p>
            <a:fld id="{05260127-0589-45B2-AC1D-D9FB1DCB2F17}" type="slidenum">
              <a:rPr lang="en-GB" altLang="en-US"/>
              <a:pPr/>
              <a:t>16</a:t>
            </a:fld>
            <a:endParaRPr lang="en-GB" altLang="en-US"/>
          </a:p>
        </p:txBody>
      </p:sp>
      <p:sp>
        <p:nvSpPr>
          <p:cNvPr id="41986" name="Rectangle 2">
            <a:extLst>
              <a:ext uri="{FF2B5EF4-FFF2-40B4-BE49-F238E27FC236}">
                <a16:creationId xmlns:a16="http://schemas.microsoft.com/office/drawing/2014/main" id="{9A7025ED-6765-3679-0605-F4D6331C77DF}"/>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0E536953-8FAD-B6DC-B9A4-2DAD3E92125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05C3420-D7D6-5F0E-307B-8D1720C4C4C8}"/>
              </a:ext>
            </a:extLst>
          </p:cNvPr>
          <p:cNvSpPr>
            <a:spLocks noGrp="1" noChangeArrowheads="1"/>
          </p:cNvSpPr>
          <p:nvPr>
            <p:ph type="sldNum" sz="quarter" idx="5"/>
          </p:nvPr>
        </p:nvSpPr>
        <p:spPr>
          <a:ln/>
        </p:spPr>
        <p:txBody>
          <a:bodyPr/>
          <a:lstStyle/>
          <a:p>
            <a:fld id="{FF98F043-F784-4A73-831F-2AC6726D6A78}" type="slidenum">
              <a:rPr lang="en-GB" altLang="en-US"/>
              <a:pPr/>
              <a:t>17</a:t>
            </a:fld>
            <a:endParaRPr lang="en-GB" altLang="en-US"/>
          </a:p>
        </p:txBody>
      </p:sp>
      <p:sp>
        <p:nvSpPr>
          <p:cNvPr id="43010" name="Rectangle 2">
            <a:extLst>
              <a:ext uri="{FF2B5EF4-FFF2-40B4-BE49-F238E27FC236}">
                <a16:creationId xmlns:a16="http://schemas.microsoft.com/office/drawing/2014/main" id="{373AE203-5CE5-117E-6906-D9844456F48F}"/>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78540B8F-8650-F3D2-03C8-34A27069D53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6791E83-6F54-DA19-1C32-4E6AAA574DE0}"/>
              </a:ext>
            </a:extLst>
          </p:cNvPr>
          <p:cNvSpPr>
            <a:spLocks noGrp="1" noChangeArrowheads="1"/>
          </p:cNvSpPr>
          <p:nvPr>
            <p:ph type="sldNum" sz="quarter" idx="5"/>
          </p:nvPr>
        </p:nvSpPr>
        <p:spPr>
          <a:ln/>
        </p:spPr>
        <p:txBody>
          <a:bodyPr/>
          <a:lstStyle/>
          <a:p>
            <a:fld id="{3B52B092-6D5E-4063-BA4D-09CBD49C70CC}" type="slidenum">
              <a:rPr lang="en-GB" altLang="en-US"/>
              <a:pPr/>
              <a:t>18</a:t>
            </a:fld>
            <a:endParaRPr lang="en-GB" altLang="en-US"/>
          </a:p>
        </p:txBody>
      </p:sp>
      <p:sp>
        <p:nvSpPr>
          <p:cNvPr id="44034" name="Rectangle 2">
            <a:extLst>
              <a:ext uri="{FF2B5EF4-FFF2-40B4-BE49-F238E27FC236}">
                <a16:creationId xmlns:a16="http://schemas.microsoft.com/office/drawing/2014/main" id="{CAB15941-AECF-455A-0076-FFB6C62D14AC}"/>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F337B9E0-91DB-E721-FE19-680771F3F65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F8DF9A2-E3B1-CEF3-07F0-16BCD1A59178}"/>
              </a:ext>
            </a:extLst>
          </p:cNvPr>
          <p:cNvSpPr>
            <a:spLocks noGrp="1" noChangeArrowheads="1"/>
          </p:cNvSpPr>
          <p:nvPr>
            <p:ph type="sldNum" sz="quarter" idx="5"/>
          </p:nvPr>
        </p:nvSpPr>
        <p:spPr>
          <a:ln/>
        </p:spPr>
        <p:txBody>
          <a:bodyPr/>
          <a:lstStyle/>
          <a:p>
            <a:fld id="{83B8C774-0A5A-4257-921B-774A8799277F}" type="slidenum">
              <a:rPr lang="en-GB" altLang="en-US"/>
              <a:pPr/>
              <a:t>19</a:t>
            </a:fld>
            <a:endParaRPr lang="en-GB" altLang="en-US"/>
          </a:p>
        </p:txBody>
      </p:sp>
      <p:sp>
        <p:nvSpPr>
          <p:cNvPr id="45058" name="Rectangle 2">
            <a:extLst>
              <a:ext uri="{FF2B5EF4-FFF2-40B4-BE49-F238E27FC236}">
                <a16:creationId xmlns:a16="http://schemas.microsoft.com/office/drawing/2014/main" id="{1F30A06D-D902-D301-B524-466507505C23}"/>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802E95DA-CA65-E27A-99DA-35A5ADE0D2F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72F6767-4F3A-C87D-E22D-E3B8EA7683B5}"/>
              </a:ext>
            </a:extLst>
          </p:cNvPr>
          <p:cNvSpPr>
            <a:spLocks noGrp="1" noChangeArrowheads="1"/>
          </p:cNvSpPr>
          <p:nvPr>
            <p:ph type="sldNum" sz="quarter" idx="5"/>
          </p:nvPr>
        </p:nvSpPr>
        <p:spPr>
          <a:ln/>
        </p:spPr>
        <p:txBody>
          <a:bodyPr/>
          <a:lstStyle/>
          <a:p>
            <a:fld id="{E8F98A0A-7CC7-4337-B6DD-31249CD7D5B7}" type="slidenum">
              <a:rPr lang="en-GB" altLang="en-US"/>
              <a:pPr/>
              <a:t>20</a:t>
            </a:fld>
            <a:endParaRPr lang="en-GB" altLang="en-US"/>
          </a:p>
        </p:txBody>
      </p:sp>
      <p:sp>
        <p:nvSpPr>
          <p:cNvPr id="46082" name="Rectangle 2">
            <a:extLst>
              <a:ext uri="{FF2B5EF4-FFF2-40B4-BE49-F238E27FC236}">
                <a16:creationId xmlns:a16="http://schemas.microsoft.com/office/drawing/2014/main" id="{210F5036-7900-F7AB-0926-B6F61F2DEB23}"/>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CC7E97E5-F51D-074A-ACD6-1D83406B503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06A7460-DC7E-4165-58D6-286225274780}"/>
              </a:ext>
            </a:extLst>
          </p:cNvPr>
          <p:cNvSpPr>
            <a:spLocks noGrp="1" noChangeArrowheads="1"/>
          </p:cNvSpPr>
          <p:nvPr>
            <p:ph type="sldNum" sz="quarter" idx="5"/>
          </p:nvPr>
        </p:nvSpPr>
        <p:spPr>
          <a:ln/>
        </p:spPr>
        <p:txBody>
          <a:bodyPr/>
          <a:lstStyle/>
          <a:p>
            <a:fld id="{B066DF7B-0E1A-4DFB-B3AA-6F68B1660D8A}" type="slidenum">
              <a:rPr lang="en-GB" altLang="en-US"/>
              <a:pPr/>
              <a:t>21</a:t>
            </a:fld>
            <a:endParaRPr lang="en-GB" altLang="en-US"/>
          </a:p>
        </p:txBody>
      </p:sp>
      <p:sp>
        <p:nvSpPr>
          <p:cNvPr id="47106" name="Rectangle 2">
            <a:extLst>
              <a:ext uri="{FF2B5EF4-FFF2-40B4-BE49-F238E27FC236}">
                <a16:creationId xmlns:a16="http://schemas.microsoft.com/office/drawing/2014/main" id="{937FEDCD-51D3-D92F-4A4F-A0FDDFB97CB1}"/>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1D49B05B-A94A-4F5E-11B5-864E7CC6BCD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2A32F33-28E2-AEE0-C6D6-93BC977961B9}"/>
              </a:ext>
            </a:extLst>
          </p:cNvPr>
          <p:cNvSpPr>
            <a:spLocks noGrp="1" noChangeArrowheads="1"/>
          </p:cNvSpPr>
          <p:nvPr>
            <p:ph type="sldNum" sz="quarter" idx="5"/>
          </p:nvPr>
        </p:nvSpPr>
        <p:spPr>
          <a:ln/>
        </p:spPr>
        <p:txBody>
          <a:bodyPr/>
          <a:lstStyle/>
          <a:p>
            <a:fld id="{D144B420-F802-4154-B88E-1421246DD68B}" type="slidenum">
              <a:rPr lang="en-GB" altLang="en-US"/>
              <a:pPr/>
              <a:t>25</a:t>
            </a:fld>
            <a:endParaRPr lang="en-GB" altLang="en-US"/>
          </a:p>
        </p:txBody>
      </p:sp>
      <p:sp>
        <p:nvSpPr>
          <p:cNvPr id="48130" name="Rectangle 2">
            <a:extLst>
              <a:ext uri="{FF2B5EF4-FFF2-40B4-BE49-F238E27FC236}">
                <a16:creationId xmlns:a16="http://schemas.microsoft.com/office/drawing/2014/main" id="{5F8EE5A2-36F4-6664-8014-EF7329E9955A}"/>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69887474-0919-3204-BF27-A5BFD0C64A8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7BB1D8-0B91-5663-A250-70CEBB679C50}"/>
              </a:ext>
            </a:extLst>
          </p:cNvPr>
          <p:cNvSpPr>
            <a:spLocks noGrp="1" noChangeArrowheads="1"/>
          </p:cNvSpPr>
          <p:nvPr>
            <p:ph type="sldNum" sz="quarter" idx="5"/>
          </p:nvPr>
        </p:nvSpPr>
        <p:spPr>
          <a:ln/>
        </p:spPr>
        <p:txBody>
          <a:bodyPr/>
          <a:lstStyle/>
          <a:p>
            <a:fld id="{F50D9CCD-0CB2-45F9-BC32-17199A95DADD}" type="slidenum">
              <a:rPr lang="en-GB" altLang="en-US"/>
              <a:pPr/>
              <a:t>26</a:t>
            </a:fld>
            <a:endParaRPr lang="en-GB" altLang="en-US"/>
          </a:p>
        </p:txBody>
      </p:sp>
      <p:sp>
        <p:nvSpPr>
          <p:cNvPr id="52226" name="Rectangle 2">
            <a:extLst>
              <a:ext uri="{FF2B5EF4-FFF2-40B4-BE49-F238E27FC236}">
                <a16:creationId xmlns:a16="http://schemas.microsoft.com/office/drawing/2014/main" id="{CBED9136-C984-4CB5-E904-0031189CA7D5}"/>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53BD2C82-A64F-22E4-75E3-BD35A499880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244953E-620B-904B-ADA6-2C1D4007E579}"/>
              </a:ext>
            </a:extLst>
          </p:cNvPr>
          <p:cNvSpPr>
            <a:spLocks noGrp="1" noChangeArrowheads="1"/>
          </p:cNvSpPr>
          <p:nvPr>
            <p:ph type="sldNum" sz="quarter" idx="5"/>
          </p:nvPr>
        </p:nvSpPr>
        <p:spPr>
          <a:ln/>
        </p:spPr>
        <p:txBody>
          <a:bodyPr/>
          <a:lstStyle/>
          <a:p>
            <a:fld id="{AA0E0E52-35C3-433F-A578-00979B25B2A4}" type="slidenum">
              <a:rPr lang="en-GB" altLang="en-US"/>
              <a:pPr/>
              <a:t>27</a:t>
            </a:fld>
            <a:endParaRPr lang="en-GB" altLang="en-US"/>
          </a:p>
        </p:txBody>
      </p:sp>
      <p:sp>
        <p:nvSpPr>
          <p:cNvPr id="54274" name="Rectangle 2">
            <a:extLst>
              <a:ext uri="{FF2B5EF4-FFF2-40B4-BE49-F238E27FC236}">
                <a16:creationId xmlns:a16="http://schemas.microsoft.com/office/drawing/2014/main" id="{6C2FCB4A-951B-FD9F-A019-60C6CD70DC2E}"/>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363751E7-6D23-01A9-D934-BCE7C45B5DC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9A8C771-717B-2B3F-38C1-F755AC0BA0B3}"/>
              </a:ext>
            </a:extLst>
          </p:cNvPr>
          <p:cNvSpPr>
            <a:spLocks noGrp="1" noChangeArrowheads="1"/>
          </p:cNvSpPr>
          <p:nvPr>
            <p:ph type="sldNum" sz="quarter" idx="5"/>
          </p:nvPr>
        </p:nvSpPr>
        <p:spPr>
          <a:ln/>
        </p:spPr>
        <p:txBody>
          <a:bodyPr/>
          <a:lstStyle/>
          <a:p>
            <a:fld id="{B5D5FF5B-D120-4F52-99A3-A4A3A99602CC}" type="slidenum">
              <a:rPr lang="en-GB" altLang="en-US"/>
              <a:pPr/>
              <a:t>28</a:t>
            </a:fld>
            <a:endParaRPr lang="en-GB" altLang="en-US"/>
          </a:p>
        </p:txBody>
      </p:sp>
      <p:sp>
        <p:nvSpPr>
          <p:cNvPr id="56322" name="Rectangle 2">
            <a:extLst>
              <a:ext uri="{FF2B5EF4-FFF2-40B4-BE49-F238E27FC236}">
                <a16:creationId xmlns:a16="http://schemas.microsoft.com/office/drawing/2014/main" id="{BB2FE314-EBBE-4AFB-4E6D-960DBDB19CEF}"/>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D115C7E1-1EEE-65E0-5481-1C87A32BBB1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C23A4F-2E64-6EE8-5B4C-FE564E65ED02}"/>
              </a:ext>
            </a:extLst>
          </p:cNvPr>
          <p:cNvSpPr>
            <a:spLocks noGrp="1" noChangeArrowheads="1"/>
          </p:cNvSpPr>
          <p:nvPr>
            <p:ph type="sldNum" sz="quarter" idx="5"/>
          </p:nvPr>
        </p:nvSpPr>
        <p:spPr>
          <a:ln/>
        </p:spPr>
        <p:txBody>
          <a:bodyPr/>
          <a:lstStyle/>
          <a:p>
            <a:fld id="{30628616-3D8E-43E3-BFF0-BFBCBCE0BA1F}" type="slidenum">
              <a:rPr lang="en-GB" altLang="en-US"/>
              <a:pPr/>
              <a:t>29</a:t>
            </a:fld>
            <a:endParaRPr lang="en-GB" altLang="en-US"/>
          </a:p>
        </p:txBody>
      </p:sp>
      <p:sp>
        <p:nvSpPr>
          <p:cNvPr id="58370" name="Rectangle 2">
            <a:extLst>
              <a:ext uri="{FF2B5EF4-FFF2-40B4-BE49-F238E27FC236}">
                <a16:creationId xmlns:a16="http://schemas.microsoft.com/office/drawing/2014/main" id="{38A40671-3AD9-4F28-2720-95AC51B593FE}"/>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0F2654A8-ADDC-95BF-793C-D3CB55C8075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DD0B6C3-67EC-9348-C563-8AB8E9FE4BF8}"/>
              </a:ext>
            </a:extLst>
          </p:cNvPr>
          <p:cNvSpPr>
            <a:spLocks noGrp="1" noChangeArrowheads="1"/>
          </p:cNvSpPr>
          <p:nvPr>
            <p:ph type="sldNum" sz="quarter" idx="5"/>
          </p:nvPr>
        </p:nvSpPr>
        <p:spPr>
          <a:ln/>
        </p:spPr>
        <p:txBody>
          <a:bodyPr/>
          <a:lstStyle/>
          <a:p>
            <a:fld id="{0A1B5666-A337-4C0E-BE52-DE4AB113505C}" type="slidenum">
              <a:rPr lang="en-GB" altLang="en-US"/>
              <a:pPr/>
              <a:t>30</a:t>
            </a:fld>
            <a:endParaRPr lang="en-GB" altLang="en-US"/>
          </a:p>
        </p:txBody>
      </p:sp>
      <p:sp>
        <p:nvSpPr>
          <p:cNvPr id="34818" name="Rectangle 2">
            <a:extLst>
              <a:ext uri="{FF2B5EF4-FFF2-40B4-BE49-F238E27FC236}">
                <a16:creationId xmlns:a16="http://schemas.microsoft.com/office/drawing/2014/main" id="{658E6CF4-512C-2537-2BE4-8D586306334B}"/>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6EE12A3F-3A4C-B38F-06CB-E38916318AA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AB0C736-BC4D-1FC8-065A-D0B7A02B4CE3}"/>
              </a:ext>
            </a:extLst>
          </p:cNvPr>
          <p:cNvSpPr>
            <a:spLocks noGrp="1" noChangeArrowheads="1"/>
          </p:cNvSpPr>
          <p:nvPr>
            <p:ph type="sldNum" sz="quarter" idx="5"/>
          </p:nvPr>
        </p:nvSpPr>
        <p:spPr>
          <a:ln/>
        </p:spPr>
        <p:txBody>
          <a:bodyPr/>
          <a:lstStyle/>
          <a:p>
            <a:fld id="{A029721E-8270-4D78-86F0-6C333F63D664}" type="slidenum">
              <a:rPr lang="en-GB" altLang="en-US"/>
              <a:pPr/>
              <a:t>31</a:t>
            </a:fld>
            <a:endParaRPr lang="en-GB" altLang="en-US"/>
          </a:p>
        </p:txBody>
      </p:sp>
      <p:sp>
        <p:nvSpPr>
          <p:cNvPr id="60418" name="Rectangle 2">
            <a:extLst>
              <a:ext uri="{FF2B5EF4-FFF2-40B4-BE49-F238E27FC236}">
                <a16:creationId xmlns:a16="http://schemas.microsoft.com/office/drawing/2014/main" id="{1CA66C70-6737-AB24-362F-F0E47A69A4E3}"/>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FBF8E89-588A-4126-4DEE-C67EF8FF564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3F6DF41-511B-755C-536A-30C4DF596DFE}"/>
              </a:ext>
            </a:extLst>
          </p:cNvPr>
          <p:cNvSpPr>
            <a:spLocks noGrp="1" noChangeArrowheads="1"/>
          </p:cNvSpPr>
          <p:nvPr>
            <p:ph type="sldNum" sz="quarter" idx="5"/>
          </p:nvPr>
        </p:nvSpPr>
        <p:spPr>
          <a:ln/>
        </p:spPr>
        <p:txBody>
          <a:bodyPr/>
          <a:lstStyle/>
          <a:p>
            <a:fld id="{C25616DE-5790-495F-A03C-1233E1FBFB9B}" type="slidenum">
              <a:rPr lang="en-GB" altLang="en-US"/>
              <a:pPr/>
              <a:t>32</a:t>
            </a:fld>
            <a:endParaRPr lang="en-GB" altLang="en-US"/>
          </a:p>
        </p:txBody>
      </p:sp>
      <p:sp>
        <p:nvSpPr>
          <p:cNvPr id="64514" name="Rectangle 2">
            <a:extLst>
              <a:ext uri="{FF2B5EF4-FFF2-40B4-BE49-F238E27FC236}">
                <a16:creationId xmlns:a16="http://schemas.microsoft.com/office/drawing/2014/main" id="{49D66406-0D4F-97D6-0217-A8856ABA6546}"/>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1FE8EA06-F443-A7C5-49E4-DD5D6695A17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E6B4D04-5151-F299-646E-72DC8F081242}"/>
              </a:ext>
            </a:extLst>
          </p:cNvPr>
          <p:cNvSpPr>
            <a:spLocks noGrp="1" noChangeArrowheads="1"/>
          </p:cNvSpPr>
          <p:nvPr>
            <p:ph type="sldNum" sz="quarter" idx="5"/>
          </p:nvPr>
        </p:nvSpPr>
        <p:spPr>
          <a:ln/>
        </p:spPr>
        <p:txBody>
          <a:bodyPr/>
          <a:lstStyle/>
          <a:p>
            <a:fld id="{A5EA9295-1CFF-48A6-AFEE-2EDC436BE7EC}" type="slidenum">
              <a:rPr lang="en-GB" altLang="en-US"/>
              <a:pPr/>
              <a:t>36</a:t>
            </a:fld>
            <a:endParaRPr lang="en-GB" altLang="en-US"/>
          </a:p>
        </p:txBody>
      </p:sp>
      <p:sp>
        <p:nvSpPr>
          <p:cNvPr id="66562" name="Rectangle 2">
            <a:extLst>
              <a:ext uri="{FF2B5EF4-FFF2-40B4-BE49-F238E27FC236}">
                <a16:creationId xmlns:a16="http://schemas.microsoft.com/office/drawing/2014/main" id="{3DB6AA95-2408-2B21-2BAF-49DA23975EF7}"/>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44AE878F-E2AC-6D6E-10EE-16F591B9340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D74323A-B0F0-451A-1D66-A3A09CF45AEA}"/>
              </a:ext>
            </a:extLst>
          </p:cNvPr>
          <p:cNvSpPr>
            <a:spLocks noGrp="1" noChangeArrowheads="1"/>
          </p:cNvSpPr>
          <p:nvPr>
            <p:ph type="sldNum" sz="quarter" idx="5"/>
          </p:nvPr>
        </p:nvSpPr>
        <p:spPr>
          <a:ln/>
        </p:spPr>
        <p:txBody>
          <a:bodyPr/>
          <a:lstStyle/>
          <a:p>
            <a:fld id="{CA7EFC65-06FD-4594-8236-831C12F5674C}" type="slidenum">
              <a:rPr lang="en-GB" altLang="en-US"/>
              <a:pPr/>
              <a:t>37</a:t>
            </a:fld>
            <a:endParaRPr lang="en-GB" altLang="en-US"/>
          </a:p>
        </p:txBody>
      </p:sp>
      <p:sp>
        <p:nvSpPr>
          <p:cNvPr id="68610" name="Rectangle 2">
            <a:extLst>
              <a:ext uri="{FF2B5EF4-FFF2-40B4-BE49-F238E27FC236}">
                <a16:creationId xmlns:a16="http://schemas.microsoft.com/office/drawing/2014/main" id="{1E37E011-12AE-84CC-DBB6-92D247DD51DB}"/>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8C5D18AC-5359-A10D-0786-57B83B7EAA5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CD35A29-0D7A-96D7-D69F-CAC4C46823C4}"/>
              </a:ext>
            </a:extLst>
          </p:cNvPr>
          <p:cNvSpPr>
            <a:spLocks noGrp="1" noChangeArrowheads="1"/>
          </p:cNvSpPr>
          <p:nvPr>
            <p:ph type="sldNum" sz="quarter" idx="5"/>
          </p:nvPr>
        </p:nvSpPr>
        <p:spPr>
          <a:ln/>
        </p:spPr>
        <p:txBody>
          <a:bodyPr/>
          <a:lstStyle/>
          <a:p>
            <a:fld id="{B305234D-ABF6-4617-ABE1-38BD5E9886D0}" type="slidenum">
              <a:rPr lang="en-GB" altLang="en-US"/>
              <a:pPr/>
              <a:t>38</a:t>
            </a:fld>
            <a:endParaRPr lang="en-GB" altLang="en-US"/>
          </a:p>
        </p:txBody>
      </p:sp>
      <p:sp>
        <p:nvSpPr>
          <p:cNvPr id="71682" name="Rectangle 2">
            <a:extLst>
              <a:ext uri="{FF2B5EF4-FFF2-40B4-BE49-F238E27FC236}">
                <a16:creationId xmlns:a16="http://schemas.microsoft.com/office/drawing/2014/main" id="{A61EBD27-D3BF-F4A5-4CCC-F47463327185}"/>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1B23846A-560A-84C8-8DE4-635EAEC25A8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58274BB-8C67-9556-7B90-CA8FB9C0CC6C}"/>
              </a:ext>
            </a:extLst>
          </p:cNvPr>
          <p:cNvSpPr>
            <a:spLocks noGrp="1" noChangeArrowheads="1"/>
          </p:cNvSpPr>
          <p:nvPr>
            <p:ph type="sldNum" sz="quarter" idx="5"/>
          </p:nvPr>
        </p:nvSpPr>
        <p:spPr>
          <a:ln/>
        </p:spPr>
        <p:txBody>
          <a:bodyPr/>
          <a:lstStyle/>
          <a:p>
            <a:fld id="{C5E6F0D5-3852-4D4A-AEA8-1241D61D0273}" type="slidenum">
              <a:rPr lang="en-GB" altLang="en-US"/>
              <a:pPr/>
              <a:t>39</a:t>
            </a:fld>
            <a:endParaRPr lang="en-GB" altLang="en-US"/>
          </a:p>
        </p:txBody>
      </p:sp>
      <p:sp>
        <p:nvSpPr>
          <p:cNvPr id="73730" name="Rectangle 2">
            <a:extLst>
              <a:ext uri="{FF2B5EF4-FFF2-40B4-BE49-F238E27FC236}">
                <a16:creationId xmlns:a16="http://schemas.microsoft.com/office/drawing/2014/main" id="{5000F9EE-18EC-4DFA-27FE-A248E3442E49}"/>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83FDDBB5-6A45-0EE4-BE67-17EEA5EE5A8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1DA43DE-7410-FCB9-D693-3B23FCE4D177}"/>
              </a:ext>
            </a:extLst>
          </p:cNvPr>
          <p:cNvSpPr>
            <a:spLocks noGrp="1" noChangeArrowheads="1"/>
          </p:cNvSpPr>
          <p:nvPr>
            <p:ph type="sldNum" sz="quarter" idx="5"/>
          </p:nvPr>
        </p:nvSpPr>
        <p:spPr>
          <a:ln/>
        </p:spPr>
        <p:txBody>
          <a:bodyPr/>
          <a:lstStyle/>
          <a:p>
            <a:fld id="{E76CCC83-2CDC-48A9-8578-48BA24BC3169}" type="slidenum">
              <a:rPr lang="en-GB" altLang="en-US"/>
              <a:pPr/>
              <a:t>40</a:t>
            </a:fld>
            <a:endParaRPr lang="en-GB" altLang="en-US"/>
          </a:p>
        </p:txBody>
      </p:sp>
      <p:sp>
        <p:nvSpPr>
          <p:cNvPr id="75778" name="Rectangle 2">
            <a:extLst>
              <a:ext uri="{FF2B5EF4-FFF2-40B4-BE49-F238E27FC236}">
                <a16:creationId xmlns:a16="http://schemas.microsoft.com/office/drawing/2014/main" id="{23C59313-4C90-6A9F-68FF-37EAE57B058A}"/>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9BE3F1A0-88E5-D161-33B6-14BD0F333E6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6C443AC-558E-4B4F-E6EB-11E208E98745}"/>
              </a:ext>
            </a:extLst>
          </p:cNvPr>
          <p:cNvSpPr>
            <a:spLocks noGrp="1" noChangeArrowheads="1"/>
          </p:cNvSpPr>
          <p:nvPr>
            <p:ph type="sldNum" sz="quarter" idx="5"/>
          </p:nvPr>
        </p:nvSpPr>
        <p:spPr>
          <a:ln/>
        </p:spPr>
        <p:txBody>
          <a:bodyPr/>
          <a:lstStyle/>
          <a:p>
            <a:fld id="{D04415F2-A71E-4ACD-B447-91FB3CBF236C}" type="slidenum">
              <a:rPr lang="en-GB" altLang="en-US"/>
              <a:pPr/>
              <a:t>43</a:t>
            </a:fld>
            <a:endParaRPr lang="en-GB" altLang="en-US"/>
          </a:p>
        </p:txBody>
      </p:sp>
      <p:sp>
        <p:nvSpPr>
          <p:cNvPr id="79874" name="Rectangle 2">
            <a:extLst>
              <a:ext uri="{FF2B5EF4-FFF2-40B4-BE49-F238E27FC236}">
                <a16:creationId xmlns:a16="http://schemas.microsoft.com/office/drawing/2014/main" id="{79395ED5-0A00-D643-3028-5D880C24F2DD}"/>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83588E55-D0D0-4BFC-6F1B-EEBE26C0618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8E4B0B2-15E1-F783-EBC8-A422126708DE}"/>
              </a:ext>
            </a:extLst>
          </p:cNvPr>
          <p:cNvSpPr>
            <a:spLocks noGrp="1" noChangeArrowheads="1"/>
          </p:cNvSpPr>
          <p:nvPr>
            <p:ph type="sldNum" sz="quarter" idx="5"/>
          </p:nvPr>
        </p:nvSpPr>
        <p:spPr>
          <a:ln/>
        </p:spPr>
        <p:txBody>
          <a:bodyPr/>
          <a:lstStyle/>
          <a:p>
            <a:fld id="{B17AC21F-204F-4F72-B639-FE95C0ABB1D3}" type="slidenum">
              <a:rPr lang="en-GB" altLang="en-US"/>
              <a:pPr/>
              <a:t>44</a:t>
            </a:fld>
            <a:endParaRPr lang="en-GB" altLang="en-US"/>
          </a:p>
        </p:txBody>
      </p:sp>
      <p:sp>
        <p:nvSpPr>
          <p:cNvPr id="77826" name="Rectangle 2">
            <a:extLst>
              <a:ext uri="{FF2B5EF4-FFF2-40B4-BE49-F238E27FC236}">
                <a16:creationId xmlns:a16="http://schemas.microsoft.com/office/drawing/2014/main" id="{81092253-B38A-5B54-DA63-9F31B738C8B2}"/>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A3478A0D-05AE-F495-7AA9-DA2A9EB6EBB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AF0B6DB-23FB-41BD-854E-D13B567308EE}"/>
              </a:ext>
            </a:extLst>
          </p:cNvPr>
          <p:cNvSpPr>
            <a:spLocks noGrp="1" noChangeArrowheads="1"/>
          </p:cNvSpPr>
          <p:nvPr>
            <p:ph type="sldNum" sz="quarter" idx="5"/>
          </p:nvPr>
        </p:nvSpPr>
        <p:spPr>
          <a:ln/>
        </p:spPr>
        <p:txBody>
          <a:bodyPr/>
          <a:lstStyle/>
          <a:p>
            <a:fld id="{B6D95B0A-18F3-4B5D-A0B1-309B2820BCDB}" type="slidenum">
              <a:rPr lang="en-GB" altLang="en-US"/>
              <a:pPr/>
              <a:t>45</a:t>
            </a:fld>
            <a:endParaRPr lang="en-GB" altLang="en-US"/>
          </a:p>
        </p:txBody>
      </p:sp>
      <p:sp>
        <p:nvSpPr>
          <p:cNvPr id="81922" name="Rectangle 2">
            <a:extLst>
              <a:ext uri="{FF2B5EF4-FFF2-40B4-BE49-F238E27FC236}">
                <a16:creationId xmlns:a16="http://schemas.microsoft.com/office/drawing/2014/main" id="{47389685-8046-C5DE-65EB-724915A91B48}"/>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B1BCD010-56B5-ED14-EEEF-A673E2E524A5}"/>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56EE-D618-6725-35E8-EA4AB659DFD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48F02E-9DB1-CF0C-7F8A-BE4BA8237F7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55033A-E09D-9B7B-24B0-359074753615}"/>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FA60B130-0BDE-6369-4F46-99C141C68A3C}"/>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9863625C-02E6-3380-308A-150F264BF354}"/>
              </a:ext>
            </a:extLst>
          </p:cNvPr>
          <p:cNvSpPr>
            <a:spLocks noGrp="1"/>
          </p:cNvSpPr>
          <p:nvPr>
            <p:ph type="sldNum" sz="quarter" idx="12"/>
          </p:nvPr>
        </p:nvSpPr>
        <p:spPr/>
        <p:txBody>
          <a:bodyPr/>
          <a:lstStyle>
            <a:lvl1pPr>
              <a:defRPr/>
            </a:lvl1pPr>
          </a:lstStyle>
          <a:p>
            <a:fld id="{D87283A1-C5D2-49E2-AF12-88970BA4479C}" type="slidenum">
              <a:rPr lang="en-GB" altLang="en-US"/>
              <a:pPr/>
              <a:t>‹#›</a:t>
            </a:fld>
            <a:r>
              <a:rPr lang="en-GB" altLang="en-US"/>
              <a:t>/34</a:t>
            </a:r>
          </a:p>
        </p:txBody>
      </p:sp>
    </p:spTree>
    <p:extLst>
      <p:ext uri="{BB962C8B-B14F-4D97-AF65-F5344CB8AC3E}">
        <p14:creationId xmlns:p14="http://schemas.microsoft.com/office/powerpoint/2010/main" val="2633477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F387A-A200-8897-EB39-620FC71F73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4098F9-9385-2DFD-4AC1-3DCFA34CF0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9BE07-851E-7375-F11A-008CF8947DC9}"/>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D64A49A3-5EFF-0F10-A9D5-E3D0B41738C3}"/>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11D3F32F-4DDB-370A-BDB3-C81C6484D99B}"/>
              </a:ext>
            </a:extLst>
          </p:cNvPr>
          <p:cNvSpPr>
            <a:spLocks noGrp="1"/>
          </p:cNvSpPr>
          <p:nvPr>
            <p:ph type="sldNum" sz="quarter" idx="12"/>
          </p:nvPr>
        </p:nvSpPr>
        <p:spPr/>
        <p:txBody>
          <a:bodyPr/>
          <a:lstStyle>
            <a:lvl1pPr>
              <a:defRPr/>
            </a:lvl1pPr>
          </a:lstStyle>
          <a:p>
            <a:fld id="{53AB79A1-B91A-4D82-91A3-D89AB0251239}" type="slidenum">
              <a:rPr lang="en-GB" altLang="en-US"/>
              <a:pPr/>
              <a:t>‹#›</a:t>
            </a:fld>
            <a:r>
              <a:rPr lang="en-GB" altLang="en-US"/>
              <a:t>/34</a:t>
            </a:r>
          </a:p>
        </p:txBody>
      </p:sp>
    </p:spTree>
    <p:extLst>
      <p:ext uri="{BB962C8B-B14F-4D97-AF65-F5344CB8AC3E}">
        <p14:creationId xmlns:p14="http://schemas.microsoft.com/office/powerpoint/2010/main" val="3317497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D734D-3751-F542-3E8D-BBB590745970}"/>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230A38-DBB2-08AC-F4A3-CEED1C57384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C18FDDC5-5FCA-B18D-D5AE-15553201ABF7}"/>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E9689B3B-DBB7-3C88-3290-0D40CF8597F2}"/>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4266A968-B44C-5F6F-369C-D7CE0B42B6FB}"/>
              </a:ext>
            </a:extLst>
          </p:cNvPr>
          <p:cNvSpPr>
            <a:spLocks noGrp="1"/>
          </p:cNvSpPr>
          <p:nvPr>
            <p:ph type="sldNum" sz="quarter" idx="12"/>
          </p:nvPr>
        </p:nvSpPr>
        <p:spPr/>
        <p:txBody>
          <a:bodyPr/>
          <a:lstStyle>
            <a:lvl1pPr>
              <a:defRPr/>
            </a:lvl1pPr>
          </a:lstStyle>
          <a:p>
            <a:fld id="{41E4F004-27D3-4314-AEE0-50876A33074B}" type="slidenum">
              <a:rPr lang="en-GB" altLang="en-US"/>
              <a:pPr/>
              <a:t>‹#›</a:t>
            </a:fld>
            <a:r>
              <a:rPr lang="en-GB" altLang="en-US"/>
              <a:t>/34</a:t>
            </a:r>
          </a:p>
        </p:txBody>
      </p:sp>
    </p:spTree>
    <p:extLst>
      <p:ext uri="{BB962C8B-B14F-4D97-AF65-F5344CB8AC3E}">
        <p14:creationId xmlns:p14="http://schemas.microsoft.com/office/powerpoint/2010/main" val="1438956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02606-62F6-0F10-E1DF-7CB1ABEEB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D15C28-D6EB-61EA-65F5-CA1CBADC0A6B}"/>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B88A48-C6A0-8054-BE08-7B6D31B30C50}"/>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C06C1D-2C99-5E01-659C-CD48C6325FE0}"/>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70FD4FBC-88A3-FEA8-6057-9890F7B1D357}"/>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147A16B4-BF9D-5F81-B5C4-976CFAD01CE5}"/>
              </a:ext>
            </a:extLst>
          </p:cNvPr>
          <p:cNvSpPr>
            <a:spLocks noGrp="1"/>
          </p:cNvSpPr>
          <p:nvPr>
            <p:ph type="sldNum" sz="quarter" idx="12"/>
          </p:nvPr>
        </p:nvSpPr>
        <p:spPr/>
        <p:txBody>
          <a:bodyPr/>
          <a:lstStyle>
            <a:lvl1pPr>
              <a:defRPr/>
            </a:lvl1pPr>
          </a:lstStyle>
          <a:p>
            <a:fld id="{6464DF86-1286-4C81-ABDE-9E27F3FB9BA7}" type="slidenum">
              <a:rPr lang="en-GB" altLang="en-US"/>
              <a:pPr/>
              <a:t>‹#›</a:t>
            </a:fld>
            <a:r>
              <a:rPr lang="en-GB" altLang="en-US"/>
              <a:t>/34</a:t>
            </a:r>
          </a:p>
        </p:txBody>
      </p:sp>
    </p:spTree>
    <p:extLst>
      <p:ext uri="{BB962C8B-B14F-4D97-AF65-F5344CB8AC3E}">
        <p14:creationId xmlns:p14="http://schemas.microsoft.com/office/powerpoint/2010/main" val="1765819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00E86-D709-FAB0-5F09-0DDCF734C565}"/>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C1C3FC-2324-52DC-CD2D-C4D7CEFE747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986667-D890-31A4-BBFB-8DE40F787EF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B369B8-AA90-9FE0-DDAD-2D9DF990B37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DE5258-40E2-EB41-87BC-14B3894E8551}"/>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562064-2417-DDAD-5A72-2A4A2343D58D}"/>
              </a:ext>
            </a:extLst>
          </p:cNvPr>
          <p:cNvSpPr>
            <a:spLocks noGrp="1"/>
          </p:cNvSpPr>
          <p:nvPr>
            <p:ph type="dt" sz="half" idx="10"/>
          </p:nvPr>
        </p:nvSpPr>
        <p:spPr/>
        <p:txBody>
          <a:bodyPr/>
          <a:lstStyle>
            <a:lvl1pPr>
              <a:defRPr/>
            </a:lvl1pPr>
          </a:lstStyle>
          <a:p>
            <a:endParaRPr lang="en-GB" altLang="en-US"/>
          </a:p>
        </p:txBody>
      </p:sp>
      <p:sp>
        <p:nvSpPr>
          <p:cNvPr id="8" name="Footer Placeholder 7">
            <a:extLst>
              <a:ext uri="{FF2B5EF4-FFF2-40B4-BE49-F238E27FC236}">
                <a16:creationId xmlns:a16="http://schemas.microsoft.com/office/drawing/2014/main" id="{E74208BE-DD7D-F685-93AC-0015C9D77758}"/>
              </a:ext>
            </a:extLst>
          </p:cNvPr>
          <p:cNvSpPr>
            <a:spLocks noGrp="1"/>
          </p:cNvSpPr>
          <p:nvPr>
            <p:ph type="ftr" sz="quarter" idx="11"/>
          </p:nvPr>
        </p:nvSpPr>
        <p:spPr/>
        <p:txBody>
          <a:bodyPr/>
          <a:lstStyle>
            <a:lvl1pPr>
              <a:defRPr/>
            </a:lvl1pPr>
          </a:lstStyle>
          <a:p>
            <a:endParaRPr lang="en-GB" altLang="en-US"/>
          </a:p>
        </p:txBody>
      </p:sp>
      <p:sp>
        <p:nvSpPr>
          <p:cNvPr id="9" name="Slide Number Placeholder 8">
            <a:extLst>
              <a:ext uri="{FF2B5EF4-FFF2-40B4-BE49-F238E27FC236}">
                <a16:creationId xmlns:a16="http://schemas.microsoft.com/office/drawing/2014/main" id="{C672E004-5E7C-DB8D-4B7D-F277B11F9716}"/>
              </a:ext>
            </a:extLst>
          </p:cNvPr>
          <p:cNvSpPr>
            <a:spLocks noGrp="1"/>
          </p:cNvSpPr>
          <p:nvPr>
            <p:ph type="sldNum" sz="quarter" idx="12"/>
          </p:nvPr>
        </p:nvSpPr>
        <p:spPr/>
        <p:txBody>
          <a:bodyPr/>
          <a:lstStyle>
            <a:lvl1pPr>
              <a:defRPr/>
            </a:lvl1pPr>
          </a:lstStyle>
          <a:p>
            <a:fld id="{AAE9C020-2E4E-42D0-9DAD-A1A3E3F4B861}" type="slidenum">
              <a:rPr lang="en-GB" altLang="en-US"/>
              <a:pPr/>
              <a:t>‹#›</a:t>
            </a:fld>
            <a:r>
              <a:rPr lang="en-GB" altLang="en-US"/>
              <a:t>/34</a:t>
            </a:r>
          </a:p>
        </p:txBody>
      </p:sp>
    </p:spTree>
    <p:extLst>
      <p:ext uri="{BB962C8B-B14F-4D97-AF65-F5344CB8AC3E}">
        <p14:creationId xmlns:p14="http://schemas.microsoft.com/office/powerpoint/2010/main" val="345887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0D205-E5CC-4CE9-2BE7-187CBDD254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D2DB73-EC54-3F7D-7853-0F53127C166B}"/>
              </a:ext>
            </a:extLst>
          </p:cNvPr>
          <p:cNvSpPr>
            <a:spLocks noGrp="1"/>
          </p:cNvSpPr>
          <p:nvPr>
            <p:ph type="dt" sz="half" idx="10"/>
          </p:nvPr>
        </p:nvSpPr>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4D833E28-DA48-44EC-6630-9588BAB6D9EA}"/>
              </a:ext>
            </a:extLst>
          </p:cNvPr>
          <p:cNvSpPr>
            <a:spLocks noGrp="1"/>
          </p:cNvSpPr>
          <p:nvPr>
            <p:ph type="ftr" sz="quarter" idx="11"/>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49D98014-588D-D52D-DB0F-836844B7147E}"/>
              </a:ext>
            </a:extLst>
          </p:cNvPr>
          <p:cNvSpPr>
            <a:spLocks noGrp="1"/>
          </p:cNvSpPr>
          <p:nvPr>
            <p:ph type="sldNum" sz="quarter" idx="12"/>
          </p:nvPr>
        </p:nvSpPr>
        <p:spPr/>
        <p:txBody>
          <a:bodyPr/>
          <a:lstStyle>
            <a:lvl1pPr>
              <a:defRPr/>
            </a:lvl1pPr>
          </a:lstStyle>
          <a:p>
            <a:fld id="{8D4BF346-F00F-4566-90FE-E2709625E2AD}" type="slidenum">
              <a:rPr lang="en-GB" altLang="en-US"/>
              <a:pPr/>
              <a:t>‹#›</a:t>
            </a:fld>
            <a:r>
              <a:rPr lang="en-GB" altLang="en-US"/>
              <a:t>/34</a:t>
            </a:r>
          </a:p>
        </p:txBody>
      </p:sp>
    </p:spTree>
    <p:extLst>
      <p:ext uri="{BB962C8B-B14F-4D97-AF65-F5344CB8AC3E}">
        <p14:creationId xmlns:p14="http://schemas.microsoft.com/office/powerpoint/2010/main" val="360910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B6EBB4-F057-6CED-B5C8-78E035D3A884}"/>
              </a:ext>
            </a:extLst>
          </p:cNvPr>
          <p:cNvSpPr>
            <a:spLocks noGrp="1"/>
          </p:cNvSpPr>
          <p:nvPr>
            <p:ph type="dt" sz="half" idx="10"/>
          </p:nvPr>
        </p:nvSpPr>
        <p:spPr/>
        <p:txBody>
          <a:bodyPr/>
          <a:lstStyle>
            <a:lvl1pPr>
              <a:defRPr/>
            </a:lvl1pPr>
          </a:lstStyle>
          <a:p>
            <a:endParaRPr lang="en-GB" altLang="en-US"/>
          </a:p>
        </p:txBody>
      </p:sp>
      <p:sp>
        <p:nvSpPr>
          <p:cNvPr id="3" name="Footer Placeholder 2">
            <a:extLst>
              <a:ext uri="{FF2B5EF4-FFF2-40B4-BE49-F238E27FC236}">
                <a16:creationId xmlns:a16="http://schemas.microsoft.com/office/drawing/2014/main" id="{AEB725CC-15A9-D09A-9234-EA5317D6E051}"/>
              </a:ext>
            </a:extLst>
          </p:cNvPr>
          <p:cNvSpPr>
            <a:spLocks noGrp="1"/>
          </p:cNvSpPr>
          <p:nvPr>
            <p:ph type="ftr" sz="quarter" idx="11"/>
          </p:nvPr>
        </p:nvSpPr>
        <p:spPr/>
        <p:txBody>
          <a:bodyPr/>
          <a:lstStyle>
            <a:lvl1pPr>
              <a:defRPr/>
            </a:lvl1pPr>
          </a:lstStyle>
          <a:p>
            <a:endParaRPr lang="en-GB" altLang="en-US"/>
          </a:p>
        </p:txBody>
      </p:sp>
      <p:sp>
        <p:nvSpPr>
          <p:cNvPr id="4" name="Slide Number Placeholder 3">
            <a:extLst>
              <a:ext uri="{FF2B5EF4-FFF2-40B4-BE49-F238E27FC236}">
                <a16:creationId xmlns:a16="http://schemas.microsoft.com/office/drawing/2014/main" id="{BFCF9B2F-2FD6-54E0-CE3D-433712CA53DA}"/>
              </a:ext>
            </a:extLst>
          </p:cNvPr>
          <p:cNvSpPr>
            <a:spLocks noGrp="1"/>
          </p:cNvSpPr>
          <p:nvPr>
            <p:ph type="sldNum" sz="quarter" idx="12"/>
          </p:nvPr>
        </p:nvSpPr>
        <p:spPr/>
        <p:txBody>
          <a:bodyPr/>
          <a:lstStyle>
            <a:lvl1pPr>
              <a:defRPr/>
            </a:lvl1pPr>
          </a:lstStyle>
          <a:p>
            <a:fld id="{AE9186B4-63E4-4F1C-9A18-8A54149D2657}" type="slidenum">
              <a:rPr lang="en-GB" altLang="en-US"/>
              <a:pPr/>
              <a:t>‹#›</a:t>
            </a:fld>
            <a:r>
              <a:rPr lang="en-GB" altLang="en-US"/>
              <a:t>/34</a:t>
            </a:r>
          </a:p>
        </p:txBody>
      </p:sp>
    </p:spTree>
    <p:extLst>
      <p:ext uri="{BB962C8B-B14F-4D97-AF65-F5344CB8AC3E}">
        <p14:creationId xmlns:p14="http://schemas.microsoft.com/office/powerpoint/2010/main" val="1953187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2D626-DEC1-0892-385B-46DFBED3D69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30FFED-F88A-99F9-5467-D345645A0BC6}"/>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A93213-49C7-3492-A243-85F3F3140F6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8EAD6A-BE41-C383-650D-016971BB88DA}"/>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ACB8F721-C63B-164B-7433-5BBC78C22659}"/>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E9171131-8D4E-45F2-B86B-4A99E97FAB2F}"/>
              </a:ext>
            </a:extLst>
          </p:cNvPr>
          <p:cNvSpPr>
            <a:spLocks noGrp="1"/>
          </p:cNvSpPr>
          <p:nvPr>
            <p:ph type="sldNum" sz="quarter" idx="12"/>
          </p:nvPr>
        </p:nvSpPr>
        <p:spPr/>
        <p:txBody>
          <a:bodyPr/>
          <a:lstStyle>
            <a:lvl1pPr>
              <a:defRPr/>
            </a:lvl1pPr>
          </a:lstStyle>
          <a:p>
            <a:fld id="{5CCFD3DC-6CFC-4F89-8726-C3C3C041EE3E}" type="slidenum">
              <a:rPr lang="en-GB" altLang="en-US"/>
              <a:pPr/>
              <a:t>‹#›</a:t>
            </a:fld>
            <a:r>
              <a:rPr lang="en-GB" altLang="en-US"/>
              <a:t>/34</a:t>
            </a:r>
          </a:p>
        </p:txBody>
      </p:sp>
    </p:spTree>
    <p:extLst>
      <p:ext uri="{BB962C8B-B14F-4D97-AF65-F5344CB8AC3E}">
        <p14:creationId xmlns:p14="http://schemas.microsoft.com/office/powerpoint/2010/main" val="1819481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A293-9336-A864-C67C-00F31C75357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653DB2-924E-FB7E-B6DE-1402AABEBAE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1C08DA-0106-D573-8211-80C3355C628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C0D127-9F76-19BD-5F29-97B53A868638}"/>
              </a:ext>
            </a:extLst>
          </p:cNvPr>
          <p:cNvSpPr>
            <a:spLocks noGrp="1"/>
          </p:cNvSpPr>
          <p:nvPr>
            <p:ph type="dt" sz="half"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CC1629D4-6F8A-EDD6-67BA-E47C5031A94C}"/>
              </a:ext>
            </a:extLst>
          </p:cNvPr>
          <p:cNvSpPr>
            <a:spLocks noGrp="1"/>
          </p:cNvSpPr>
          <p:nvPr>
            <p:ph type="ftr" sz="quarte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D11617BA-6E25-03D6-A590-9E9384133B7C}"/>
              </a:ext>
            </a:extLst>
          </p:cNvPr>
          <p:cNvSpPr>
            <a:spLocks noGrp="1"/>
          </p:cNvSpPr>
          <p:nvPr>
            <p:ph type="sldNum" sz="quarter" idx="12"/>
          </p:nvPr>
        </p:nvSpPr>
        <p:spPr/>
        <p:txBody>
          <a:bodyPr/>
          <a:lstStyle>
            <a:lvl1pPr>
              <a:defRPr/>
            </a:lvl1pPr>
          </a:lstStyle>
          <a:p>
            <a:fld id="{CCA17500-A4AB-4A53-9AF4-6A3C7D687DC9}" type="slidenum">
              <a:rPr lang="en-GB" altLang="en-US"/>
              <a:pPr/>
              <a:t>‹#›</a:t>
            </a:fld>
            <a:r>
              <a:rPr lang="en-GB" altLang="en-US"/>
              <a:t>/34</a:t>
            </a:r>
          </a:p>
        </p:txBody>
      </p:sp>
    </p:spTree>
    <p:extLst>
      <p:ext uri="{BB962C8B-B14F-4D97-AF65-F5344CB8AC3E}">
        <p14:creationId xmlns:p14="http://schemas.microsoft.com/office/powerpoint/2010/main" val="3041340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B6E51-FF99-C7BF-48A5-B2C3D9CA33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3C880E-A26F-C291-1A78-BB941062AE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71C414-A34D-6B22-B403-5A5BA636462B}"/>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6D7B7D36-D9D3-5A00-8590-2A0546DAB483}"/>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F5AB65CA-CC92-6A51-760F-33DD965337B8}"/>
              </a:ext>
            </a:extLst>
          </p:cNvPr>
          <p:cNvSpPr>
            <a:spLocks noGrp="1"/>
          </p:cNvSpPr>
          <p:nvPr>
            <p:ph type="sldNum" sz="quarter" idx="12"/>
          </p:nvPr>
        </p:nvSpPr>
        <p:spPr/>
        <p:txBody>
          <a:bodyPr/>
          <a:lstStyle>
            <a:lvl1pPr>
              <a:defRPr/>
            </a:lvl1pPr>
          </a:lstStyle>
          <a:p>
            <a:fld id="{22B6FB70-F5E0-41F1-BE5D-CAD19B022950}" type="slidenum">
              <a:rPr lang="en-GB" altLang="en-US"/>
              <a:pPr/>
              <a:t>‹#›</a:t>
            </a:fld>
            <a:r>
              <a:rPr lang="en-GB" altLang="en-US"/>
              <a:t>/34</a:t>
            </a:r>
          </a:p>
        </p:txBody>
      </p:sp>
    </p:spTree>
    <p:extLst>
      <p:ext uri="{BB962C8B-B14F-4D97-AF65-F5344CB8AC3E}">
        <p14:creationId xmlns:p14="http://schemas.microsoft.com/office/powerpoint/2010/main" val="1971610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D31217-A34C-CF2E-F640-E9CFA2FC02F6}"/>
              </a:ext>
            </a:extLst>
          </p:cNvPr>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F0BF3E-7773-D74C-D142-54E4F5F47D07}"/>
              </a:ext>
            </a:extLst>
          </p:cNvPr>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3A2AD5-04B9-C15C-6C47-F15D4D36504A}"/>
              </a:ext>
            </a:extLst>
          </p:cNvPr>
          <p:cNvSpPr>
            <a:spLocks noGrp="1"/>
          </p:cNvSpPr>
          <p:nvPr>
            <p:ph type="dt" sz="half"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41BB6381-8639-5F2B-C304-A0211242F98E}"/>
              </a:ext>
            </a:extLst>
          </p:cNvPr>
          <p:cNvSpPr>
            <a:spLocks noGrp="1"/>
          </p:cNvSpPr>
          <p:nvPr>
            <p:ph type="ftr" sz="quarte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7CE368FB-697A-BC91-C553-B4A428F773CC}"/>
              </a:ext>
            </a:extLst>
          </p:cNvPr>
          <p:cNvSpPr>
            <a:spLocks noGrp="1"/>
          </p:cNvSpPr>
          <p:nvPr>
            <p:ph type="sldNum" sz="quarter" idx="12"/>
          </p:nvPr>
        </p:nvSpPr>
        <p:spPr/>
        <p:txBody>
          <a:bodyPr/>
          <a:lstStyle>
            <a:lvl1pPr>
              <a:defRPr/>
            </a:lvl1pPr>
          </a:lstStyle>
          <a:p>
            <a:fld id="{2CB7D673-DB8C-4466-873B-71178EFC7BB1}" type="slidenum">
              <a:rPr lang="en-GB" altLang="en-US"/>
              <a:pPr/>
              <a:t>‹#›</a:t>
            </a:fld>
            <a:r>
              <a:rPr lang="en-GB" altLang="en-US"/>
              <a:t>/34</a:t>
            </a:r>
          </a:p>
        </p:txBody>
      </p:sp>
    </p:spTree>
    <p:extLst>
      <p:ext uri="{BB962C8B-B14F-4D97-AF65-F5344CB8AC3E}">
        <p14:creationId xmlns:p14="http://schemas.microsoft.com/office/powerpoint/2010/main" val="106842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C299426-F86D-B0A8-6D99-2EBD0F5A9555}"/>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290C3FBA-10A6-08F2-FAC1-6E97996E5834}"/>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BD6EC39F-FE7A-0982-7899-CBA007BA2D6D}"/>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GB" altLang="en-US"/>
          </a:p>
        </p:txBody>
      </p:sp>
      <p:sp>
        <p:nvSpPr>
          <p:cNvPr id="1029" name="Rectangle 5">
            <a:extLst>
              <a:ext uri="{FF2B5EF4-FFF2-40B4-BE49-F238E27FC236}">
                <a16:creationId xmlns:a16="http://schemas.microsoft.com/office/drawing/2014/main" id="{A8F18612-685D-9422-9F37-0B5D5F968E4A}"/>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GB" altLang="en-US"/>
          </a:p>
        </p:txBody>
      </p:sp>
      <p:sp>
        <p:nvSpPr>
          <p:cNvPr id="1030" name="Rectangle 6">
            <a:extLst>
              <a:ext uri="{FF2B5EF4-FFF2-40B4-BE49-F238E27FC236}">
                <a16:creationId xmlns:a16="http://schemas.microsoft.com/office/drawing/2014/main" id="{427F80EE-5939-4904-5437-7C3B536BEEAA}"/>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421DB9E-7572-49E7-B4F1-E9BBF567F169}" type="slidenum">
              <a:rPr lang="en-GB" altLang="en-US"/>
              <a:pPr/>
              <a:t>‹#›</a:t>
            </a:fld>
            <a:r>
              <a:rPr lang="en-GB" altLang="en-US"/>
              <a:t>/34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1D8F9E3-542F-3FDA-0ED8-B8CD1DB9A812}"/>
              </a:ext>
            </a:extLst>
          </p:cNvPr>
          <p:cNvSpPr>
            <a:spLocks noGrp="1" noChangeArrowheads="1"/>
          </p:cNvSpPr>
          <p:nvPr>
            <p:ph type="ctrTitle"/>
          </p:nvPr>
        </p:nvSpPr>
        <p:spPr>
          <a:xfrm>
            <a:off x="685800" y="2130425"/>
            <a:ext cx="7772400" cy="1470025"/>
          </a:xfrm>
        </p:spPr>
        <p:txBody>
          <a:bodyPr anchor="ctr"/>
          <a:lstStyle/>
          <a:p>
            <a:r>
              <a:rPr lang="en-GB" altLang="en-US" sz="4400"/>
              <a:t>Automatic Speech Recognition</a:t>
            </a:r>
          </a:p>
        </p:txBody>
      </p:sp>
      <p:sp>
        <p:nvSpPr>
          <p:cNvPr id="2051" name="Rectangle 3">
            <a:extLst>
              <a:ext uri="{FF2B5EF4-FFF2-40B4-BE49-F238E27FC236}">
                <a16:creationId xmlns:a16="http://schemas.microsoft.com/office/drawing/2014/main" id="{A7D0AA0F-BE74-55D9-C0FD-19DF6BB1BA07}"/>
              </a:ext>
            </a:extLst>
          </p:cNvPr>
          <p:cNvSpPr>
            <a:spLocks noGrp="1" noChangeArrowheads="1"/>
          </p:cNvSpPr>
          <p:nvPr>
            <p:ph type="subTitle" idx="1"/>
          </p:nvPr>
        </p:nvSpPr>
        <p:spPr>
          <a:xfrm>
            <a:off x="1371600" y="3886200"/>
            <a:ext cx="6400800" cy="1752600"/>
          </a:xfrm>
        </p:spPr>
        <p:txBody>
          <a:bodyPr/>
          <a:lstStyle/>
          <a:p>
            <a:endParaRPr lang="en-GB"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D095-8210-9BD8-B0C9-C8A78992FB93}"/>
              </a:ext>
            </a:extLst>
          </p:cNvPr>
          <p:cNvSpPr>
            <a:spLocks noGrp="1"/>
          </p:cNvSpPr>
          <p:nvPr>
            <p:ph type="title"/>
          </p:nvPr>
        </p:nvSpPr>
        <p:spPr/>
        <p:txBody>
          <a:bodyPr/>
          <a:lstStyle/>
          <a:p>
            <a:r>
              <a:rPr lang="en-US" b="1" dirty="0">
                <a:solidFill>
                  <a:schemeClr val="accent2"/>
                </a:solidFill>
                <a:latin typeface="Times New Roman" panose="02020603050405020304" pitchFamily="18" charset="0"/>
                <a:cs typeface="Times New Roman" panose="02020603050405020304" pitchFamily="18" charset="0"/>
              </a:rPr>
              <a:t>The Automatic Speech Recognition Task</a:t>
            </a:r>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126D63-F802-0FBE-80C0-69B574F92AF2}"/>
              </a:ext>
            </a:extLst>
          </p:cNvPr>
          <p:cNvSpPr>
            <a:spLocks noGrp="1"/>
          </p:cNvSpPr>
          <p:nvPr>
            <p:ph idx="1"/>
          </p:nvPr>
        </p:nvSpPr>
        <p:spPr/>
        <p:txBody>
          <a:bodyPr/>
          <a:lstStyle/>
          <a:p>
            <a:pPr algn="just"/>
            <a:r>
              <a:rPr lang="en-US" sz="1800" b="1" i="1" dirty="0">
                <a:effectLst>
                  <a:outerShdw blurRad="38100" dist="38100" dir="2700000" algn="tl">
                    <a:srgbClr val="000000">
                      <a:alpha val="43137"/>
                    </a:srgbClr>
                  </a:outerShdw>
                </a:effectLst>
              </a:rPr>
              <a:t>One dimension of variation is vocabulary size. </a:t>
            </a:r>
            <a:r>
              <a:rPr lang="en-US" sz="1800" dirty="0"/>
              <a:t>Some ASR tasks can be solved with extremely high accuracy, like those with a 2-word vocabulary (yes versus no) or an 11-word vocabulary like digit recognition (recognizing sequences of digits in- digit recognition cluding zero to nine plus oh). Open-ended tasks like transcribing videos or human conversations, with large vocabularies of up to 60,000 words, are much harder.</a:t>
            </a:r>
          </a:p>
          <a:p>
            <a:pPr algn="just"/>
            <a:r>
              <a:rPr lang="en-US" sz="1800" b="1" i="1" dirty="0">
                <a:effectLst>
                  <a:outerShdw blurRad="38100" dist="38100" dir="2700000" algn="tl">
                    <a:srgbClr val="000000">
                      <a:alpha val="43137"/>
                    </a:srgbClr>
                  </a:outerShdw>
                </a:effectLst>
              </a:rPr>
              <a:t>A second dimension of variation is who the speaker is talking to</a:t>
            </a:r>
            <a:r>
              <a:rPr lang="en-US" sz="1800" dirty="0"/>
              <a:t>. Humans speaking to machines (either dictating or talking to a dialogue system) are easier to </a:t>
            </a:r>
            <a:r>
              <a:rPr lang="en-US" sz="1800" dirty="0" err="1"/>
              <a:t>recogread</a:t>
            </a:r>
            <a:r>
              <a:rPr lang="en-US" sz="1800" dirty="0"/>
              <a:t> speech </a:t>
            </a:r>
            <a:r>
              <a:rPr lang="en-US" sz="1800" dirty="0" err="1"/>
              <a:t>nize</a:t>
            </a:r>
            <a:r>
              <a:rPr lang="en-US" sz="1800" dirty="0"/>
              <a:t> than humans speaking to humans. </a:t>
            </a:r>
          </a:p>
          <a:p>
            <a:pPr algn="just"/>
            <a:r>
              <a:rPr lang="en-US" sz="1800" dirty="0"/>
              <a:t>Read speech, in which humans are reading out loud, for example in audio books, is also relatively easy to recognize. Recognizing the speech of two humans talking to each other in conversational speech, conversational speech for example, for transcribing a business meeting, is the hardest. </a:t>
            </a:r>
          </a:p>
          <a:p>
            <a:pPr algn="just"/>
            <a:r>
              <a:rPr lang="en-US" sz="1800" dirty="0"/>
              <a:t>It seems that when humans talk to machines, or read without an audience present, they simplify their speech quite a bit, talking more slowly and more clearly. </a:t>
            </a:r>
            <a:endParaRPr lang="en-IN" sz="1800" dirty="0"/>
          </a:p>
        </p:txBody>
      </p:sp>
      <p:sp>
        <p:nvSpPr>
          <p:cNvPr id="4" name="Slide Number Placeholder 3">
            <a:extLst>
              <a:ext uri="{FF2B5EF4-FFF2-40B4-BE49-F238E27FC236}">
                <a16:creationId xmlns:a16="http://schemas.microsoft.com/office/drawing/2014/main" id="{C8225EC8-01B1-D867-D9B9-FF4CCF211711}"/>
              </a:ext>
            </a:extLst>
          </p:cNvPr>
          <p:cNvSpPr>
            <a:spLocks noGrp="1"/>
          </p:cNvSpPr>
          <p:nvPr>
            <p:ph type="sldNum" sz="quarter" idx="12"/>
          </p:nvPr>
        </p:nvSpPr>
        <p:spPr/>
        <p:txBody>
          <a:bodyPr/>
          <a:lstStyle/>
          <a:p>
            <a:fld id="{53AB79A1-B91A-4D82-91A3-D89AB0251239}" type="slidenum">
              <a:rPr lang="en-GB" altLang="en-US" smtClean="0"/>
              <a:pPr/>
              <a:t>2</a:t>
            </a:fld>
            <a:r>
              <a:rPr lang="en-GB" altLang="en-US"/>
              <a:t>/34</a:t>
            </a:r>
          </a:p>
        </p:txBody>
      </p:sp>
    </p:spTree>
    <p:extLst>
      <p:ext uri="{BB962C8B-B14F-4D97-AF65-F5344CB8AC3E}">
        <p14:creationId xmlns:p14="http://schemas.microsoft.com/office/powerpoint/2010/main" val="2195472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17574-0631-9928-678C-85AC42E603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DB226E-D66F-2F5C-0253-27A7D67F4CDB}"/>
              </a:ext>
            </a:extLst>
          </p:cNvPr>
          <p:cNvSpPr>
            <a:spLocks noGrp="1"/>
          </p:cNvSpPr>
          <p:nvPr>
            <p:ph idx="1"/>
          </p:nvPr>
        </p:nvSpPr>
        <p:spPr/>
        <p:txBody>
          <a:bodyPr/>
          <a:lstStyle/>
          <a:p>
            <a:pPr algn="just"/>
            <a:r>
              <a:rPr lang="en-US" sz="1800" b="1" i="1" dirty="0">
                <a:effectLst>
                  <a:outerShdw blurRad="38100" dist="38100" dir="2700000" algn="tl">
                    <a:srgbClr val="000000">
                      <a:alpha val="43137"/>
                    </a:srgbClr>
                  </a:outerShdw>
                </a:effectLst>
              </a:rPr>
              <a:t>A third dimension of variation is channel and noise. </a:t>
            </a:r>
            <a:r>
              <a:rPr lang="en-US" sz="1800" dirty="0"/>
              <a:t>Speech is easier to recognize if it’s recorded in a quiet room with head-mounted microphones than if it’s recorded by a distant microphone on a noisy city street, or in a car with the window open. </a:t>
            </a:r>
          </a:p>
          <a:p>
            <a:pPr algn="just"/>
            <a:r>
              <a:rPr lang="en-US" sz="1800" b="1" i="1" dirty="0">
                <a:effectLst>
                  <a:outerShdw blurRad="38100" dist="38100" dir="2700000" algn="tl">
                    <a:srgbClr val="000000">
                      <a:alpha val="43137"/>
                    </a:srgbClr>
                  </a:outerShdw>
                </a:effectLst>
              </a:rPr>
              <a:t>A final dimension of variation is accent or speaker-class characteristics. </a:t>
            </a:r>
            <a:r>
              <a:rPr lang="en-US" sz="1800" dirty="0"/>
              <a:t>Speech is easier to recognize if the speaker is speaking the same dialect or variety that the system was trained on. Speech by speakers of regional or ethnic dialects, or speech by children can be quite difficult to recognize if the system is only trained on speakers of standard dialects, or only adult speakers. </a:t>
            </a:r>
          </a:p>
        </p:txBody>
      </p:sp>
      <p:sp>
        <p:nvSpPr>
          <p:cNvPr id="4" name="Slide Number Placeholder 3">
            <a:extLst>
              <a:ext uri="{FF2B5EF4-FFF2-40B4-BE49-F238E27FC236}">
                <a16:creationId xmlns:a16="http://schemas.microsoft.com/office/drawing/2014/main" id="{201846E2-E5A8-99FF-5393-73CFFAFD90F2}"/>
              </a:ext>
            </a:extLst>
          </p:cNvPr>
          <p:cNvSpPr>
            <a:spLocks noGrp="1"/>
          </p:cNvSpPr>
          <p:nvPr>
            <p:ph type="sldNum" sz="quarter" idx="12"/>
          </p:nvPr>
        </p:nvSpPr>
        <p:spPr/>
        <p:txBody>
          <a:bodyPr/>
          <a:lstStyle/>
          <a:p>
            <a:fld id="{53AB79A1-B91A-4D82-91A3-D89AB0251239}" type="slidenum">
              <a:rPr lang="en-GB" altLang="en-US" smtClean="0"/>
              <a:pPr/>
              <a:t>3</a:t>
            </a:fld>
            <a:r>
              <a:rPr lang="en-GB" altLang="en-US"/>
              <a:t>/34</a:t>
            </a:r>
          </a:p>
        </p:txBody>
      </p:sp>
    </p:spTree>
    <p:extLst>
      <p:ext uri="{BB962C8B-B14F-4D97-AF65-F5344CB8AC3E}">
        <p14:creationId xmlns:p14="http://schemas.microsoft.com/office/powerpoint/2010/main" val="619039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13780-644D-21D7-6A3F-38D7F2A0CD2C}"/>
              </a:ext>
            </a:extLst>
          </p:cNvPr>
          <p:cNvSpPr>
            <a:spLocks noGrp="1"/>
          </p:cNvSpPr>
          <p:nvPr>
            <p:ph type="title"/>
          </p:nvPr>
        </p:nvSpPr>
        <p:spPr/>
        <p:txBody>
          <a:bodyPr/>
          <a:lstStyle/>
          <a:p>
            <a:r>
              <a:rPr lang="en-IN" dirty="0"/>
              <a:t>General Information</a:t>
            </a:r>
          </a:p>
        </p:txBody>
      </p:sp>
      <p:sp>
        <p:nvSpPr>
          <p:cNvPr id="3" name="Content Placeholder 2">
            <a:extLst>
              <a:ext uri="{FF2B5EF4-FFF2-40B4-BE49-F238E27FC236}">
                <a16:creationId xmlns:a16="http://schemas.microsoft.com/office/drawing/2014/main" id="{26637DB6-0033-73FF-5EFE-DF8469C2C3BA}"/>
              </a:ext>
            </a:extLst>
          </p:cNvPr>
          <p:cNvSpPr>
            <a:spLocks noGrp="1"/>
          </p:cNvSpPr>
          <p:nvPr>
            <p:ph idx="1"/>
          </p:nvPr>
        </p:nvSpPr>
        <p:spPr/>
        <p:txBody>
          <a:bodyPr/>
          <a:lstStyle/>
          <a:p>
            <a:pPr algn="just"/>
            <a:r>
              <a:rPr lang="en-US" sz="1800" dirty="0"/>
              <a:t>A number of publicly available corpora with human-created transcripts are used to create ASR test and training sets to explore this variation; we mention a few of </a:t>
            </a:r>
            <a:r>
              <a:rPr lang="en-US" sz="1800" dirty="0" err="1"/>
              <a:t>LibriSpeech</a:t>
            </a:r>
            <a:r>
              <a:rPr lang="en-US" sz="1800" dirty="0"/>
              <a:t> them here since you will encounter them in the literature. </a:t>
            </a:r>
          </a:p>
          <a:p>
            <a:pPr algn="just"/>
            <a:r>
              <a:rPr lang="en-US" sz="1800" b="1" i="1" u="sng" dirty="0" err="1"/>
              <a:t>LibriSpeech</a:t>
            </a:r>
            <a:r>
              <a:rPr lang="en-US" sz="1800" b="1" i="1" u="sng" dirty="0"/>
              <a:t> is a large open-source read-speech 16 kHz dataset with over 1000 hours of audio books from the LibriVox project, with transcripts aligned at the sentence level </a:t>
            </a:r>
            <a:r>
              <a:rPr lang="en-US" sz="1800" dirty="0"/>
              <a:t>(Panayotov et al., 2015). It is divided into an easier (“clean”) and a more difficult portion (“other”) with the clean portion of higher recording quality and with accents closer to US English. </a:t>
            </a:r>
          </a:p>
          <a:p>
            <a:pPr algn="just"/>
            <a:r>
              <a:rPr lang="en-US" sz="1800" dirty="0"/>
              <a:t>This was done by running a speech recognizer (trained on read speech from the Wall Street Journal) on all the audio, computing the WER for each speaker based on the gold transcripts, and dividing the speakers roughly in half, with recordings from lower-WER speakers called “clean” and recordings from higher-WER speakers “other”</a:t>
            </a:r>
            <a:endParaRPr lang="en-IN" sz="1800" dirty="0"/>
          </a:p>
          <a:p>
            <a:endParaRPr lang="en-IN" sz="1600" dirty="0"/>
          </a:p>
        </p:txBody>
      </p:sp>
      <p:sp>
        <p:nvSpPr>
          <p:cNvPr id="4" name="Slide Number Placeholder 3">
            <a:extLst>
              <a:ext uri="{FF2B5EF4-FFF2-40B4-BE49-F238E27FC236}">
                <a16:creationId xmlns:a16="http://schemas.microsoft.com/office/drawing/2014/main" id="{0C99FD36-BA26-DE6B-FEC4-EB5B00BD6412}"/>
              </a:ext>
            </a:extLst>
          </p:cNvPr>
          <p:cNvSpPr>
            <a:spLocks noGrp="1"/>
          </p:cNvSpPr>
          <p:nvPr>
            <p:ph type="sldNum" sz="quarter" idx="12"/>
          </p:nvPr>
        </p:nvSpPr>
        <p:spPr/>
        <p:txBody>
          <a:bodyPr/>
          <a:lstStyle/>
          <a:p>
            <a:fld id="{53AB79A1-B91A-4D82-91A3-D89AB0251239}" type="slidenum">
              <a:rPr lang="en-GB" altLang="en-US" smtClean="0"/>
              <a:pPr/>
              <a:t>4</a:t>
            </a:fld>
            <a:r>
              <a:rPr lang="en-GB" altLang="en-US"/>
              <a:t>/34</a:t>
            </a:r>
          </a:p>
        </p:txBody>
      </p:sp>
    </p:spTree>
    <p:extLst>
      <p:ext uri="{BB962C8B-B14F-4D97-AF65-F5344CB8AC3E}">
        <p14:creationId xmlns:p14="http://schemas.microsoft.com/office/powerpoint/2010/main" val="1577548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79E01707-629F-4DC5-4C63-5CFBA7F0EDCC}"/>
              </a:ext>
            </a:extLst>
          </p:cNvPr>
          <p:cNvSpPr>
            <a:spLocks noGrp="1"/>
          </p:cNvSpPr>
          <p:nvPr>
            <p:ph type="sldNum" sz="quarter" idx="12"/>
          </p:nvPr>
        </p:nvSpPr>
        <p:spPr/>
        <p:txBody>
          <a:bodyPr/>
          <a:lstStyle/>
          <a:p>
            <a:fld id="{A556A8A3-8FCC-4ABB-A57F-A9B0436A2E64}" type="slidenum">
              <a:rPr lang="en-GB" altLang="en-US"/>
              <a:pPr/>
              <a:t>5</a:t>
            </a:fld>
            <a:r>
              <a:rPr lang="en-GB" altLang="en-US"/>
              <a:t>/34</a:t>
            </a:r>
          </a:p>
        </p:txBody>
      </p:sp>
      <p:sp>
        <p:nvSpPr>
          <p:cNvPr id="4098" name="Rectangle 2">
            <a:extLst>
              <a:ext uri="{FF2B5EF4-FFF2-40B4-BE49-F238E27FC236}">
                <a16:creationId xmlns:a16="http://schemas.microsoft.com/office/drawing/2014/main" id="{1B52E299-0BDC-8148-E972-A12A1995BCA5}"/>
              </a:ext>
            </a:extLst>
          </p:cNvPr>
          <p:cNvSpPr>
            <a:spLocks noGrp="1" noChangeArrowheads="1"/>
          </p:cNvSpPr>
          <p:nvPr>
            <p:ph type="title"/>
          </p:nvPr>
        </p:nvSpPr>
        <p:spPr/>
        <p:txBody>
          <a:bodyPr/>
          <a:lstStyle/>
          <a:p>
            <a:r>
              <a:rPr lang="en-GB" altLang="en-US"/>
              <a:t>Automatic speech recognition</a:t>
            </a:r>
          </a:p>
        </p:txBody>
      </p:sp>
      <p:sp>
        <p:nvSpPr>
          <p:cNvPr id="4099" name="Rectangle 3">
            <a:extLst>
              <a:ext uri="{FF2B5EF4-FFF2-40B4-BE49-F238E27FC236}">
                <a16:creationId xmlns:a16="http://schemas.microsoft.com/office/drawing/2014/main" id="{10961EB9-D8CC-11E6-CC5C-DCF36A6515A5}"/>
              </a:ext>
            </a:extLst>
          </p:cNvPr>
          <p:cNvSpPr>
            <a:spLocks noGrp="1" noChangeArrowheads="1"/>
          </p:cNvSpPr>
          <p:nvPr>
            <p:ph type="body" idx="1"/>
          </p:nvPr>
        </p:nvSpPr>
        <p:spPr/>
        <p:txBody>
          <a:bodyPr/>
          <a:lstStyle/>
          <a:p>
            <a:r>
              <a:rPr lang="en-GB" altLang="en-US" dirty="0"/>
              <a:t>What is the task?</a:t>
            </a:r>
          </a:p>
          <a:p>
            <a:r>
              <a:rPr lang="en-GB" altLang="en-US" dirty="0"/>
              <a:t>What are the main difficulties?</a:t>
            </a:r>
          </a:p>
          <a:p>
            <a:r>
              <a:rPr lang="en-GB" altLang="en-US" dirty="0"/>
              <a:t>How is it approached?</a:t>
            </a:r>
          </a:p>
          <a:p>
            <a:r>
              <a:rPr lang="en-GB" altLang="en-US" dirty="0"/>
              <a:t>How good is it?</a:t>
            </a:r>
          </a:p>
          <a:p>
            <a:r>
              <a:rPr lang="en-GB" altLang="en-US" dirty="0"/>
              <a:t>How much better could it be?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D2DB641A-80D5-F723-4D70-058026A9DF6B}"/>
              </a:ext>
            </a:extLst>
          </p:cNvPr>
          <p:cNvSpPr>
            <a:spLocks noGrp="1"/>
          </p:cNvSpPr>
          <p:nvPr>
            <p:ph type="sldNum" sz="quarter" idx="12"/>
          </p:nvPr>
        </p:nvSpPr>
        <p:spPr/>
        <p:txBody>
          <a:bodyPr/>
          <a:lstStyle/>
          <a:p>
            <a:fld id="{2910F689-7383-4924-A698-1626A10B4F94}" type="slidenum">
              <a:rPr lang="en-GB" altLang="en-US"/>
              <a:pPr/>
              <a:t>6</a:t>
            </a:fld>
            <a:r>
              <a:rPr lang="en-GB" altLang="en-US"/>
              <a:t>/34</a:t>
            </a:r>
          </a:p>
        </p:txBody>
      </p:sp>
      <p:sp>
        <p:nvSpPr>
          <p:cNvPr id="5122" name="Rectangle 2">
            <a:extLst>
              <a:ext uri="{FF2B5EF4-FFF2-40B4-BE49-F238E27FC236}">
                <a16:creationId xmlns:a16="http://schemas.microsoft.com/office/drawing/2014/main" id="{AEAE46B6-7866-A917-D114-24689B734F49}"/>
              </a:ext>
            </a:extLst>
          </p:cNvPr>
          <p:cNvSpPr>
            <a:spLocks noGrp="1" noChangeArrowheads="1"/>
          </p:cNvSpPr>
          <p:nvPr>
            <p:ph type="title"/>
          </p:nvPr>
        </p:nvSpPr>
        <p:spPr/>
        <p:txBody>
          <a:bodyPr/>
          <a:lstStyle/>
          <a:p>
            <a:r>
              <a:rPr lang="en-GB" altLang="en-US"/>
              <a:t>What is the task?</a:t>
            </a:r>
          </a:p>
        </p:txBody>
      </p:sp>
      <p:sp>
        <p:nvSpPr>
          <p:cNvPr id="5123" name="Rectangle 3">
            <a:extLst>
              <a:ext uri="{FF2B5EF4-FFF2-40B4-BE49-F238E27FC236}">
                <a16:creationId xmlns:a16="http://schemas.microsoft.com/office/drawing/2014/main" id="{A4CDDE6D-4B30-8105-CD23-5E9BEC5EE489}"/>
              </a:ext>
            </a:extLst>
          </p:cNvPr>
          <p:cNvSpPr>
            <a:spLocks noGrp="1" noChangeArrowheads="1"/>
          </p:cNvSpPr>
          <p:nvPr>
            <p:ph type="body" idx="1"/>
          </p:nvPr>
        </p:nvSpPr>
        <p:spPr/>
        <p:txBody>
          <a:bodyPr/>
          <a:lstStyle/>
          <a:p>
            <a:pPr algn="just"/>
            <a:r>
              <a:rPr lang="en-GB" altLang="en-US" sz="2800" dirty="0"/>
              <a:t>Getting a computer to understand spoken language</a:t>
            </a:r>
          </a:p>
          <a:p>
            <a:pPr algn="just"/>
            <a:r>
              <a:rPr lang="en-GB" altLang="en-US" sz="2800" dirty="0"/>
              <a:t>By “understand” we might mean</a:t>
            </a:r>
          </a:p>
          <a:p>
            <a:pPr lvl="1" algn="just"/>
            <a:r>
              <a:rPr lang="en-GB" altLang="en-US" sz="2400" dirty="0"/>
              <a:t>React appropriately</a:t>
            </a:r>
          </a:p>
          <a:p>
            <a:pPr lvl="1" algn="just"/>
            <a:r>
              <a:rPr lang="en-GB" altLang="en-US" sz="2400" dirty="0"/>
              <a:t>Convert the input speech into another medium, e.g. text</a:t>
            </a:r>
          </a:p>
          <a:p>
            <a:pPr algn="just"/>
            <a:r>
              <a:rPr lang="en-GB" altLang="en-US" sz="2800" dirty="0"/>
              <a:t>Several variables impinge on this (see later)</a:t>
            </a:r>
          </a:p>
          <a:p>
            <a:pPr lvl="1"/>
            <a:endParaRPr lang="en-GB"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8BC2B04-EFF9-A308-CB4B-2E1E755AD47B}"/>
              </a:ext>
            </a:extLst>
          </p:cNvPr>
          <p:cNvSpPr>
            <a:spLocks noGrp="1"/>
          </p:cNvSpPr>
          <p:nvPr>
            <p:ph type="sldNum" sz="quarter" idx="12"/>
          </p:nvPr>
        </p:nvSpPr>
        <p:spPr/>
        <p:txBody>
          <a:bodyPr/>
          <a:lstStyle/>
          <a:p>
            <a:fld id="{6396B399-69BB-41BD-A639-B71FED881024}" type="slidenum">
              <a:rPr lang="en-GB" altLang="en-US"/>
              <a:pPr/>
              <a:t>7</a:t>
            </a:fld>
            <a:r>
              <a:rPr lang="en-GB" altLang="en-US"/>
              <a:t>/34</a:t>
            </a:r>
          </a:p>
        </p:txBody>
      </p:sp>
      <p:sp>
        <p:nvSpPr>
          <p:cNvPr id="6146" name="Rectangle 2">
            <a:extLst>
              <a:ext uri="{FF2B5EF4-FFF2-40B4-BE49-F238E27FC236}">
                <a16:creationId xmlns:a16="http://schemas.microsoft.com/office/drawing/2014/main" id="{9105FDC7-6987-FAAF-B550-594E0DF79E39}"/>
              </a:ext>
            </a:extLst>
          </p:cNvPr>
          <p:cNvSpPr>
            <a:spLocks noGrp="1" noChangeArrowheads="1"/>
          </p:cNvSpPr>
          <p:nvPr>
            <p:ph type="title"/>
          </p:nvPr>
        </p:nvSpPr>
        <p:spPr/>
        <p:txBody>
          <a:bodyPr/>
          <a:lstStyle/>
          <a:p>
            <a:r>
              <a:rPr lang="en-GB" altLang="en-US"/>
              <a:t>How do humans do it?</a:t>
            </a:r>
          </a:p>
        </p:txBody>
      </p:sp>
      <p:sp>
        <p:nvSpPr>
          <p:cNvPr id="6256" name="Rectangle 112">
            <a:extLst>
              <a:ext uri="{FF2B5EF4-FFF2-40B4-BE49-F238E27FC236}">
                <a16:creationId xmlns:a16="http://schemas.microsoft.com/office/drawing/2014/main" id="{AE297ED8-9476-1489-2810-399FE8864EB5}"/>
              </a:ext>
            </a:extLst>
          </p:cNvPr>
          <p:cNvSpPr>
            <a:spLocks noGrp="1" noChangeArrowheads="1"/>
          </p:cNvSpPr>
          <p:nvPr>
            <p:ph type="body" idx="1"/>
          </p:nvPr>
        </p:nvSpPr>
        <p:spPr>
          <a:xfrm>
            <a:off x="457200" y="4005263"/>
            <a:ext cx="5051425" cy="2120900"/>
          </a:xfrm>
        </p:spPr>
        <p:txBody>
          <a:bodyPr/>
          <a:lstStyle/>
          <a:p>
            <a:r>
              <a:rPr lang="en-GB" altLang="en-US" sz="2800"/>
              <a:t>Articulation produces</a:t>
            </a:r>
          </a:p>
          <a:p>
            <a:r>
              <a:rPr lang="en-GB" altLang="en-US" sz="2800"/>
              <a:t>sound waves which</a:t>
            </a:r>
          </a:p>
          <a:p>
            <a:r>
              <a:rPr lang="en-GB" altLang="en-US" sz="2800"/>
              <a:t>the ear conveys to the brain</a:t>
            </a:r>
          </a:p>
          <a:p>
            <a:r>
              <a:rPr lang="en-GB" altLang="en-US" sz="2800"/>
              <a:t>for processing</a:t>
            </a:r>
          </a:p>
          <a:p>
            <a:endParaRPr lang="en-GB" altLang="en-US" sz="2800"/>
          </a:p>
        </p:txBody>
      </p:sp>
      <p:pic>
        <p:nvPicPr>
          <p:cNvPr id="6148" name="Picture 4">
            <a:extLst>
              <a:ext uri="{FF2B5EF4-FFF2-40B4-BE49-F238E27FC236}">
                <a16:creationId xmlns:a16="http://schemas.microsoft.com/office/drawing/2014/main" id="{C9986B02-E35E-A6AB-018B-2DA0F9F53A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628775"/>
            <a:ext cx="2376487" cy="2265363"/>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a:extLst>
              <a:ext uri="{FF2B5EF4-FFF2-40B4-BE49-F238E27FC236}">
                <a16:creationId xmlns:a16="http://schemas.microsoft.com/office/drawing/2014/main" id="{23B9F67C-3FA2-CAF0-EF54-86573A492E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1773238"/>
            <a:ext cx="2795587" cy="200342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8AB39C5F-FD20-BED8-FEC1-A5012678C3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1863" y="4076700"/>
            <a:ext cx="2919412" cy="2344738"/>
          </a:xfrm>
          <a:prstGeom prst="rect">
            <a:avLst/>
          </a:prstGeom>
          <a:noFill/>
          <a:extLst>
            <a:ext uri="{909E8E84-426E-40DD-AFC4-6F175D3DCCD1}">
              <a14:hiddenFill xmlns:a14="http://schemas.microsoft.com/office/drawing/2010/main">
                <a:solidFill>
                  <a:srgbClr val="FFFFFF"/>
                </a:solidFill>
              </a14:hiddenFill>
            </a:ext>
          </a:extLst>
        </p:spPr>
      </p:pic>
      <p:pic>
        <p:nvPicPr>
          <p:cNvPr id="6258" name="Picture 114">
            <a:extLst>
              <a:ext uri="{FF2B5EF4-FFF2-40B4-BE49-F238E27FC236}">
                <a16:creationId xmlns:a16="http://schemas.microsoft.com/office/drawing/2014/main" id="{5F38AB34-208A-B219-5DF1-932E784FEF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2565400"/>
            <a:ext cx="3024187" cy="838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9B96403-47D3-1515-4B25-1906F1EAC14F}"/>
              </a:ext>
            </a:extLst>
          </p:cNvPr>
          <p:cNvSpPr>
            <a:spLocks noGrp="1"/>
          </p:cNvSpPr>
          <p:nvPr>
            <p:ph type="sldNum" sz="quarter" idx="12"/>
          </p:nvPr>
        </p:nvSpPr>
        <p:spPr/>
        <p:txBody>
          <a:bodyPr/>
          <a:lstStyle/>
          <a:p>
            <a:fld id="{C1080461-A287-4982-9EF5-DF27430D371E}" type="slidenum">
              <a:rPr lang="en-GB" altLang="en-US"/>
              <a:pPr/>
              <a:t>8</a:t>
            </a:fld>
            <a:r>
              <a:rPr lang="en-GB" altLang="en-US"/>
              <a:t>/34</a:t>
            </a:r>
          </a:p>
        </p:txBody>
      </p:sp>
      <p:sp>
        <p:nvSpPr>
          <p:cNvPr id="9218" name="Rectangle 2">
            <a:extLst>
              <a:ext uri="{FF2B5EF4-FFF2-40B4-BE49-F238E27FC236}">
                <a16:creationId xmlns:a16="http://schemas.microsoft.com/office/drawing/2014/main" id="{3E0F233F-51E1-83DB-5DEE-EA5BE11FC667}"/>
              </a:ext>
            </a:extLst>
          </p:cNvPr>
          <p:cNvSpPr>
            <a:spLocks noGrp="1" noChangeArrowheads="1"/>
          </p:cNvSpPr>
          <p:nvPr>
            <p:ph type="title"/>
          </p:nvPr>
        </p:nvSpPr>
        <p:spPr/>
        <p:txBody>
          <a:bodyPr/>
          <a:lstStyle/>
          <a:p>
            <a:r>
              <a:rPr lang="en-GB" altLang="en-US"/>
              <a:t>How might computers do it?</a:t>
            </a:r>
          </a:p>
        </p:txBody>
      </p:sp>
      <p:sp>
        <p:nvSpPr>
          <p:cNvPr id="9219" name="Rectangle 3">
            <a:extLst>
              <a:ext uri="{FF2B5EF4-FFF2-40B4-BE49-F238E27FC236}">
                <a16:creationId xmlns:a16="http://schemas.microsoft.com/office/drawing/2014/main" id="{42AEF735-B4EC-F0DC-3B11-65799BD35B6F}"/>
              </a:ext>
            </a:extLst>
          </p:cNvPr>
          <p:cNvSpPr>
            <a:spLocks noGrp="1" noChangeArrowheads="1"/>
          </p:cNvSpPr>
          <p:nvPr>
            <p:ph type="body" idx="1"/>
          </p:nvPr>
        </p:nvSpPr>
        <p:spPr>
          <a:xfrm>
            <a:off x="468313" y="4292600"/>
            <a:ext cx="5040312" cy="2120900"/>
          </a:xfrm>
        </p:spPr>
        <p:txBody>
          <a:bodyPr/>
          <a:lstStyle/>
          <a:p>
            <a:pPr>
              <a:lnSpc>
                <a:spcPct val="90000"/>
              </a:lnSpc>
            </a:pPr>
            <a:r>
              <a:rPr lang="en-GB" altLang="en-US"/>
              <a:t>Digitization</a:t>
            </a:r>
          </a:p>
          <a:p>
            <a:pPr>
              <a:lnSpc>
                <a:spcPct val="90000"/>
              </a:lnSpc>
            </a:pPr>
            <a:r>
              <a:rPr lang="en-GB" altLang="en-US"/>
              <a:t>Acoustic analysis of the speech signal</a:t>
            </a:r>
          </a:p>
          <a:p>
            <a:pPr>
              <a:lnSpc>
                <a:spcPct val="90000"/>
              </a:lnSpc>
            </a:pPr>
            <a:r>
              <a:rPr lang="en-GB" altLang="en-US"/>
              <a:t>Linguistic interpretation</a:t>
            </a:r>
          </a:p>
          <a:p>
            <a:pPr>
              <a:lnSpc>
                <a:spcPct val="90000"/>
              </a:lnSpc>
            </a:pPr>
            <a:endParaRPr lang="en-GB" altLang="en-US"/>
          </a:p>
        </p:txBody>
      </p:sp>
      <p:pic>
        <p:nvPicPr>
          <p:cNvPr id="9223" name="Picture 7">
            <a:extLst>
              <a:ext uri="{FF2B5EF4-FFF2-40B4-BE49-F238E27FC236}">
                <a16:creationId xmlns:a16="http://schemas.microsoft.com/office/drawing/2014/main" id="{AE02B8C5-C2CC-8822-6818-8ABFA5A05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2924175"/>
            <a:ext cx="3000375" cy="1198563"/>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a:extLst>
              <a:ext uri="{FF2B5EF4-FFF2-40B4-BE49-F238E27FC236}">
                <a16:creationId xmlns:a16="http://schemas.microsoft.com/office/drawing/2014/main" id="{8D070909-68C7-E4D1-5FEA-3F82722F7D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557338"/>
            <a:ext cx="1800225" cy="838200"/>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a:extLst>
              <a:ext uri="{FF2B5EF4-FFF2-40B4-BE49-F238E27FC236}">
                <a16:creationId xmlns:a16="http://schemas.microsoft.com/office/drawing/2014/main" id="{61C5E684-30AF-0350-BEEF-AFB698E980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3213100"/>
            <a:ext cx="3455988" cy="1770063"/>
          </a:xfrm>
          <a:prstGeom prst="rect">
            <a:avLst/>
          </a:prstGeom>
          <a:noFill/>
          <a:extLst>
            <a:ext uri="{909E8E84-426E-40DD-AFC4-6F175D3DCCD1}">
              <a14:hiddenFill xmlns:a14="http://schemas.microsoft.com/office/drawing/2010/main">
                <a:solidFill>
                  <a:srgbClr val="FFFFFF"/>
                </a:solidFill>
              </a14:hiddenFill>
            </a:ext>
          </a:extLst>
        </p:spPr>
      </p:pic>
      <p:sp>
        <p:nvSpPr>
          <p:cNvPr id="9226" name="Text Box 10">
            <a:extLst>
              <a:ext uri="{FF2B5EF4-FFF2-40B4-BE49-F238E27FC236}">
                <a16:creationId xmlns:a16="http://schemas.microsoft.com/office/drawing/2014/main" id="{D0DC57C1-8A1E-CBA1-E5E6-DFD0A0FFAD31}"/>
              </a:ext>
            </a:extLst>
          </p:cNvPr>
          <p:cNvSpPr txBox="1">
            <a:spLocks noChangeArrowheads="1"/>
          </p:cNvSpPr>
          <p:nvPr/>
        </p:nvSpPr>
        <p:spPr bwMode="auto">
          <a:xfrm>
            <a:off x="179388" y="2492375"/>
            <a:ext cx="2101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a:t>Acoustic waveform</a:t>
            </a:r>
          </a:p>
        </p:txBody>
      </p:sp>
      <p:sp>
        <p:nvSpPr>
          <p:cNvPr id="9227" name="Text Box 11">
            <a:extLst>
              <a:ext uri="{FF2B5EF4-FFF2-40B4-BE49-F238E27FC236}">
                <a16:creationId xmlns:a16="http://schemas.microsoft.com/office/drawing/2014/main" id="{40C3337B-F1DC-26C2-8689-7B1401441BBF}"/>
              </a:ext>
            </a:extLst>
          </p:cNvPr>
          <p:cNvSpPr txBox="1">
            <a:spLocks noChangeArrowheads="1"/>
          </p:cNvSpPr>
          <p:nvPr/>
        </p:nvSpPr>
        <p:spPr bwMode="auto">
          <a:xfrm>
            <a:off x="3492500" y="2492375"/>
            <a:ext cx="170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a:t>Acoustic signal</a:t>
            </a:r>
          </a:p>
        </p:txBody>
      </p:sp>
      <p:sp>
        <p:nvSpPr>
          <p:cNvPr id="9228" name="Text Box 12">
            <a:extLst>
              <a:ext uri="{FF2B5EF4-FFF2-40B4-BE49-F238E27FC236}">
                <a16:creationId xmlns:a16="http://schemas.microsoft.com/office/drawing/2014/main" id="{15711193-D43B-B596-754D-8D168544FA6A}"/>
              </a:ext>
            </a:extLst>
          </p:cNvPr>
          <p:cNvSpPr txBox="1">
            <a:spLocks noChangeArrowheads="1"/>
          </p:cNvSpPr>
          <p:nvPr/>
        </p:nvSpPr>
        <p:spPr bwMode="auto">
          <a:xfrm>
            <a:off x="6372225" y="5157788"/>
            <a:ext cx="213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a:t>Speech recognition</a:t>
            </a:r>
          </a:p>
        </p:txBody>
      </p:sp>
      <p:pic>
        <p:nvPicPr>
          <p:cNvPr id="9229" name="Picture 13">
            <a:extLst>
              <a:ext uri="{FF2B5EF4-FFF2-40B4-BE49-F238E27FC236}">
                <a16:creationId xmlns:a16="http://schemas.microsoft.com/office/drawing/2014/main" id="{B94816FF-E30A-726E-95A4-A8F8193D87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3391756">
            <a:off x="2443957" y="1524794"/>
            <a:ext cx="525462" cy="1454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6">
            <a:extLst>
              <a:ext uri="{FF2B5EF4-FFF2-40B4-BE49-F238E27FC236}">
                <a16:creationId xmlns:a16="http://schemas.microsoft.com/office/drawing/2014/main" id="{E2187198-0CFF-4D1A-B06E-5A5BEBD17ECC}"/>
              </a:ext>
            </a:extLst>
          </p:cNvPr>
          <p:cNvSpPr>
            <a:spLocks noGrp="1"/>
          </p:cNvSpPr>
          <p:nvPr>
            <p:ph type="sldNum" sz="quarter" idx="12"/>
          </p:nvPr>
        </p:nvSpPr>
        <p:spPr/>
        <p:txBody>
          <a:bodyPr/>
          <a:lstStyle/>
          <a:p>
            <a:fld id="{FC78525E-340D-4694-9E3B-A045187847F2}" type="slidenum">
              <a:rPr lang="en-GB" altLang="en-US"/>
              <a:pPr/>
              <a:t>9</a:t>
            </a:fld>
            <a:r>
              <a:rPr lang="en-GB" altLang="en-US"/>
              <a:t>/34</a:t>
            </a:r>
          </a:p>
        </p:txBody>
      </p:sp>
      <p:sp>
        <p:nvSpPr>
          <p:cNvPr id="3074" name="Rectangle 2">
            <a:extLst>
              <a:ext uri="{FF2B5EF4-FFF2-40B4-BE49-F238E27FC236}">
                <a16:creationId xmlns:a16="http://schemas.microsoft.com/office/drawing/2014/main" id="{4CA56AEA-EEF1-CAA9-004B-C409885C75FF}"/>
              </a:ext>
            </a:extLst>
          </p:cNvPr>
          <p:cNvSpPr>
            <a:spLocks noGrp="1" noChangeArrowheads="1"/>
          </p:cNvSpPr>
          <p:nvPr>
            <p:ph type="title"/>
          </p:nvPr>
        </p:nvSpPr>
        <p:spPr/>
        <p:txBody>
          <a:bodyPr/>
          <a:lstStyle/>
          <a:p>
            <a:r>
              <a:rPr lang="en-GB" altLang="en-US"/>
              <a:t>What’s hard about that?</a:t>
            </a:r>
          </a:p>
        </p:txBody>
      </p:sp>
      <p:sp>
        <p:nvSpPr>
          <p:cNvPr id="3076" name="Rectangle 4">
            <a:extLst>
              <a:ext uri="{FF2B5EF4-FFF2-40B4-BE49-F238E27FC236}">
                <a16:creationId xmlns:a16="http://schemas.microsoft.com/office/drawing/2014/main" id="{D5B8B6DF-6370-6120-5390-5C5DB8E05881}"/>
              </a:ext>
            </a:extLst>
          </p:cNvPr>
          <p:cNvSpPr>
            <a:spLocks noGrp="1" noChangeArrowheads="1"/>
          </p:cNvSpPr>
          <p:nvPr>
            <p:ph type="body" sz="half" idx="2"/>
          </p:nvPr>
        </p:nvSpPr>
        <p:spPr>
          <a:xfrm>
            <a:off x="684213" y="1600200"/>
            <a:ext cx="8208962" cy="4924425"/>
          </a:xfrm>
        </p:spPr>
        <p:txBody>
          <a:bodyPr/>
          <a:lstStyle/>
          <a:p>
            <a:pPr>
              <a:lnSpc>
                <a:spcPct val="90000"/>
              </a:lnSpc>
            </a:pPr>
            <a:r>
              <a:rPr lang="en-GB" altLang="en-US" sz="2000" dirty="0"/>
              <a:t>Digitization</a:t>
            </a:r>
          </a:p>
          <a:p>
            <a:pPr lvl="1">
              <a:lnSpc>
                <a:spcPct val="90000"/>
              </a:lnSpc>
            </a:pPr>
            <a:r>
              <a:rPr lang="en-GB" altLang="en-US" sz="1800" dirty="0"/>
              <a:t>Converting analogue signal into digital representation</a:t>
            </a:r>
          </a:p>
          <a:p>
            <a:pPr>
              <a:lnSpc>
                <a:spcPct val="90000"/>
              </a:lnSpc>
            </a:pPr>
            <a:r>
              <a:rPr lang="en-GB" altLang="en-US" sz="2000" dirty="0"/>
              <a:t>Signal processing </a:t>
            </a:r>
          </a:p>
          <a:p>
            <a:pPr lvl="1">
              <a:lnSpc>
                <a:spcPct val="90000"/>
              </a:lnSpc>
            </a:pPr>
            <a:r>
              <a:rPr lang="en-GB" altLang="en-US" sz="1800" dirty="0"/>
              <a:t> Separating speech from background noise</a:t>
            </a:r>
          </a:p>
          <a:p>
            <a:pPr>
              <a:lnSpc>
                <a:spcPct val="90000"/>
              </a:lnSpc>
            </a:pPr>
            <a:r>
              <a:rPr lang="en-GB" altLang="en-US" sz="2000" dirty="0"/>
              <a:t>Phonetics</a:t>
            </a:r>
          </a:p>
          <a:p>
            <a:pPr lvl="1">
              <a:lnSpc>
                <a:spcPct val="90000"/>
              </a:lnSpc>
            </a:pPr>
            <a:r>
              <a:rPr lang="en-GB" altLang="en-US" sz="1800" dirty="0"/>
              <a:t>Variability in human speech</a:t>
            </a:r>
          </a:p>
          <a:p>
            <a:pPr>
              <a:lnSpc>
                <a:spcPct val="90000"/>
              </a:lnSpc>
            </a:pPr>
            <a:r>
              <a:rPr lang="en-GB" altLang="en-US" sz="2000" dirty="0"/>
              <a:t>Phonology</a:t>
            </a:r>
          </a:p>
          <a:p>
            <a:pPr lvl="1">
              <a:lnSpc>
                <a:spcPct val="90000"/>
              </a:lnSpc>
            </a:pPr>
            <a:r>
              <a:rPr lang="en-GB" altLang="en-US" sz="1800" dirty="0"/>
              <a:t>Recognizing individual sound distinctions (similar phonemes)</a:t>
            </a:r>
          </a:p>
          <a:p>
            <a:pPr>
              <a:lnSpc>
                <a:spcPct val="90000"/>
              </a:lnSpc>
            </a:pPr>
            <a:r>
              <a:rPr lang="en-GB" altLang="en-US" sz="2000" dirty="0"/>
              <a:t>Lexicology and syntax</a:t>
            </a:r>
          </a:p>
          <a:p>
            <a:pPr lvl="1">
              <a:lnSpc>
                <a:spcPct val="90000"/>
              </a:lnSpc>
            </a:pPr>
            <a:r>
              <a:rPr lang="en-GB" altLang="en-US" sz="1800" dirty="0"/>
              <a:t>Disambiguating homophones</a:t>
            </a:r>
          </a:p>
          <a:p>
            <a:pPr lvl="1">
              <a:lnSpc>
                <a:spcPct val="90000"/>
              </a:lnSpc>
            </a:pPr>
            <a:r>
              <a:rPr lang="en-GB" altLang="en-US" sz="1800" dirty="0"/>
              <a:t>Features of continuous speech</a:t>
            </a:r>
          </a:p>
          <a:p>
            <a:pPr>
              <a:lnSpc>
                <a:spcPct val="90000"/>
              </a:lnSpc>
            </a:pPr>
            <a:r>
              <a:rPr lang="en-GB" altLang="en-US" sz="2000" dirty="0"/>
              <a:t>Syntax and pragmatics</a:t>
            </a:r>
          </a:p>
          <a:p>
            <a:pPr lvl="1">
              <a:lnSpc>
                <a:spcPct val="90000"/>
              </a:lnSpc>
            </a:pPr>
            <a:r>
              <a:rPr lang="en-GB" altLang="en-US" sz="1800" dirty="0"/>
              <a:t>Interpreting prosodic features</a:t>
            </a:r>
          </a:p>
          <a:p>
            <a:pPr>
              <a:lnSpc>
                <a:spcPct val="90000"/>
              </a:lnSpc>
            </a:pPr>
            <a:r>
              <a:rPr lang="en-GB" altLang="en-US" sz="2000" dirty="0"/>
              <a:t>Pragmatics</a:t>
            </a:r>
          </a:p>
          <a:p>
            <a:pPr lvl="1">
              <a:lnSpc>
                <a:spcPct val="90000"/>
              </a:lnSpc>
            </a:pPr>
            <a:r>
              <a:rPr lang="en-GB" altLang="en-US" sz="1800" dirty="0"/>
              <a:t>Filtering of performance errors (disfluencies)</a:t>
            </a:r>
          </a:p>
          <a:p>
            <a:pPr lvl="1">
              <a:lnSpc>
                <a:spcPct val="90000"/>
              </a:lnSpc>
            </a:pPr>
            <a:endParaRPr lang="en-GB" altLang="en-US" sz="1800" dirty="0"/>
          </a:p>
          <a:p>
            <a:pPr lvl="1">
              <a:lnSpc>
                <a:spcPct val="90000"/>
              </a:lnSpc>
              <a:buFontTx/>
              <a:buNone/>
            </a:pPr>
            <a:endParaRPr lang="en-GB" altLang="en-US" sz="1800" dirty="0"/>
          </a:p>
          <a:p>
            <a:pPr lvl="1">
              <a:lnSpc>
                <a:spcPct val="90000"/>
              </a:lnSpc>
            </a:pPr>
            <a:endParaRPr lang="en-GB" alt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06DB866B-32FB-038E-EB7A-5FC7918042E1}"/>
              </a:ext>
            </a:extLst>
          </p:cNvPr>
          <p:cNvSpPr>
            <a:spLocks noGrp="1"/>
          </p:cNvSpPr>
          <p:nvPr>
            <p:ph type="sldNum" sz="quarter" idx="12"/>
          </p:nvPr>
        </p:nvSpPr>
        <p:spPr/>
        <p:txBody>
          <a:bodyPr/>
          <a:lstStyle/>
          <a:p>
            <a:fld id="{D0586002-D4E9-4A4B-B050-4CD3F3C8B5F7}" type="slidenum">
              <a:rPr lang="en-GB" altLang="en-US"/>
              <a:pPr/>
              <a:t>10</a:t>
            </a:fld>
            <a:r>
              <a:rPr lang="en-GB" altLang="en-US"/>
              <a:t>/34</a:t>
            </a:r>
          </a:p>
        </p:txBody>
      </p:sp>
      <p:sp>
        <p:nvSpPr>
          <p:cNvPr id="49154" name="Rectangle 2">
            <a:extLst>
              <a:ext uri="{FF2B5EF4-FFF2-40B4-BE49-F238E27FC236}">
                <a16:creationId xmlns:a16="http://schemas.microsoft.com/office/drawing/2014/main" id="{AE0E55E1-6175-EDA3-5E89-CEE28D309BBD}"/>
              </a:ext>
            </a:extLst>
          </p:cNvPr>
          <p:cNvSpPr>
            <a:spLocks noGrp="1" noChangeArrowheads="1"/>
          </p:cNvSpPr>
          <p:nvPr>
            <p:ph type="title"/>
          </p:nvPr>
        </p:nvSpPr>
        <p:spPr/>
        <p:txBody>
          <a:bodyPr/>
          <a:lstStyle/>
          <a:p>
            <a:r>
              <a:rPr lang="en-GB" altLang="en-US"/>
              <a:t>Digitization</a:t>
            </a:r>
          </a:p>
        </p:txBody>
      </p:sp>
      <p:sp>
        <p:nvSpPr>
          <p:cNvPr id="49155" name="Rectangle 3">
            <a:extLst>
              <a:ext uri="{FF2B5EF4-FFF2-40B4-BE49-F238E27FC236}">
                <a16:creationId xmlns:a16="http://schemas.microsoft.com/office/drawing/2014/main" id="{599BC86A-3D3C-8459-30EB-F7E6A4224618}"/>
              </a:ext>
            </a:extLst>
          </p:cNvPr>
          <p:cNvSpPr>
            <a:spLocks noGrp="1" noChangeArrowheads="1"/>
          </p:cNvSpPr>
          <p:nvPr>
            <p:ph type="body" idx="1"/>
          </p:nvPr>
        </p:nvSpPr>
        <p:spPr/>
        <p:txBody>
          <a:bodyPr/>
          <a:lstStyle/>
          <a:p>
            <a:pPr algn="just">
              <a:lnSpc>
                <a:spcPct val="90000"/>
              </a:lnSpc>
            </a:pPr>
            <a:r>
              <a:rPr lang="en-GB" altLang="en-US" sz="2400" dirty="0"/>
              <a:t>Analogue to digital conversion </a:t>
            </a:r>
          </a:p>
          <a:p>
            <a:pPr algn="just">
              <a:lnSpc>
                <a:spcPct val="90000"/>
              </a:lnSpc>
            </a:pPr>
            <a:r>
              <a:rPr lang="en-GB" altLang="en-US" sz="2400" dirty="0"/>
              <a:t>Sampling and quantizing</a:t>
            </a:r>
          </a:p>
          <a:p>
            <a:pPr algn="just">
              <a:lnSpc>
                <a:spcPct val="90000"/>
              </a:lnSpc>
            </a:pPr>
            <a:r>
              <a:rPr lang="en-GB" altLang="en-US" sz="2400" dirty="0"/>
              <a:t>Use filters to measure energy levels for various points on the frequency spectrum</a:t>
            </a:r>
          </a:p>
          <a:p>
            <a:pPr algn="just">
              <a:lnSpc>
                <a:spcPct val="90000"/>
              </a:lnSpc>
            </a:pPr>
            <a:r>
              <a:rPr lang="en-GB" altLang="en-US" sz="2400" dirty="0"/>
              <a:t>Knowing the relative importance of different frequency bands (for speech) makes this process more efficient</a:t>
            </a:r>
          </a:p>
          <a:p>
            <a:pPr algn="just">
              <a:lnSpc>
                <a:spcPct val="90000"/>
              </a:lnSpc>
            </a:pPr>
            <a:r>
              <a:rPr lang="en-GB" altLang="en-US" sz="2400" dirty="0"/>
              <a:t>E.g. high frequency sounds are less informative, so can be sampled using a broader bandwidth (log scale)</a:t>
            </a:r>
          </a:p>
          <a:p>
            <a:pPr>
              <a:lnSpc>
                <a:spcPct val="90000"/>
              </a:lnSpc>
            </a:pPr>
            <a:endParaRPr lang="en-GB"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145CD8AC-47D5-8855-5F37-AA1D7B192F0D}"/>
              </a:ext>
            </a:extLst>
          </p:cNvPr>
          <p:cNvSpPr>
            <a:spLocks noGrp="1"/>
          </p:cNvSpPr>
          <p:nvPr>
            <p:ph type="sldNum" sz="quarter" idx="12"/>
          </p:nvPr>
        </p:nvSpPr>
        <p:spPr/>
        <p:txBody>
          <a:bodyPr/>
          <a:lstStyle/>
          <a:p>
            <a:fld id="{04A7380B-CF6B-4F4D-AC81-58AF519B1560}" type="slidenum">
              <a:rPr lang="en-GB" altLang="en-US"/>
              <a:pPr/>
              <a:t>11</a:t>
            </a:fld>
            <a:r>
              <a:rPr lang="en-GB" altLang="en-US"/>
              <a:t>/34</a:t>
            </a:r>
          </a:p>
        </p:txBody>
      </p:sp>
      <p:sp>
        <p:nvSpPr>
          <p:cNvPr id="14338" name="Rectangle 2">
            <a:extLst>
              <a:ext uri="{FF2B5EF4-FFF2-40B4-BE49-F238E27FC236}">
                <a16:creationId xmlns:a16="http://schemas.microsoft.com/office/drawing/2014/main" id="{689CF8F1-CAFD-1C08-A9F6-47AF6350B1CA}"/>
              </a:ext>
            </a:extLst>
          </p:cNvPr>
          <p:cNvSpPr>
            <a:spLocks noGrp="1" noChangeArrowheads="1"/>
          </p:cNvSpPr>
          <p:nvPr>
            <p:ph type="title"/>
          </p:nvPr>
        </p:nvSpPr>
        <p:spPr/>
        <p:txBody>
          <a:bodyPr/>
          <a:lstStyle/>
          <a:p>
            <a:r>
              <a:rPr lang="en-GB" altLang="en-US" sz="4000"/>
              <a:t>Separating speech from background noise</a:t>
            </a:r>
          </a:p>
        </p:txBody>
      </p:sp>
      <p:sp>
        <p:nvSpPr>
          <p:cNvPr id="14339" name="Rectangle 3">
            <a:extLst>
              <a:ext uri="{FF2B5EF4-FFF2-40B4-BE49-F238E27FC236}">
                <a16:creationId xmlns:a16="http://schemas.microsoft.com/office/drawing/2014/main" id="{86106935-149C-B9E3-3773-60C8E76A4696}"/>
              </a:ext>
            </a:extLst>
          </p:cNvPr>
          <p:cNvSpPr>
            <a:spLocks noGrp="1" noChangeArrowheads="1"/>
          </p:cNvSpPr>
          <p:nvPr>
            <p:ph type="body" idx="1"/>
          </p:nvPr>
        </p:nvSpPr>
        <p:spPr>
          <a:xfrm>
            <a:off x="457200" y="1600200"/>
            <a:ext cx="8229600" cy="2692400"/>
          </a:xfrm>
        </p:spPr>
        <p:txBody>
          <a:bodyPr/>
          <a:lstStyle/>
          <a:p>
            <a:pPr algn="just"/>
            <a:r>
              <a:rPr lang="en-GB" altLang="en-US" sz="2800" dirty="0"/>
              <a:t>Noise cancelling microphones</a:t>
            </a:r>
          </a:p>
          <a:p>
            <a:pPr lvl="1" algn="just"/>
            <a:r>
              <a:rPr lang="en-GB" altLang="en-US" sz="2400" dirty="0"/>
              <a:t>Two mics, one facing speaker, the other facing away</a:t>
            </a:r>
          </a:p>
          <a:p>
            <a:pPr lvl="1" algn="just"/>
            <a:r>
              <a:rPr lang="en-GB" altLang="en-US" sz="2400" dirty="0"/>
              <a:t>Ambient noise is roughly same for both mics</a:t>
            </a:r>
          </a:p>
          <a:p>
            <a:pPr algn="just"/>
            <a:r>
              <a:rPr lang="en-GB" altLang="en-US" sz="2800" dirty="0"/>
              <a:t>Knowing which bits of the signal relate to speech</a:t>
            </a:r>
          </a:p>
          <a:p>
            <a:pPr lvl="1" algn="just"/>
            <a:r>
              <a:rPr lang="en-GB" altLang="en-US" sz="2400" dirty="0"/>
              <a:t>Spectrograph analysis</a:t>
            </a:r>
          </a:p>
          <a:p>
            <a:pPr lvl="1"/>
            <a:endParaRPr lang="en-GB" altLang="en-US" sz="2400" dirty="0"/>
          </a:p>
        </p:txBody>
      </p:sp>
      <p:pic>
        <p:nvPicPr>
          <p:cNvPr id="14340" name="Picture 4">
            <a:extLst>
              <a:ext uri="{FF2B5EF4-FFF2-40B4-BE49-F238E27FC236}">
                <a16:creationId xmlns:a16="http://schemas.microsoft.com/office/drawing/2014/main" id="{2580FF54-AAD6-CDBD-138B-773331C90C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076700"/>
            <a:ext cx="6192838" cy="2530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C3E2716-248B-4FEB-75A4-DE8BA8421A5E}"/>
              </a:ext>
            </a:extLst>
          </p:cNvPr>
          <p:cNvSpPr>
            <a:spLocks noGrp="1"/>
          </p:cNvSpPr>
          <p:nvPr>
            <p:ph type="sldNum" sz="quarter" idx="12"/>
          </p:nvPr>
        </p:nvSpPr>
        <p:spPr/>
        <p:txBody>
          <a:bodyPr/>
          <a:lstStyle/>
          <a:p>
            <a:fld id="{545B6B6D-6EBE-48FD-92E8-D51EE09489EE}" type="slidenum">
              <a:rPr lang="en-GB" altLang="en-US"/>
              <a:pPr/>
              <a:t>12</a:t>
            </a:fld>
            <a:r>
              <a:rPr lang="en-GB" altLang="en-US"/>
              <a:t>/34</a:t>
            </a:r>
          </a:p>
        </p:txBody>
      </p:sp>
      <p:sp>
        <p:nvSpPr>
          <p:cNvPr id="17410" name="Rectangle 2">
            <a:extLst>
              <a:ext uri="{FF2B5EF4-FFF2-40B4-BE49-F238E27FC236}">
                <a16:creationId xmlns:a16="http://schemas.microsoft.com/office/drawing/2014/main" id="{699A87A1-0859-6F88-4687-EA6C15123456}"/>
              </a:ext>
            </a:extLst>
          </p:cNvPr>
          <p:cNvSpPr>
            <a:spLocks noGrp="1" noChangeArrowheads="1"/>
          </p:cNvSpPr>
          <p:nvPr>
            <p:ph type="title"/>
          </p:nvPr>
        </p:nvSpPr>
        <p:spPr/>
        <p:txBody>
          <a:bodyPr/>
          <a:lstStyle/>
          <a:p>
            <a:r>
              <a:rPr lang="en-GB" altLang="en-US"/>
              <a:t>Variability in individuals’ speech</a:t>
            </a:r>
          </a:p>
        </p:txBody>
      </p:sp>
      <p:sp>
        <p:nvSpPr>
          <p:cNvPr id="17411" name="Rectangle 3">
            <a:extLst>
              <a:ext uri="{FF2B5EF4-FFF2-40B4-BE49-F238E27FC236}">
                <a16:creationId xmlns:a16="http://schemas.microsoft.com/office/drawing/2014/main" id="{1E3DBFBE-B73D-F728-E995-DCF5E43D3156}"/>
              </a:ext>
            </a:extLst>
          </p:cNvPr>
          <p:cNvSpPr>
            <a:spLocks noGrp="1" noChangeArrowheads="1"/>
          </p:cNvSpPr>
          <p:nvPr>
            <p:ph type="body" idx="1"/>
          </p:nvPr>
        </p:nvSpPr>
        <p:spPr/>
        <p:txBody>
          <a:bodyPr/>
          <a:lstStyle/>
          <a:p>
            <a:pPr algn="just"/>
            <a:r>
              <a:rPr lang="en-GB" altLang="en-US" sz="2800" dirty="0"/>
              <a:t>Variation among speakers due to</a:t>
            </a:r>
          </a:p>
          <a:p>
            <a:pPr lvl="1" algn="just"/>
            <a:r>
              <a:rPr lang="en-GB" altLang="en-US" sz="2400" dirty="0"/>
              <a:t>Vocal range (f0, and pitch </a:t>
            </a:r>
            <a:r>
              <a:rPr lang="en-GB" altLang="en-US" sz="2400" u="sng" dirty="0"/>
              <a:t>range</a:t>
            </a:r>
            <a:r>
              <a:rPr lang="en-GB" altLang="en-US" sz="2400" dirty="0"/>
              <a:t> – see later)</a:t>
            </a:r>
          </a:p>
          <a:p>
            <a:pPr lvl="1" algn="just"/>
            <a:r>
              <a:rPr lang="en-GB" altLang="en-US" sz="2400" dirty="0"/>
              <a:t>Voice quality (growl, whisper, physiological elements such as nasality, </a:t>
            </a:r>
            <a:r>
              <a:rPr lang="en-GB" altLang="en-US" sz="2400" dirty="0" err="1"/>
              <a:t>adenoidality</a:t>
            </a:r>
            <a:r>
              <a:rPr lang="en-GB" altLang="en-US" sz="2400" dirty="0"/>
              <a:t>, etc)</a:t>
            </a:r>
          </a:p>
          <a:p>
            <a:pPr lvl="1" algn="just"/>
            <a:r>
              <a:rPr lang="en-GB" altLang="en-US" sz="2400" dirty="0"/>
              <a:t>ACCENT !!! (especially vowel systems, but also consonants, allophones, etc.)</a:t>
            </a:r>
          </a:p>
          <a:p>
            <a:pPr algn="just"/>
            <a:r>
              <a:rPr lang="en-GB" altLang="en-US" sz="2800" dirty="0"/>
              <a:t>Variation within speakers due to</a:t>
            </a:r>
          </a:p>
          <a:p>
            <a:pPr lvl="1" algn="just"/>
            <a:r>
              <a:rPr lang="en-GB" altLang="en-US" sz="2400" dirty="0"/>
              <a:t>Health, emotional state</a:t>
            </a:r>
          </a:p>
          <a:p>
            <a:pPr lvl="1" algn="just"/>
            <a:r>
              <a:rPr lang="en-GB" altLang="en-US" sz="2400" dirty="0"/>
              <a:t>Ambient conditions</a:t>
            </a:r>
          </a:p>
          <a:p>
            <a:pPr algn="just"/>
            <a:r>
              <a:rPr lang="en-GB" altLang="en-US" sz="2800" dirty="0"/>
              <a:t>Speech style: formal read vs spontaneous</a:t>
            </a:r>
          </a:p>
          <a:p>
            <a:pPr lvl="1"/>
            <a:endParaRPr lang="en-GB"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77F63CDF-5ECB-9406-566C-056A742D2D0A}"/>
              </a:ext>
            </a:extLst>
          </p:cNvPr>
          <p:cNvSpPr>
            <a:spLocks noGrp="1"/>
          </p:cNvSpPr>
          <p:nvPr>
            <p:ph type="sldNum" sz="quarter" idx="12"/>
          </p:nvPr>
        </p:nvSpPr>
        <p:spPr/>
        <p:txBody>
          <a:bodyPr/>
          <a:lstStyle/>
          <a:p>
            <a:fld id="{A824A493-D197-4B94-96D7-0AA27936F260}" type="slidenum">
              <a:rPr lang="en-GB" altLang="en-US"/>
              <a:pPr/>
              <a:t>13</a:t>
            </a:fld>
            <a:r>
              <a:rPr lang="en-GB" altLang="en-US"/>
              <a:t>/34</a:t>
            </a:r>
          </a:p>
        </p:txBody>
      </p:sp>
      <p:sp>
        <p:nvSpPr>
          <p:cNvPr id="20482" name="Rectangle 2">
            <a:extLst>
              <a:ext uri="{FF2B5EF4-FFF2-40B4-BE49-F238E27FC236}">
                <a16:creationId xmlns:a16="http://schemas.microsoft.com/office/drawing/2014/main" id="{CA099CB3-05E7-CA63-E16A-C50B36EF1A12}"/>
              </a:ext>
            </a:extLst>
          </p:cNvPr>
          <p:cNvSpPr>
            <a:spLocks noGrp="1" noChangeArrowheads="1"/>
          </p:cNvSpPr>
          <p:nvPr>
            <p:ph type="title"/>
          </p:nvPr>
        </p:nvSpPr>
        <p:spPr/>
        <p:txBody>
          <a:bodyPr/>
          <a:lstStyle/>
          <a:p>
            <a:r>
              <a:rPr lang="en-GB" altLang="en-US"/>
              <a:t>Speaker-(in)dependent systems</a:t>
            </a:r>
          </a:p>
        </p:txBody>
      </p:sp>
      <p:sp>
        <p:nvSpPr>
          <p:cNvPr id="20483" name="Rectangle 3">
            <a:extLst>
              <a:ext uri="{FF2B5EF4-FFF2-40B4-BE49-F238E27FC236}">
                <a16:creationId xmlns:a16="http://schemas.microsoft.com/office/drawing/2014/main" id="{3B11BD0D-00CE-30D8-7E04-38B4932EAAD9}"/>
              </a:ext>
            </a:extLst>
          </p:cNvPr>
          <p:cNvSpPr>
            <a:spLocks noGrp="1" noChangeArrowheads="1"/>
          </p:cNvSpPr>
          <p:nvPr>
            <p:ph type="body" idx="1"/>
          </p:nvPr>
        </p:nvSpPr>
        <p:spPr>
          <a:xfrm>
            <a:off x="468313" y="1557338"/>
            <a:ext cx="8229600" cy="4857750"/>
          </a:xfrm>
        </p:spPr>
        <p:txBody>
          <a:bodyPr/>
          <a:lstStyle/>
          <a:p>
            <a:pPr algn="just">
              <a:lnSpc>
                <a:spcPct val="90000"/>
              </a:lnSpc>
            </a:pPr>
            <a:r>
              <a:rPr lang="en-GB" altLang="en-US" sz="2400" dirty="0"/>
              <a:t>Speaker-dependent systems</a:t>
            </a:r>
          </a:p>
          <a:p>
            <a:pPr lvl="1" algn="just">
              <a:lnSpc>
                <a:spcPct val="90000"/>
              </a:lnSpc>
            </a:pPr>
            <a:r>
              <a:rPr lang="en-GB" altLang="en-US" sz="2000" dirty="0"/>
              <a:t>Require “training” to “teach” the system your individual </a:t>
            </a:r>
            <a:r>
              <a:rPr lang="en-GB" altLang="en-US" sz="2000" dirty="0" err="1"/>
              <a:t>idiosyncracies</a:t>
            </a:r>
            <a:endParaRPr lang="en-GB" altLang="en-US" sz="2000" dirty="0"/>
          </a:p>
          <a:p>
            <a:pPr lvl="2" algn="just">
              <a:lnSpc>
                <a:spcPct val="90000"/>
              </a:lnSpc>
            </a:pPr>
            <a:r>
              <a:rPr lang="en-GB" altLang="en-US" sz="1800" dirty="0"/>
              <a:t>The more the merrier, but typically nowadays 5 or 10 minutes is enough</a:t>
            </a:r>
          </a:p>
          <a:p>
            <a:pPr lvl="2" algn="just">
              <a:lnSpc>
                <a:spcPct val="90000"/>
              </a:lnSpc>
            </a:pPr>
            <a:r>
              <a:rPr lang="en-GB" altLang="en-US" sz="1800" dirty="0"/>
              <a:t>User asked to pronounce some key words which allow computer to infer details of the user’s accent and voice</a:t>
            </a:r>
          </a:p>
          <a:p>
            <a:pPr lvl="2" algn="just">
              <a:lnSpc>
                <a:spcPct val="90000"/>
              </a:lnSpc>
            </a:pPr>
            <a:r>
              <a:rPr lang="en-GB" altLang="en-US" sz="1800" dirty="0"/>
              <a:t>Fortunately, languages are generally systematic</a:t>
            </a:r>
          </a:p>
          <a:p>
            <a:pPr lvl="1" algn="just">
              <a:lnSpc>
                <a:spcPct val="90000"/>
              </a:lnSpc>
            </a:pPr>
            <a:r>
              <a:rPr lang="en-GB" altLang="en-US" sz="2000" dirty="0"/>
              <a:t>More robust</a:t>
            </a:r>
          </a:p>
          <a:p>
            <a:pPr lvl="1" algn="just">
              <a:lnSpc>
                <a:spcPct val="90000"/>
              </a:lnSpc>
            </a:pPr>
            <a:r>
              <a:rPr lang="en-GB" altLang="en-US" sz="2000" dirty="0"/>
              <a:t>But less convenient</a:t>
            </a:r>
          </a:p>
          <a:p>
            <a:pPr lvl="1" algn="just">
              <a:lnSpc>
                <a:spcPct val="90000"/>
              </a:lnSpc>
            </a:pPr>
            <a:r>
              <a:rPr lang="en-GB" altLang="en-US" sz="2000" dirty="0"/>
              <a:t>And obviously less portable</a:t>
            </a:r>
          </a:p>
          <a:p>
            <a:pPr algn="just">
              <a:lnSpc>
                <a:spcPct val="90000"/>
              </a:lnSpc>
            </a:pPr>
            <a:r>
              <a:rPr lang="en-GB" altLang="en-US" sz="2400" dirty="0"/>
              <a:t>Speaker-independent systems</a:t>
            </a:r>
          </a:p>
          <a:p>
            <a:pPr lvl="1" algn="just">
              <a:lnSpc>
                <a:spcPct val="90000"/>
              </a:lnSpc>
            </a:pPr>
            <a:r>
              <a:rPr lang="en-GB" altLang="en-US" sz="2000" dirty="0"/>
              <a:t>Language coverage is reduced to compensate need to be flexible in phoneme identification</a:t>
            </a:r>
          </a:p>
          <a:p>
            <a:pPr lvl="1" algn="just">
              <a:lnSpc>
                <a:spcPct val="90000"/>
              </a:lnSpc>
            </a:pPr>
            <a:r>
              <a:rPr lang="en-GB" altLang="en-US" sz="2000" dirty="0"/>
              <a:t>Clever compromise is to learn on the fly</a:t>
            </a:r>
          </a:p>
          <a:p>
            <a:pPr lvl="1">
              <a:lnSpc>
                <a:spcPct val="90000"/>
              </a:lnSpc>
            </a:pPr>
            <a:endParaRPr lang="en-GB" alt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C3C3763-0411-E082-2101-C52FDAF03DB3}"/>
              </a:ext>
            </a:extLst>
          </p:cNvPr>
          <p:cNvSpPr>
            <a:spLocks noGrp="1"/>
          </p:cNvSpPr>
          <p:nvPr>
            <p:ph type="sldNum" sz="quarter" idx="12"/>
          </p:nvPr>
        </p:nvSpPr>
        <p:spPr/>
        <p:txBody>
          <a:bodyPr/>
          <a:lstStyle/>
          <a:p>
            <a:fld id="{0D861B94-DF65-4FB2-A367-E422662584D9}" type="slidenum">
              <a:rPr lang="en-GB" altLang="en-US"/>
              <a:pPr/>
              <a:t>14</a:t>
            </a:fld>
            <a:r>
              <a:rPr lang="en-GB" altLang="en-US"/>
              <a:t>/34</a:t>
            </a:r>
          </a:p>
        </p:txBody>
      </p:sp>
      <p:sp>
        <p:nvSpPr>
          <p:cNvPr id="16386" name="Rectangle 2">
            <a:extLst>
              <a:ext uri="{FF2B5EF4-FFF2-40B4-BE49-F238E27FC236}">
                <a16:creationId xmlns:a16="http://schemas.microsoft.com/office/drawing/2014/main" id="{5A69E95A-9234-9CD3-7FDE-F7C467C7738C}"/>
              </a:ext>
            </a:extLst>
          </p:cNvPr>
          <p:cNvSpPr>
            <a:spLocks noGrp="1" noChangeArrowheads="1"/>
          </p:cNvSpPr>
          <p:nvPr>
            <p:ph type="title"/>
          </p:nvPr>
        </p:nvSpPr>
        <p:spPr/>
        <p:txBody>
          <a:bodyPr/>
          <a:lstStyle/>
          <a:p>
            <a:r>
              <a:rPr lang="en-GB" altLang="en-US"/>
              <a:t>Identifying phonemes</a:t>
            </a:r>
          </a:p>
        </p:txBody>
      </p:sp>
      <p:sp>
        <p:nvSpPr>
          <p:cNvPr id="16387" name="Rectangle 3">
            <a:extLst>
              <a:ext uri="{FF2B5EF4-FFF2-40B4-BE49-F238E27FC236}">
                <a16:creationId xmlns:a16="http://schemas.microsoft.com/office/drawing/2014/main" id="{04A70E15-2427-5DB7-CD2A-D64A7CC6EC9F}"/>
              </a:ext>
            </a:extLst>
          </p:cNvPr>
          <p:cNvSpPr>
            <a:spLocks noGrp="1" noChangeArrowheads="1"/>
          </p:cNvSpPr>
          <p:nvPr>
            <p:ph type="body" idx="1"/>
          </p:nvPr>
        </p:nvSpPr>
        <p:spPr/>
        <p:txBody>
          <a:bodyPr/>
          <a:lstStyle/>
          <a:p>
            <a:pPr algn="just"/>
            <a:r>
              <a:rPr lang="en-GB" altLang="en-US" dirty="0"/>
              <a:t>Differences between some phonemes are sometimes very small</a:t>
            </a:r>
          </a:p>
          <a:p>
            <a:pPr lvl="1" algn="just"/>
            <a:r>
              <a:rPr lang="en-GB" altLang="en-US" dirty="0"/>
              <a:t>May be reflected in speech signal (</a:t>
            </a:r>
            <a:r>
              <a:rPr lang="en-GB" altLang="en-US" dirty="0" err="1"/>
              <a:t>eg</a:t>
            </a:r>
            <a:r>
              <a:rPr lang="en-GB" altLang="en-US" dirty="0"/>
              <a:t> vowels have more or less distinctive f1 and f2)</a:t>
            </a:r>
          </a:p>
          <a:p>
            <a:pPr lvl="1" algn="just"/>
            <a:r>
              <a:rPr lang="en-GB" altLang="en-US" dirty="0"/>
              <a:t>Often show up in coarticulation effects (transition to next sound)</a:t>
            </a:r>
          </a:p>
          <a:p>
            <a:pPr lvl="2" algn="just"/>
            <a:r>
              <a:rPr lang="en-GB" altLang="en-US" dirty="0"/>
              <a:t>e.g. aspiration of voiceless stops in English</a:t>
            </a:r>
          </a:p>
          <a:p>
            <a:pPr lvl="1" algn="just"/>
            <a:r>
              <a:rPr lang="en-GB" altLang="en-US" dirty="0"/>
              <a:t>Allophonic variation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BE067C1D-7760-8006-D245-2981D3F9C9E0}"/>
              </a:ext>
            </a:extLst>
          </p:cNvPr>
          <p:cNvSpPr>
            <a:spLocks noGrp="1"/>
          </p:cNvSpPr>
          <p:nvPr>
            <p:ph type="sldNum" sz="quarter" idx="12"/>
          </p:nvPr>
        </p:nvSpPr>
        <p:spPr/>
        <p:txBody>
          <a:bodyPr/>
          <a:lstStyle/>
          <a:p>
            <a:fld id="{B3A88A05-D2EA-44D1-9FB4-79ECAECF96DF}" type="slidenum">
              <a:rPr lang="en-GB" altLang="en-US"/>
              <a:pPr/>
              <a:t>15</a:t>
            </a:fld>
            <a:r>
              <a:rPr lang="en-GB" altLang="en-US"/>
              <a:t>/34</a:t>
            </a:r>
          </a:p>
        </p:txBody>
      </p:sp>
      <p:sp>
        <p:nvSpPr>
          <p:cNvPr id="21506" name="Rectangle 2">
            <a:extLst>
              <a:ext uri="{FF2B5EF4-FFF2-40B4-BE49-F238E27FC236}">
                <a16:creationId xmlns:a16="http://schemas.microsoft.com/office/drawing/2014/main" id="{C372F282-07C4-F894-8C44-8BFD17811DC1}"/>
              </a:ext>
            </a:extLst>
          </p:cNvPr>
          <p:cNvSpPr>
            <a:spLocks noGrp="1" noChangeArrowheads="1"/>
          </p:cNvSpPr>
          <p:nvPr>
            <p:ph type="title"/>
          </p:nvPr>
        </p:nvSpPr>
        <p:spPr/>
        <p:txBody>
          <a:bodyPr/>
          <a:lstStyle/>
          <a:p>
            <a:r>
              <a:rPr lang="en-GB" altLang="en-US"/>
              <a:t>Disambiguating homophones</a:t>
            </a:r>
          </a:p>
        </p:txBody>
      </p:sp>
      <p:sp>
        <p:nvSpPr>
          <p:cNvPr id="21507" name="Rectangle 3">
            <a:extLst>
              <a:ext uri="{FF2B5EF4-FFF2-40B4-BE49-F238E27FC236}">
                <a16:creationId xmlns:a16="http://schemas.microsoft.com/office/drawing/2014/main" id="{E1384658-8407-AFDE-7FA9-E9500CB0262B}"/>
              </a:ext>
            </a:extLst>
          </p:cNvPr>
          <p:cNvSpPr>
            <a:spLocks noGrp="1" noChangeArrowheads="1"/>
          </p:cNvSpPr>
          <p:nvPr>
            <p:ph type="body" idx="1"/>
          </p:nvPr>
        </p:nvSpPr>
        <p:spPr/>
        <p:txBody>
          <a:bodyPr/>
          <a:lstStyle/>
          <a:p>
            <a:pPr algn="just"/>
            <a:r>
              <a:rPr lang="en-GB" altLang="en-US" sz="2800" dirty="0"/>
              <a:t>Mostly differences are recognised by humans by context and need to make sense</a:t>
            </a:r>
          </a:p>
          <a:p>
            <a:pPr algn="just">
              <a:buFontTx/>
              <a:buNone/>
            </a:pPr>
            <a:r>
              <a:rPr lang="en-GB" altLang="en-US" sz="2000" i="1" dirty="0"/>
              <a:t>It’s hard to wreck a nice beach</a:t>
            </a:r>
          </a:p>
          <a:p>
            <a:pPr algn="just">
              <a:buFontTx/>
              <a:buNone/>
            </a:pPr>
            <a:r>
              <a:rPr lang="en-GB" altLang="en-US" sz="2000" i="1" dirty="0"/>
              <a:t>What dime’s a neck’s drain to stop port?</a:t>
            </a:r>
          </a:p>
          <a:p>
            <a:pPr algn="just"/>
            <a:r>
              <a:rPr lang="en-GB" altLang="en-US" sz="2800" dirty="0"/>
              <a:t>Systems can only recognize words that are in their lexicon, so limiting the lexicon is an obvious ploy</a:t>
            </a:r>
          </a:p>
          <a:p>
            <a:pPr algn="just"/>
            <a:r>
              <a:rPr lang="en-GB" altLang="en-US" sz="2800" dirty="0"/>
              <a:t>Some ASR systems include a grammar which can help disambiguation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F6D5394-ADE7-FE18-9A54-38BC985B8906}"/>
              </a:ext>
            </a:extLst>
          </p:cNvPr>
          <p:cNvSpPr>
            <a:spLocks noGrp="1"/>
          </p:cNvSpPr>
          <p:nvPr>
            <p:ph type="sldNum" sz="quarter" idx="12"/>
          </p:nvPr>
        </p:nvSpPr>
        <p:spPr/>
        <p:txBody>
          <a:bodyPr/>
          <a:lstStyle/>
          <a:p>
            <a:fld id="{4CD1FB20-EEDB-4A28-8208-C8669DE90DD5}" type="slidenum">
              <a:rPr lang="en-GB" altLang="en-US"/>
              <a:pPr/>
              <a:t>16</a:t>
            </a:fld>
            <a:r>
              <a:rPr lang="en-GB" altLang="en-US"/>
              <a:t>/34</a:t>
            </a:r>
          </a:p>
        </p:txBody>
      </p:sp>
      <p:sp>
        <p:nvSpPr>
          <p:cNvPr id="28674" name="Rectangle 2">
            <a:extLst>
              <a:ext uri="{FF2B5EF4-FFF2-40B4-BE49-F238E27FC236}">
                <a16:creationId xmlns:a16="http://schemas.microsoft.com/office/drawing/2014/main" id="{27B1711C-B03D-275F-00F4-1D5EE74F4889}"/>
              </a:ext>
            </a:extLst>
          </p:cNvPr>
          <p:cNvSpPr>
            <a:spLocks noGrp="1" noChangeArrowheads="1"/>
          </p:cNvSpPr>
          <p:nvPr>
            <p:ph type="title"/>
          </p:nvPr>
        </p:nvSpPr>
        <p:spPr/>
        <p:txBody>
          <a:bodyPr/>
          <a:lstStyle/>
          <a:p>
            <a:r>
              <a:rPr lang="en-GB" altLang="en-US"/>
              <a:t>(Dis)continuous speech</a:t>
            </a:r>
          </a:p>
        </p:txBody>
      </p:sp>
      <p:sp>
        <p:nvSpPr>
          <p:cNvPr id="28675" name="Rectangle 3">
            <a:extLst>
              <a:ext uri="{FF2B5EF4-FFF2-40B4-BE49-F238E27FC236}">
                <a16:creationId xmlns:a16="http://schemas.microsoft.com/office/drawing/2014/main" id="{61DE20C8-EF0E-1B6E-FF9A-B80C3A4C2939}"/>
              </a:ext>
            </a:extLst>
          </p:cNvPr>
          <p:cNvSpPr>
            <a:spLocks noGrp="1" noChangeArrowheads="1"/>
          </p:cNvSpPr>
          <p:nvPr>
            <p:ph type="body" idx="1"/>
          </p:nvPr>
        </p:nvSpPr>
        <p:spPr/>
        <p:txBody>
          <a:bodyPr/>
          <a:lstStyle/>
          <a:p>
            <a:pPr algn="just">
              <a:lnSpc>
                <a:spcPct val="90000"/>
              </a:lnSpc>
            </a:pPr>
            <a:r>
              <a:rPr lang="en-GB" altLang="en-US" dirty="0"/>
              <a:t>Discontinuous speech much easier to recognize</a:t>
            </a:r>
          </a:p>
          <a:p>
            <a:pPr lvl="1" algn="just">
              <a:lnSpc>
                <a:spcPct val="90000"/>
              </a:lnSpc>
            </a:pPr>
            <a:r>
              <a:rPr lang="en-GB" altLang="en-US" dirty="0"/>
              <a:t>Single words tend to be pronounced more clearly</a:t>
            </a:r>
          </a:p>
          <a:p>
            <a:pPr algn="just">
              <a:lnSpc>
                <a:spcPct val="90000"/>
              </a:lnSpc>
            </a:pPr>
            <a:r>
              <a:rPr lang="en-GB" altLang="en-US" dirty="0"/>
              <a:t>Continuous speech involves contextual coarticulation effects</a:t>
            </a:r>
          </a:p>
          <a:p>
            <a:pPr lvl="1" algn="just">
              <a:lnSpc>
                <a:spcPct val="90000"/>
              </a:lnSpc>
            </a:pPr>
            <a:r>
              <a:rPr lang="en-GB" altLang="en-US" dirty="0"/>
              <a:t>Weak forms</a:t>
            </a:r>
          </a:p>
          <a:p>
            <a:pPr lvl="1" algn="just">
              <a:lnSpc>
                <a:spcPct val="90000"/>
              </a:lnSpc>
            </a:pPr>
            <a:r>
              <a:rPr lang="en-GB" altLang="en-US" dirty="0"/>
              <a:t>Assimilation</a:t>
            </a:r>
          </a:p>
          <a:p>
            <a:pPr lvl="1" algn="just">
              <a:lnSpc>
                <a:spcPct val="90000"/>
              </a:lnSpc>
            </a:pPr>
            <a:r>
              <a:rPr lang="en-GB" altLang="en-US" dirty="0"/>
              <a:t>Contractions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58509F3-A861-DDD2-2378-2ECE5D85FAF0}"/>
              </a:ext>
            </a:extLst>
          </p:cNvPr>
          <p:cNvSpPr>
            <a:spLocks noGrp="1"/>
          </p:cNvSpPr>
          <p:nvPr>
            <p:ph type="sldNum" sz="quarter" idx="12"/>
          </p:nvPr>
        </p:nvSpPr>
        <p:spPr/>
        <p:txBody>
          <a:bodyPr/>
          <a:lstStyle/>
          <a:p>
            <a:fld id="{930AF3C0-C476-4F53-A5EE-8351CD872B04}" type="slidenum">
              <a:rPr lang="en-GB" altLang="en-US"/>
              <a:pPr/>
              <a:t>17</a:t>
            </a:fld>
            <a:r>
              <a:rPr lang="en-GB" altLang="en-US"/>
              <a:t>/34</a:t>
            </a:r>
          </a:p>
        </p:txBody>
      </p:sp>
      <p:sp>
        <p:nvSpPr>
          <p:cNvPr id="22530" name="Rectangle 2">
            <a:extLst>
              <a:ext uri="{FF2B5EF4-FFF2-40B4-BE49-F238E27FC236}">
                <a16:creationId xmlns:a16="http://schemas.microsoft.com/office/drawing/2014/main" id="{BC24196E-3B36-8C3E-0A61-8DAB17E3309B}"/>
              </a:ext>
            </a:extLst>
          </p:cNvPr>
          <p:cNvSpPr>
            <a:spLocks noGrp="1" noChangeArrowheads="1"/>
          </p:cNvSpPr>
          <p:nvPr>
            <p:ph type="title"/>
          </p:nvPr>
        </p:nvSpPr>
        <p:spPr/>
        <p:txBody>
          <a:bodyPr/>
          <a:lstStyle/>
          <a:p>
            <a:r>
              <a:rPr lang="en-GB" altLang="en-US"/>
              <a:t>Interpreting prosodic features</a:t>
            </a:r>
          </a:p>
        </p:txBody>
      </p:sp>
      <p:sp>
        <p:nvSpPr>
          <p:cNvPr id="22531" name="Rectangle 3">
            <a:extLst>
              <a:ext uri="{FF2B5EF4-FFF2-40B4-BE49-F238E27FC236}">
                <a16:creationId xmlns:a16="http://schemas.microsoft.com/office/drawing/2014/main" id="{FC907208-B509-67C7-7C69-2E86C3EE11FA}"/>
              </a:ext>
            </a:extLst>
          </p:cNvPr>
          <p:cNvSpPr>
            <a:spLocks noGrp="1" noChangeArrowheads="1"/>
          </p:cNvSpPr>
          <p:nvPr>
            <p:ph type="body" idx="1"/>
          </p:nvPr>
        </p:nvSpPr>
        <p:spPr/>
        <p:txBody>
          <a:bodyPr/>
          <a:lstStyle/>
          <a:p>
            <a:pPr algn="just"/>
            <a:r>
              <a:rPr lang="en-GB" altLang="en-US" dirty="0"/>
              <a:t>Pitch, length and loudness are used to indicate “stress”</a:t>
            </a:r>
          </a:p>
          <a:p>
            <a:pPr algn="just"/>
            <a:r>
              <a:rPr lang="en-GB" altLang="en-US" dirty="0"/>
              <a:t>All of these are relative</a:t>
            </a:r>
          </a:p>
          <a:p>
            <a:pPr lvl="1" algn="just"/>
            <a:r>
              <a:rPr lang="en-GB" altLang="en-US" dirty="0"/>
              <a:t>On a speaker-by-speaker basis</a:t>
            </a:r>
          </a:p>
          <a:p>
            <a:pPr lvl="1" algn="just"/>
            <a:r>
              <a:rPr lang="en-GB" altLang="en-US" dirty="0"/>
              <a:t>And in relation to context</a:t>
            </a:r>
          </a:p>
          <a:p>
            <a:pPr algn="just"/>
            <a:r>
              <a:rPr lang="en-GB" altLang="en-US" dirty="0"/>
              <a:t>Pitch and length are phonemic in some languages</a:t>
            </a:r>
          </a:p>
          <a:p>
            <a:pPr lvl="1"/>
            <a:endParaRPr lang="en-GB"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0FF3D2A-1414-AE1E-02BD-B2836EA5F31C}"/>
              </a:ext>
            </a:extLst>
          </p:cNvPr>
          <p:cNvSpPr>
            <a:spLocks noGrp="1"/>
          </p:cNvSpPr>
          <p:nvPr>
            <p:ph type="sldNum" sz="quarter" idx="12"/>
          </p:nvPr>
        </p:nvSpPr>
        <p:spPr/>
        <p:txBody>
          <a:bodyPr/>
          <a:lstStyle/>
          <a:p>
            <a:fld id="{66EFB286-85C3-4D94-A90D-8A253CCA2E31}" type="slidenum">
              <a:rPr lang="en-GB" altLang="en-US"/>
              <a:pPr/>
              <a:t>18</a:t>
            </a:fld>
            <a:r>
              <a:rPr lang="en-GB" altLang="en-US"/>
              <a:t>/34</a:t>
            </a:r>
          </a:p>
        </p:txBody>
      </p:sp>
      <p:sp>
        <p:nvSpPr>
          <p:cNvPr id="23554" name="Rectangle 2">
            <a:extLst>
              <a:ext uri="{FF2B5EF4-FFF2-40B4-BE49-F238E27FC236}">
                <a16:creationId xmlns:a16="http://schemas.microsoft.com/office/drawing/2014/main" id="{FA8F8929-1F37-388B-A607-D89C2480CE48}"/>
              </a:ext>
            </a:extLst>
          </p:cNvPr>
          <p:cNvSpPr>
            <a:spLocks noGrp="1" noChangeArrowheads="1"/>
          </p:cNvSpPr>
          <p:nvPr>
            <p:ph type="title"/>
          </p:nvPr>
        </p:nvSpPr>
        <p:spPr/>
        <p:txBody>
          <a:bodyPr/>
          <a:lstStyle/>
          <a:p>
            <a:r>
              <a:rPr lang="en-GB" altLang="en-US"/>
              <a:t>Pitch</a:t>
            </a:r>
          </a:p>
        </p:txBody>
      </p:sp>
      <p:sp>
        <p:nvSpPr>
          <p:cNvPr id="23555" name="Rectangle 3">
            <a:extLst>
              <a:ext uri="{FF2B5EF4-FFF2-40B4-BE49-F238E27FC236}">
                <a16:creationId xmlns:a16="http://schemas.microsoft.com/office/drawing/2014/main" id="{3EA2A003-7478-0370-8A9C-B767396FCBEA}"/>
              </a:ext>
            </a:extLst>
          </p:cNvPr>
          <p:cNvSpPr>
            <a:spLocks noGrp="1" noChangeArrowheads="1"/>
          </p:cNvSpPr>
          <p:nvPr>
            <p:ph type="body" idx="1"/>
          </p:nvPr>
        </p:nvSpPr>
        <p:spPr/>
        <p:txBody>
          <a:bodyPr/>
          <a:lstStyle/>
          <a:p>
            <a:pPr algn="just"/>
            <a:r>
              <a:rPr lang="en-GB" altLang="en-US" dirty="0"/>
              <a:t>Pitch contour </a:t>
            </a:r>
            <a:r>
              <a:rPr lang="en-GB" altLang="en-US" u="sng" dirty="0"/>
              <a:t>can</a:t>
            </a:r>
            <a:r>
              <a:rPr lang="en-GB" altLang="en-US" dirty="0"/>
              <a:t> be extracted from speech signal</a:t>
            </a:r>
          </a:p>
          <a:p>
            <a:pPr lvl="1" algn="just"/>
            <a:r>
              <a:rPr lang="en-GB" altLang="en-US" dirty="0"/>
              <a:t>But pitch differences are relative</a:t>
            </a:r>
          </a:p>
          <a:p>
            <a:pPr lvl="1" algn="just"/>
            <a:r>
              <a:rPr lang="en-GB" altLang="en-US" dirty="0"/>
              <a:t>One man’s high is another (wo)man’s low</a:t>
            </a:r>
          </a:p>
          <a:p>
            <a:pPr lvl="1" algn="just"/>
            <a:r>
              <a:rPr lang="en-GB" altLang="en-US" dirty="0"/>
              <a:t>Pitch range is variable</a:t>
            </a:r>
          </a:p>
          <a:p>
            <a:pPr algn="just"/>
            <a:r>
              <a:rPr lang="en-GB" altLang="en-US" dirty="0"/>
              <a:t>Pitch contributes to intonation</a:t>
            </a:r>
          </a:p>
          <a:p>
            <a:pPr lvl="1" algn="just"/>
            <a:r>
              <a:rPr lang="en-GB" altLang="en-US" dirty="0"/>
              <a:t>But has other functions in tone languages</a:t>
            </a:r>
          </a:p>
          <a:p>
            <a:pPr algn="just"/>
            <a:r>
              <a:rPr lang="en-GB" altLang="en-US" dirty="0"/>
              <a:t>Intonation </a:t>
            </a:r>
            <a:r>
              <a:rPr lang="en-GB" altLang="en-US" u="sng" dirty="0"/>
              <a:t>can</a:t>
            </a:r>
            <a:r>
              <a:rPr lang="en-GB" altLang="en-US" dirty="0"/>
              <a:t> convey meaning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59394DBC-1600-F16D-E04F-7381628E653F}"/>
              </a:ext>
            </a:extLst>
          </p:cNvPr>
          <p:cNvSpPr>
            <a:spLocks noGrp="1"/>
          </p:cNvSpPr>
          <p:nvPr>
            <p:ph type="sldNum" sz="quarter" idx="12"/>
          </p:nvPr>
        </p:nvSpPr>
        <p:spPr/>
        <p:txBody>
          <a:bodyPr/>
          <a:lstStyle/>
          <a:p>
            <a:fld id="{77D99E90-9E1A-4C7B-A035-7CC43DEA7BB0}" type="slidenum">
              <a:rPr lang="en-GB" altLang="en-US"/>
              <a:pPr/>
              <a:t>19</a:t>
            </a:fld>
            <a:r>
              <a:rPr lang="en-GB" altLang="en-US"/>
              <a:t>/34</a:t>
            </a:r>
          </a:p>
        </p:txBody>
      </p:sp>
      <p:sp>
        <p:nvSpPr>
          <p:cNvPr id="24578" name="Rectangle 2">
            <a:extLst>
              <a:ext uri="{FF2B5EF4-FFF2-40B4-BE49-F238E27FC236}">
                <a16:creationId xmlns:a16="http://schemas.microsoft.com/office/drawing/2014/main" id="{9ACEEC24-2876-C04D-7580-44ACFC5DCC95}"/>
              </a:ext>
            </a:extLst>
          </p:cNvPr>
          <p:cNvSpPr>
            <a:spLocks noGrp="1" noChangeArrowheads="1"/>
          </p:cNvSpPr>
          <p:nvPr>
            <p:ph type="title"/>
          </p:nvPr>
        </p:nvSpPr>
        <p:spPr/>
        <p:txBody>
          <a:bodyPr/>
          <a:lstStyle/>
          <a:p>
            <a:r>
              <a:rPr lang="en-GB" altLang="en-US"/>
              <a:t>Length</a:t>
            </a:r>
          </a:p>
        </p:txBody>
      </p:sp>
      <p:sp>
        <p:nvSpPr>
          <p:cNvPr id="24579" name="Rectangle 3">
            <a:extLst>
              <a:ext uri="{FF2B5EF4-FFF2-40B4-BE49-F238E27FC236}">
                <a16:creationId xmlns:a16="http://schemas.microsoft.com/office/drawing/2014/main" id="{AD669017-8D85-FDEC-254C-621EBC1E7873}"/>
              </a:ext>
            </a:extLst>
          </p:cNvPr>
          <p:cNvSpPr>
            <a:spLocks noGrp="1" noChangeArrowheads="1"/>
          </p:cNvSpPr>
          <p:nvPr>
            <p:ph type="body" idx="1"/>
          </p:nvPr>
        </p:nvSpPr>
        <p:spPr>
          <a:xfrm>
            <a:off x="457200" y="1600200"/>
            <a:ext cx="8229600" cy="2765425"/>
          </a:xfrm>
        </p:spPr>
        <p:txBody>
          <a:bodyPr/>
          <a:lstStyle/>
          <a:p>
            <a:pPr algn="just">
              <a:lnSpc>
                <a:spcPct val="90000"/>
              </a:lnSpc>
            </a:pPr>
            <a:r>
              <a:rPr lang="en-GB" altLang="en-US" sz="2800" dirty="0"/>
              <a:t>Length is easy to measure but difficult to interpret</a:t>
            </a:r>
          </a:p>
          <a:p>
            <a:pPr algn="just">
              <a:lnSpc>
                <a:spcPct val="90000"/>
              </a:lnSpc>
            </a:pPr>
            <a:r>
              <a:rPr lang="en-GB" altLang="en-US" sz="2800" dirty="0"/>
              <a:t>Again, length is relative</a:t>
            </a:r>
          </a:p>
          <a:p>
            <a:pPr algn="just">
              <a:lnSpc>
                <a:spcPct val="90000"/>
              </a:lnSpc>
            </a:pPr>
            <a:r>
              <a:rPr lang="en-GB" altLang="en-US" sz="2800" dirty="0"/>
              <a:t>It is phonemic in many languages</a:t>
            </a:r>
          </a:p>
          <a:p>
            <a:pPr algn="just">
              <a:lnSpc>
                <a:spcPct val="90000"/>
              </a:lnSpc>
            </a:pPr>
            <a:r>
              <a:rPr lang="en-GB" altLang="en-US" sz="2800" dirty="0"/>
              <a:t>Speech rate is not constant – slows down at the end of a sentence</a:t>
            </a:r>
          </a:p>
        </p:txBody>
      </p:sp>
      <p:pic>
        <p:nvPicPr>
          <p:cNvPr id="24580" name="Picture 4">
            <a:extLst>
              <a:ext uri="{FF2B5EF4-FFF2-40B4-BE49-F238E27FC236}">
                <a16:creationId xmlns:a16="http://schemas.microsoft.com/office/drawing/2014/main" id="{8F890F25-6839-E6EC-B6CD-873C75F6FA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437063"/>
            <a:ext cx="7023100" cy="21320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6CA542EF-CC97-66D3-1C91-847F8A9C1929}"/>
              </a:ext>
            </a:extLst>
          </p:cNvPr>
          <p:cNvSpPr>
            <a:spLocks noGrp="1"/>
          </p:cNvSpPr>
          <p:nvPr>
            <p:ph type="sldNum" sz="quarter" idx="12"/>
          </p:nvPr>
        </p:nvSpPr>
        <p:spPr/>
        <p:txBody>
          <a:bodyPr/>
          <a:lstStyle/>
          <a:p>
            <a:fld id="{7745236B-109D-466C-AADD-540655739C6D}" type="slidenum">
              <a:rPr lang="en-GB" altLang="en-US"/>
              <a:pPr/>
              <a:t>20</a:t>
            </a:fld>
            <a:r>
              <a:rPr lang="en-GB" altLang="en-US"/>
              <a:t>/34</a:t>
            </a:r>
          </a:p>
        </p:txBody>
      </p:sp>
      <p:sp>
        <p:nvSpPr>
          <p:cNvPr id="25602" name="Rectangle 2">
            <a:extLst>
              <a:ext uri="{FF2B5EF4-FFF2-40B4-BE49-F238E27FC236}">
                <a16:creationId xmlns:a16="http://schemas.microsoft.com/office/drawing/2014/main" id="{10305790-D8FF-7FFF-6BC2-22A0361C14B4}"/>
              </a:ext>
            </a:extLst>
          </p:cNvPr>
          <p:cNvSpPr>
            <a:spLocks noGrp="1" noChangeArrowheads="1"/>
          </p:cNvSpPr>
          <p:nvPr>
            <p:ph type="title"/>
          </p:nvPr>
        </p:nvSpPr>
        <p:spPr/>
        <p:txBody>
          <a:bodyPr/>
          <a:lstStyle/>
          <a:p>
            <a:r>
              <a:rPr lang="en-GB" altLang="en-US"/>
              <a:t>Loudness</a:t>
            </a:r>
          </a:p>
        </p:txBody>
      </p:sp>
      <p:sp>
        <p:nvSpPr>
          <p:cNvPr id="25603" name="Rectangle 3">
            <a:extLst>
              <a:ext uri="{FF2B5EF4-FFF2-40B4-BE49-F238E27FC236}">
                <a16:creationId xmlns:a16="http://schemas.microsoft.com/office/drawing/2014/main" id="{E041245A-2330-4121-F010-9FC8DA57F072}"/>
              </a:ext>
            </a:extLst>
          </p:cNvPr>
          <p:cNvSpPr>
            <a:spLocks noGrp="1" noChangeArrowheads="1"/>
          </p:cNvSpPr>
          <p:nvPr>
            <p:ph type="body" idx="1"/>
          </p:nvPr>
        </p:nvSpPr>
        <p:spPr/>
        <p:txBody>
          <a:bodyPr/>
          <a:lstStyle/>
          <a:p>
            <a:pPr algn="just"/>
            <a:r>
              <a:rPr lang="en-GB" altLang="en-US" dirty="0"/>
              <a:t>Loudness is easy to measure but difficult to interpret</a:t>
            </a:r>
          </a:p>
          <a:p>
            <a:pPr algn="just"/>
            <a:r>
              <a:rPr lang="en-GB" altLang="en-US" dirty="0"/>
              <a:t>Again, loudness is relative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BB7348E-F8C7-6AA6-42B5-5701FCFD1AEA}"/>
              </a:ext>
            </a:extLst>
          </p:cNvPr>
          <p:cNvSpPr>
            <a:spLocks noGrp="1"/>
          </p:cNvSpPr>
          <p:nvPr>
            <p:ph type="sldNum" sz="quarter" idx="12"/>
          </p:nvPr>
        </p:nvSpPr>
        <p:spPr/>
        <p:txBody>
          <a:bodyPr/>
          <a:lstStyle/>
          <a:p>
            <a:fld id="{25F76162-8BC2-4F0A-8612-1C154FD3F199}" type="slidenum">
              <a:rPr lang="en-GB" altLang="en-US"/>
              <a:pPr/>
              <a:t>21</a:t>
            </a:fld>
            <a:r>
              <a:rPr lang="en-GB" altLang="en-US"/>
              <a:t>/34</a:t>
            </a:r>
          </a:p>
        </p:txBody>
      </p:sp>
      <p:sp>
        <p:nvSpPr>
          <p:cNvPr id="26626" name="Rectangle 2">
            <a:extLst>
              <a:ext uri="{FF2B5EF4-FFF2-40B4-BE49-F238E27FC236}">
                <a16:creationId xmlns:a16="http://schemas.microsoft.com/office/drawing/2014/main" id="{82489CC6-016F-37C8-286E-E92081C8B8B7}"/>
              </a:ext>
            </a:extLst>
          </p:cNvPr>
          <p:cNvSpPr>
            <a:spLocks noGrp="1" noChangeArrowheads="1"/>
          </p:cNvSpPr>
          <p:nvPr>
            <p:ph type="title"/>
          </p:nvPr>
        </p:nvSpPr>
        <p:spPr/>
        <p:txBody>
          <a:bodyPr/>
          <a:lstStyle/>
          <a:p>
            <a:r>
              <a:rPr lang="en-GB" altLang="en-US"/>
              <a:t>Performance errors</a:t>
            </a:r>
          </a:p>
        </p:txBody>
      </p:sp>
      <p:sp>
        <p:nvSpPr>
          <p:cNvPr id="26627" name="Rectangle 3">
            <a:extLst>
              <a:ext uri="{FF2B5EF4-FFF2-40B4-BE49-F238E27FC236}">
                <a16:creationId xmlns:a16="http://schemas.microsoft.com/office/drawing/2014/main" id="{CF0B38E8-1F40-BCE5-095F-2871731D915D}"/>
              </a:ext>
            </a:extLst>
          </p:cNvPr>
          <p:cNvSpPr>
            <a:spLocks noGrp="1" noChangeArrowheads="1"/>
          </p:cNvSpPr>
          <p:nvPr>
            <p:ph type="body" idx="1"/>
          </p:nvPr>
        </p:nvSpPr>
        <p:spPr/>
        <p:txBody>
          <a:bodyPr/>
          <a:lstStyle/>
          <a:p>
            <a:pPr algn="just">
              <a:lnSpc>
                <a:spcPct val="90000"/>
              </a:lnSpc>
            </a:pPr>
            <a:r>
              <a:rPr lang="en-GB" altLang="en-US" sz="2800" dirty="0"/>
              <a:t>Performance “errors” include</a:t>
            </a:r>
          </a:p>
          <a:p>
            <a:pPr lvl="1" algn="just">
              <a:lnSpc>
                <a:spcPct val="90000"/>
              </a:lnSpc>
            </a:pPr>
            <a:r>
              <a:rPr lang="en-GB" altLang="en-US" sz="2400" dirty="0"/>
              <a:t>Non-speech sounds</a:t>
            </a:r>
          </a:p>
          <a:p>
            <a:pPr lvl="1" algn="just">
              <a:lnSpc>
                <a:spcPct val="90000"/>
              </a:lnSpc>
            </a:pPr>
            <a:r>
              <a:rPr lang="en-GB" altLang="en-US" sz="2400" dirty="0"/>
              <a:t>Hesitations</a:t>
            </a:r>
          </a:p>
          <a:p>
            <a:pPr lvl="1" algn="just">
              <a:lnSpc>
                <a:spcPct val="90000"/>
              </a:lnSpc>
            </a:pPr>
            <a:r>
              <a:rPr lang="en-GB" altLang="en-US" sz="2400" dirty="0"/>
              <a:t>False starts, repetitions</a:t>
            </a:r>
          </a:p>
          <a:p>
            <a:pPr algn="just">
              <a:lnSpc>
                <a:spcPct val="90000"/>
              </a:lnSpc>
            </a:pPr>
            <a:r>
              <a:rPr lang="en-GB" altLang="en-US" sz="2800" dirty="0"/>
              <a:t>Filtering implies handling at syntactic level or above</a:t>
            </a:r>
          </a:p>
          <a:p>
            <a:pPr algn="just">
              <a:lnSpc>
                <a:spcPct val="90000"/>
              </a:lnSpc>
            </a:pPr>
            <a:r>
              <a:rPr lang="en-GB" altLang="en-US" sz="2800" dirty="0"/>
              <a:t>Some disfluencies are deliberate and have pragmatic effect – this is not something we can handle in the near future</a:t>
            </a:r>
          </a:p>
          <a:p>
            <a:pPr lvl="1">
              <a:lnSpc>
                <a:spcPct val="90000"/>
              </a:lnSpc>
            </a:pPr>
            <a:endParaRPr lang="en-GB"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1BA53-B6B6-EFC4-2D8A-BD412D83C2B6}"/>
              </a:ext>
            </a:extLst>
          </p:cNvPr>
          <p:cNvSpPr>
            <a:spLocks noGrp="1"/>
          </p:cNvSpPr>
          <p:nvPr>
            <p:ph type="title"/>
          </p:nvPr>
        </p:nvSpPr>
        <p:spPr>
          <a:xfrm>
            <a:off x="323528" y="369888"/>
            <a:ext cx="8229600" cy="1143000"/>
          </a:xfrm>
        </p:spPr>
        <p:txBody>
          <a:bodyPr/>
          <a:lstStyle/>
          <a:p>
            <a:r>
              <a:rPr lang="en-IN" dirty="0"/>
              <a:t>Speech Recognition Architecture</a:t>
            </a:r>
          </a:p>
        </p:txBody>
      </p:sp>
      <p:pic>
        <p:nvPicPr>
          <p:cNvPr id="6" name="Content Placeholder 5">
            <a:extLst>
              <a:ext uri="{FF2B5EF4-FFF2-40B4-BE49-F238E27FC236}">
                <a16:creationId xmlns:a16="http://schemas.microsoft.com/office/drawing/2014/main" id="{65725686-0778-66D4-E489-B3F5846247D9}"/>
              </a:ext>
            </a:extLst>
          </p:cNvPr>
          <p:cNvPicPr>
            <a:picLocks noGrp="1" noChangeAspect="1"/>
          </p:cNvPicPr>
          <p:nvPr>
            <p:ph idx="1"/>
          </p:nvPr>
        </p:nvPicPr>
        <p:blipFill>
          <a:blip r:embed="rId2"/>
          <a:stretch>
            <a:fillRect/>
          </a:stretch>
        </p:blipFill>
        <p:spPr>
          <a:xfrm>
            <a:off x="621904" y="1789451"/>
            <a:ext cx="7632848" cy="2664296"/>
          </a:xfrm>
        </p:spPr>
      </p:pic>
      <p:sp>
        <p:nvSpPr>
          <p:cNvPr id="4" name="Slide Number Placeholder 3">
            <a:extLst>
              <a:ext uri="{FF2B5EF4-FFF2-40B4-BE49-F238E27FC236}">
                <a16:creationId xmlns:a16="http://schemas.microsoft.com/office/drawing/2014/main" id="{81BBD318-F230-C3A9-CC26-744B6551461C}"/>
              </a:ext>
            </a:extLst>
          </p:cNvPr>
          <p:cNvSpPr>
            <a:spLocks noGrp="1"/>
          </p:cNvSpPr>
          <p:nvPr>
            <p:ph type="sldNum" sz="quarter" idx="12"/>
          </p:nvPr>
        </p:nvSpPr>
        <p:spPr/>
        <p:txBody>
          <a:bodyPr/>
          <a:lstStyle/>
          <a:p>
            <a:fld id="{53AB79A1-B91A-4D82-91A3-D89AB0251239}" type="slidenum">
              <a:rPr lang="en-GB" altLang="en-US" smtClean="0"/>
              <a:pPr/>
              <a:t>22</a:t>
            </a:fld>
            <a:r>
              <a:rPr lang="en-GB" altLang="en-US"/>
              <a:t>/34</a:t>
            </a:r>
          </a:p>
        </p:txBody>
      </p:sp>
      <p:sp>
        <p:nvSpPr>
          <p:cNvPr id="10" name="TextBox 9">
            <a:extLst>
              <a:ext uri="{FF2B5EF4-FFF2-40B4-BE49-F238E27FC236}">
                <a16:creationId xmlns:a16="http://schemas.microsoft.com/office/drawing/2014/main" id="{D9B21481-E888-DE25-4208-21A1EE422AE2}"/>
              </a:ext>
            </a:extLst>
          </p:cNvPr>
          <p:cNvSpPr txBox="1"/>
          <p:nvPr/>
        </p:nvSpPr>
        <p:spPr>
          <a:xfrm>
            <a:off x="755576" y="4473923"/>
            <a:ext cx="7416824" cy="1015663"/>
          </a:xfrm>
          <a:prstGeom prst="rect">
            <a:avLst/>
          </a:prstGeom>
          <a:noFill/>
        </p:spPr>
        <p:txBody>
          <a:bodyPr wrap="square">
            <a:spAutoFit/>
          </a:bodyPr>
          <a:lstStyle/>
          <a:p>
            <a:pPr algn="just"/>
            <a:r>
              <a:rPr lang="en-US" dirty="0"/>
              <a:t>or </a:t>
            </a:r>
            <a:r>
              <a:rPr lang="en-US" sz="1400" dirty="0"/>
              <a:t>words. A single word might be 5 letters long but, supposing it lasts about 2 seconds, would take 200 acoustic frames (of 10ms each). Because this length difference is so extreme for speech, encoder-decoder architectures for speech need to have a special compression stage that shortens the acoustic feature sequence before the encoder stage.</a:t>
            </a:r>
            <a:endParaRPr lang="en-IN" dirty="0"/>
          </a:p>
        </p:txBody>
      </p:sp>
    </p:spTree>
    <p:extLst>
      <p:ext uri="{BB962C8B-B14F-4D97-AF65-F5344CB8AC3E}">
        <p14:creationId xmlns:p14="http://schemas.microsoft.com/office/powerpoint/2010/main" val="2166291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198FB2-4BFE-EF85-02F4-006D542774B5}"/>
              </a:ext>
            </a:extLst>
          </p:cNvPr>
          <p:cNvSpPr>
            <a:spLocks noGrp="1"/>
          </p:cNvSpPr>
          <p:nvPr>
            <p:ph type="sldNum" sz="quarter" idx="12"/>
          </p:nvPr>
        </p:nvSpPr>
        <p:spPr/>
        <p:txBody>
          <a:bodyPr/>
          <a:lstStyle/>
          <a:p>
            <a:fld id="{53AB79A1-B91A-4D82-91A3-D89AB0251239}" type="slidenum">
              <a:rPr lang="en-GB" altLang="en-US" smtClean="0"/>
              <a:pPr/>
              <a:t>23</a:t>
            </a:fld>
            <a:r>
              <a:rPr lang="en-GB" altLang="en-US"/>
              <a:t>/34</a:t>
            </a:r>
          </a:p>
        </p:txBody>
      </p:sp>
      <p:pic>
        <p:nvPicPr>
          <p:cNvPr id="8" name="Content Placeholder 7">
            <a:extLst>
              <a:ext uri="{FF2B5EF4-FFF2-40B4-BE49-F238E27FC236}">
                <a16:creationId xmlns:a16="http://schemas.microsoft.com/office/drawing/2014/main" id="{1845C0A2-8E04-7EDF-8279-798F3F765CDC}"/>
              </a:ext>
            </a:extLst>
          </p:cNvPr>
          <p:cNvPicPr>
            <a:picLocks noGrp="1" noChangeAspect="1"/>
          </p:cNvPicPr>
          <p:nvPr>
            <p:ph idx="1"/>
          </p:nvPr>
        </p:nvPicPr>
        <p:blipFill>
          <a:blip r:embed="rId2"/>
          <a:stretch>
            <a:fillRect/>
          </a:stretch>
        </p:blipFill>
        <p:spPr>
          <a:xfrm>
            <a:off x="179512" y="476672"/>
            <a:ext cx="8280920" cy="5040560"/>
          </a:xfrm>
          <a:prstGeom prst="rect">
            <a:avLst/>
          </a:prstGeom>
        </p:spPr>
      </p:pic>
    </p:spTree>
    <p:extLst>
      <p:ext uri="{BB962C8B-B14F-4D97-AF65-F5344CB8AC3E}">
        <p14:creationId xmlns:p14="http://schemas.microsoft.com/office/powerpoint/2010/main" val="132747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620A269-0A6F-7D4A-FCDE-393FFDD2CC79}"/>
              </a:ext>
            </a:extLst>
          </p:cNvPr>
          <p:cNvPicPr>
            <a:picLocks noGrp="1" noChangeAspect="1"/>
          </p:cNvPicPr>
          <p:nvPr>
            <p:ph idx="1"/>
          </p:nvPr>
        </p:nvPicPr>
        <p:blipFill>
          <a:blip r:embed="rId2"/>
          <a:stretch>
            <a:fillRect/>
          </a:stretch>
        </p:blipFill>
        <p:spPr>
          <a:xfrm>
            <a:off x="899592" y="980728"/>
            <a:ext cx="7056784" cy="3456384"/>
          </a:xfrm>
        </p:spPr>
      </p:pic>
      <p:sp>
        <p:nvSpPr>
          <p:cNvPr id="4" name="Slide Number Placeholder 3">
            <a:extLst>
              <a:ext uri="{FF2B5EF4-FFF2-40B4-BE49-F238E27FC236}">
                <a16:creationId xmlns:a16="http://schemas.microsoft.com/office/drawing/2014/main" id="{7C2A7069-A30B-4D83-E20B-59C0D8A50FD5}"/>
              </a:ext>
            </a:extLst>
          </p:cNvPr>
          <p:cNvSpPr>
            <a:spLocks noGrp="1"/>
          </p:cNvSpPr>
          <p:nvPr>
            <p:ph type="sldNum" sz="quarter" idx="12"/>
          </p:nvPr>
        </p:nvSpPr>
        <p:spPr/>
        <p:txBody>
          <a:bodyPr/>
          <a:lstStyle/>
          <a:p>
            <a:fld id="{53AB79A1-B91A-4D82-91A3-D89AB0251239}" type="slidenum">
              <a:rPr lang="en-GB" altLang="en-US" smtClean="0"/>
              <a:pPr/>
              <a:t>24</a:t>
            </a:fld>
            <a:r>
              <a:rPr lang="en-GB" altLang="en-US"/>
              <a:t>/34</a:t>
            </a:r>
          </a:p>
        </p:txBody>
      </p:sp>
    </p:spTree>
    <p:extLst>
      <p:ext uri="{BB962C8B-B14F-4D97-AF65-F5344CB8AC3E}">
        <p14:creationId xmlns:p14="http://schemas.microsoft.com/office/powerpoint/2010/main" val="109476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6D19B34-7CAF-FDBE-99B2-23A4C219A744}"/>
              </a:ext>
            </a:extLst>
          </p:cNvPr>
          <p:cNvSpPr>
            <a:spLocks noGrp="1"/>
          </p:cNvSpPr>
          <p:nvPr>
            <p:ph type="sldNum" sz="quarter" idx="12"/>
          </p:nvPr>
        </p:nvSpPr>
        <p:spPr/>
        <p:txBody>
          <a:bodyPr/>
          <a:lstStyle/>
          <a:p>
            <a:fld id="{DA07FA68-AC5B-4512-B597-8B6AB896E8ED}" type="slidenum">
              <a:rPr lang="en-GB" altLang="en-US"/>
              <a:pPr/>
              <a:t>25</a:t>
            </a:fld>
            <a:r>
              <a:rPr lang="en-GB" altLang="en-US"/>
              <a:t>/34</a:t>
            </a:r>
          </a:p>
        </p:txBody>
      </p:sp>
      <p:sp>
        <p:nvSpPr>
          <p:cNvPr id="27650" name="Rectangle 2">
            <a:extLst>
              <a:ext uri="{FF2B5EF4-FFF2-40B4-BE49-F238E27FC236}">
                <a16:creationId xmlns:a16="http://schemas.microsoft.com/office/drawing/2014/main" id="{78F26D01-87C2-6258-3BC8-0ECBAED634D5}"/>
              </a:ext>
            </a:extLst>
          </p:cNvPr>
          <p:cNvSpPr>
            <a:spLocks noGrp="1" noChangeArrowheads="1"/>
          </p:cNvSpPr>
          <p:nvPr>
            <p:ph type="title"/>
          </p:nvPr>
        </p:nvSpPr>
        <p:spPr/>
        <p:txBody>
          <a:bodyPr/>
          <a:lstStyle/>
          <a:p>
            <a:r>
              <a:rPr lang="en-GB" altLang="en-US"/>
              <a:t>Approaches to ASR</a:t>
            </a:r>
          </a:p>
        </p:txBody>
      </p:sp>
      <p:sp>
        <p:nvSpPr>
          <p:cNvPr id="27651" name="Rectangle 3">
            <a:extLst>
              <a:ext uri="{FF2B5EF4-FFF2-40B4-BE49-F238E27FC236}">
                <a16:creationId xmlns:a16="http://schemas.microsoft.com/office/drawing/2014/main" id="{A48DE46A-2379-0284-CF94-4E4D60A6E2BA}"/>
              </a:ext>
            </a:extLst>
          </p:cNvPr>
          <p:cNvSpPr>
            <a:spLocks noGrp="1" noChangeArrowheads="1"/>
          </p:cNvSpPr>
          <p:nvPr>
            <p:ph type="body" idx="1"/>
          </p:nvPr>
        </p:nvSpPr>
        <p:spPr/>
        <p:txBody>
          <a:bodyPr/>
          <a:lstStyle/>
          <a:p>
            <a:r>
              <a:rPr lang="en-GB" altLang="en-US" dirty="0"/>
              <a:t>Template matching</a:t>
            </a:r>
          </a:p>
          <a:p>
            <a:r>
              <a:rPr lang="en-GB" altLang="en-US" dirty="0"/>
              <a:t>Knowledge-based (or rule-based) approach</a:t>
            </a:r>
          </a:p>
          <a:p>
            <a:r>
              <a:rPr lang="en-GB" altLang="en-US" dirty="0"/>
              <a:t>Statistical approach:</a:t>
            </a:r>
          </a:p>
          <a:p>
            <a:pPr lvl="1"/>
            <a:r>
              <a:rPr lang="en-GB" altLang="en-US" dirty="0"/>
              <a:t>Noisy channel model + machine learning</a:t>
            </a:r>
          </a:p>
          <a:p>
            <a:endParaRPr lang="en-GB" altLang="en-US" dirty="0"/>
          </a:p>
          <a:p>
            <a:endParaRPr lang="en-GB"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6AD1095-FE5D-2D81-76A8-8FD44B7250C0}"/>
              </a:ext>
            </a:extLst>
          </p:cNvPr>
          <p:cNvSpPr>
            <a:spLocks noGrp="1"/>
          </p:cNvSpPr>
          <p:nvPr>
            <p:ph type="sldNum" sz="quarter" idx="12"/>
          </p:nvPr>
        </p:nvSpPr>
        <p:spPr/>
        <p:txBody>
          <a:bodyPr/>
          <a:lstStyle/>
          <a:p>
            <a:fld id="{9358F337-D565-4928-BFF6-7CBE288462FF}" type="slidenum">
              <a:rPr lang="en-GB" altLang="en-US"/>
              <a:pPr/>
              <a:t>26</a:t>
            </a:fld>
            <a:r>
              <a:rPr lang="en-GB" altLang="en-US"/>
              <a:t>/34</a:t>
            </a:r>
          </a:p>
        </p:txBody>
      </p:sp>
      <p:sp>
        <p:nvSpPr>
          <p:cNvPr id="51202" name="Rectangle 2">
            <a:extLst>
              <a:ext uri="{FF2B5EF4-FFF2-40B4-BE49-F238E27FC236}">
                <a16:creationId xmlns:a16="http://schemas.microsoft.com/office/drawing/2014/main" id="{EEF03D72-C4A8-C5ED-A307-A6191874AEA5}"/>
              </a:ext>
            </a:extLst>
          </p:cNvPr>
          <p:cNvSpPr>
            <a:spLocks noGrp="1" noChangeArrowheads="1"/>
          </p:cNvSpPr>
          <p:nvPr>
            <p:ph type="title"/>
          </p:nvPr>
        </p:nvSpPr>
        <p:spPr/>
        <p:txBody>
          <a:bodyPr/>
          <a:lstStyle/>
          <a:p>
            <a:r>
              <a:rPr lang="en-GB" altLang="en-US"/>
              <a:t>Template-based approach</a:t>
            </a:r>
          </a:p>
        </p:txBody>
      </p:sp>
      <p:sp>
        <p:nvSpPr>
          <p:cNvPr id="51203" name="Rectangle 3">
            <a:extLst>
              <a:ext uri="{FF2B5EF4-FFF2-40B4-BE49-F238E27FC236}">
                <a16:creationId xmlns:a16="http://schemas.microsoft.com/office/drawing/2014/main" id="{1C3B6A58-FFDE-D570-0F48-1BD18E619E91}"/>
              </a:ext>
            </a:extLst>
          </p:cNvPr>
          <p:cNvSpPr>
            <a:spLocks noGrp="1" noChangeArrowheads="1"/>
          </p:cNvSpPr>
          <p:nvPr>
            <p:ph type="body" idx="1"/>
          </p:nvPr>
        </p:nvSpPr>
        <p:spPr/>
        <p:txBody>
          <a:bodyPr/>
          <a:lstStyle/>
          <a:p>
            <a:pPr algn="just">
              <a:lnSpc>
                <a:spcPct val="90000"/>
              </a:lnSpc>
            </a:pPr>
            <a:r>
              <a:rPr lang="en-GB" altLang="en-US" sz="2800" dirty="0"/>
              <a:t>Store examples of units (words, phonemes), then find the example that most closely fits the input</a:t>
            </a:r>
          </a:p>
          <a:p>
            <a:pPr algn="just">
              <a:lnSpc>
                <a:spcPct val="90000"/>
              </a:lnSpc>
            </a:pPr>
            <a:r>
              <a:rPr lang="en-GB" altLang="en-US" sz="2800" dirty="0"/>
              <a:t>Extract features from speech signal, then it’s “just” a complex similarity matching problem, using solutions developed for all sorts of applications</a:t>
            </a:r>
          </a:p>
          <a:p>
            <a:pPr algn="just">
              <a:lnSpc>
                <a:spcPct val="90000"/>
              </a:lnSpc>
            </a:pPr>
            <a:r>
              <a:rPr lang="en-GB" altLang="en-US" sz="2800" dirty="0"/>
              <a:t>OK for discrete utterances, and a single user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7C53765-716B-A699-8E06-C7FCD4473056}"/>
              </a:ext>
            </a:extLst>
          </p:cNvPr>
          <p:cNvSpPr>
            <a:spLocks noGrp="1"/>
          </p:cNvSpPr>
          <p:nvPr>
            <p:ph type="sldNum" sz="quarter" idx="12"/>
          </p:nvPr>
        </p:nvSpPr>
        <p:spPr/>
        <p:txBody>
          <a:bodyPr/>
          <a:lstStyle/>
          <a:p>
            <a:fld id="{C7A7BC92-1834-48D1-8DB6-96F2F7F687D3}" type="slidenum">
              <a:rPr lang="en-GB" altLang="en-US"/>
              <a:pPr/>
              <a:t>27</a:t>
            </a:fld>
            <a:r>
              <a:rPr lang="en-GB" altLang="en-US"/>
              <a:t>/34</a:t>
            </a:r>
          </a:p>
        </p:txBody>
      </p:sp>
      <p:sp>
        <p:nvSpPr>
          <p:cNvPr id="53250" name="Rectangle 2">
            <a:extLst>
              <a:ext uri="{FF2B5EF4-FFF2-40B4-BE49-F238E27FC236}">
                <a16:creationId xmlns:a16="http://schemas.microsoft.com/office/drawing/2014/main" id="{DC6457D9-5B55-86F5-D718-9522E9294DFB}"/>
              </a:ext>
            </a:extLst>
          </p:cNvPr>
          <p:cNvSpPr>
            <a:spLocks noGrp="1" noChangeArrowheads="1"/>
          </p:cNvSpPr>
          <p:nvPr>
            <p:ph type="title"/>
          </p:nvPr>
        </p:nvSpPr>
        <p:spPr/>
        <p:txBody>
          <a:bodyPr/>
          <a:lstStyle/>
          <a:p>
            <a:r>
              <a:rPr lang="en-GB" altLang="en-US"/>
              <a:t>Template-based approach</a:t>
            </a:r>
          </a:p>
        </p:txBody>
      </p:sp>
      <p:sp>
        <p:nvSpPr>
          <p:cNvPr id="53251" name="Rectangle 3">
            <a:extLst>
              <a:ext uri="{FF2B5EF4-FFF2-40B4-BE49-F238E27FC236}">
                <a16:creationId xmlns:a16="http://schemas.microsoft.com/office/drawing/2014/main" id="{C24BD9F8-E7D7-CB81-5C8F-A84326CA4A40}"/>
              </a:ext>
            </a:extLst>
          </p:cNvPr>
          <p:cNvSpPr>
            <a:spLocks noGrp="1" noChangeArrowheads="1"/>
          </p:cNvSpPr>
          <p:nvPr>
            <p:ph type="body" idx="1"/>
          </p:nvPr>
        </p:nvSpPr>
        <p:spPr/>
        <p:txBody>
          <a:bodyPr/>
          <a:lstStyle/>
          <a:p>
            <a:pPr algn="just"/>
            <a:r>
              <a:rPr lang="en-GB" altLang="en-US" sz="2800" dirty="0"/>
              <a:t>Hard to distinguish very similar templates</a:t>
            </a:r>
          </a:p>
          <a:p>
            <a:pPr algn="just"/>
            <a:r>
              <a:rPr lang="en-GB" altLang="en-US" sz="2800" dirty="0"/>
              <a:t>And quickly degrades when input differs from templates</a:t>
            </a:r>
          </a:p>
          <a:p>
            <a:pPr algn="just"/>
            <a:r>
              <a:rPr lang="en-GB" altLang="en-US" sz="2800" dirty="0"/>
              <a:t>Therefore needs techniques to mitigate this degradation:</a:t>
            </a:r>
          </a:p>
          <a:p>
            <a:pPr lvl="1" algn="just"/>
            <a:r>
              <a:rPr lang="en-GB" altLang="en-US" sz="2400" dirty="0"/>
              <a:t>More subtle matching techniques</a:t>
            </a:r>
          </a:p>
          <a:p>
            <a:pPr lvl="1" algn="just"/>
            <a:r>
              <a:rPr lang="en-GB" altLang="en-US" sz="2400" dirty="0"/>
              <a:t>Multiple templates which are aggregated</a:t>
            </a:r>
          </a:p>
          <a:p>
            <a:pPr algn="just"/>
            <a:r>
              <a:rPr lang="en-GB" altLang="en-US" sz="2800" dirty="0"/>
              <a:t>Taken together, these suggested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72F45BEC-F214-1493-E1A4-F41FA8C485CA}"/>
              </a:ext>
            </a:extLst>
          </p:cNvPr>
          <p:cNvSpPr>
            <a:spLocks noGrp="1"/>
          </p:cNvSpPr>
          <p:nvPr>
            <p:ph type="sldNum" sz="quarter" idx="12"/>
          </p:nvPr>
        </p:nvSpPr>
        <p:spPr/>
        <p:txBody>
          <a:bodyPr/>
          <a:lstStyle/>
          <a:p>
            <a:fld id="{74B26B88-944C-4452-8A54-939F8EB9719A}" type="slidenum">
              <a:rPr lang="en-GB" altLang="en-US"/>
              <a:pPr/>
              <a:t>28</a:t>
            </a:fld>
            <a:r>
              <a:rPr lang="en-GB" altLang="en-US"/>
              <a:t>/34</a:t>
            </a:r>
          </a:p>
        </p:txBody>
      </p:sp>
      <p:sp>
        <p:nvSpPr>
          <p:cNvPr id="55298" name="Rectangle 2">
            <a:extLst>
              <a:ext uri="{FF2B5EF4-FFF2-40B4-BE49-F238E27FC236}">
                <a16:creationId xmlns:a16="http://schemas.microsoft.com/office/drawing/2014/main" id="{28072D0E-BE35-E034-0750-E40EC054B886}"/>
              </a:ext>
            </a:extLst>
          </p:cNvPr>
          <p:cNvSpPr>
            <a:spLocks noGrp="1" noChangeArrowheads="1"/>
          </p:cNvSpPr>
          <p:nvPr>
            <p:ph type="title"/>
          </p:nvPr>
        </p:nvSpPr>
        <p:spPr/>
        <p:txBody>
          <a:bodyPr/>
          <a:lstStyle/>
          <a:p>
            <a:r>
              <a:rPr lang="en-GB" altLang="en-US"/>
              <a:t>Rule-based approach</a:t>
            </a:r>
          </a:p>
        </p:txBody>
      </p:sp>
      <p:sp>
        <p:nvSpPr>
          <p:cNvPr id="55299" name="Rectangle 3">
            <a:extLst>
              <a:ext uri="{FF2B5EF4-FFF2-40B4-BE49-F238E27FC236}">
                <a16:creationId xmlns:a16="http://schemas.microsoft.com/office/drawing/2014/main" id="{DA8D640F-97F4-630E-A879-5FC561A21C1F}"/>
              </a:ext>
            </a:extLst>
          </p:cNvPr>
          <p:cNvSpPr>
            <a:spLocks noGrp="1" noChangeArrowheads="1"/>
          </p:cNvSpPr>
          <p:nvPr>
            <p:ph type="body" idx="1"/>
          </p:nvPr>
        </p:nvSpPr>
        <p:spPr/>
        <p:txBody>
          <a:bodyPr/>
          <a:lstStyle/>
          <a:p>
            <a:pPr algn="just"/>
            <a:r>
              <a:rPr lang="en-GB" altLang="en-US" sz="2800" dirty="0"/>
              <a:t>Use knowledge of phonetics and linguistics to guide search process</a:t>
            </a:r>
          </a:p>
          <a:p>
            <a:pPr algn="just"/>
            <a:r>
              <a:rPr lang="en-GB" altLang="en-US" sz="2800" dirty="0"/>
              <a:t>Templates are replaced by rules expressing everything (anything) that might help to decode:</a:t>
            </a:r>
          </a:p>
          <a:p>
            <a:pPr lvl="1" algn="just"/>
            <a:r>
              <a:rPr lang="en-GB" altLang="en-US" sz="2400" dirty="0"/>
              <a:t>Phonetics, phonology, phonotactics</a:t>
            </a:r>
          </a:p>
          <a:p>
            <a:pPr lvl="1" algn="just"/>
            <a:r>
              <a:rPr lang="en-GB" altLang="en-US" sz="2400" dirty="0"/>
              <a:t>Syntax</a:t>
            </a:r>
          </a:p>
          <a:p>
            <a:pPr lvl="1" algn="just"/>
            <a:r>
              <a:rPr lang="en-GB" altLang="en-US" sz="2400" dirty="0"/>
              <a:t>Pragmatics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C086B272-AEDD-66BC-1A10-3A9E65D2D0BC}"/>
              </a:ext>
            </a:extLst>
          </p:cNvPr>
          <p:cNvSpPr>
            <a:spLocks noGrp="1"/>
          </p:cNvSpPr>
          <p:nvPr>
            <p:ph type="sldNum" sz="quarter" idx="12"/>
          </p:nvPr>
        </p:nvSpPr>
        <p:spPr/>
        <p:txBody>
          <a:bodyPr/>
          <a:lstStyle/>
          <a:p>
            <a:fld id="{6988A183-0066-4CB0-B6CC-79F98C8C2E7D}" type="slidenum">
              <a:rPr lang="en-GB" altLang="en-US"/>
              <a:pPr/>
              <a:t>29</a:t>
            </a:fld>
            <a:r>
              <a:rPr lang="en-GB" altLang="en-US"/>
              <a:t>/34</a:t>
            </a:r>
          </a:p>
        </p:txBody>
      </p:sp>
      <p:sp>
        <p:nvSpPr>
          <p:cNvPr id="57346" name="Rectangle 2">
            <a:extLst>
              <a:ext uri="{FF2B5EF4-FFF2-40B4-BE49-F238E27FC236}">
                <a16:creationId xmlns:a16="http://schemas.microsoft.com/office/drawing/2014/main" id="{EA07B145-70BC-D699-F057-89F44E98EDFA}"/>
              </a:ext>
            </a:extLst>
          </p:cNvPr>
          <p:cNvSpPr>
            <a:spLocks noGrp="1" noChangeArrowheads="1"/>
          </p:cNvSpPr>
          <p:nvPr>
            <p:ph type="title"/>
          </p:nvPr>
        </p:nvSpPr>
        <p:spPr/>
        <p:txBody>
          <a:bodyPr/>
          <a:lstStyle/>
          <a:p>
            <a:r>
              <a:rPr lang="en-GB" altLang="en-US"/>
              <a:t>Rule-based approach</a:t>
            </a:r>
          </a:p>
        </p:txBody>
      </p:sp>
      <p:sp>
        <p:nvSpPr>
          <p:cNvPr id="57347" name="Rectangle 3">
            <a:extLst>
              <a:ext uri="{FF2B5EF4-FFF2-40B4-BE49-F238E27FC236}">
                <a16:creationId xmlns:a16="http://schemas.microsoft.com/office/drawing/2014/main" id="{954B8B6E-6152-18BA-9056-B12BC85F1F8C}"/>
              </a:ext>
            </a:extLst>
          </p:cNvPr>
          <p:cNvSpPr>
            <a:spLocks noGrp="1" noChangeArrowheads="1"/>
          </p:cNvSpPr>
          <p:nvPr>
            <p:ph type="body" idx="1"/>
          </p:nvPr>
        </p:nvSpPr>
        <p:spPr>
          <a:xfrm>
            <a:off x="457200" y="1600200"/>
            <a:ext cx="8229600" cy="4924425"/>
          </a:xfrm>
        </p:spPr>
        <p:txBody>
          <a:bodyPr/>
          <a:lstStyle/>
          <a:p>
            <a:pPr algn="just"/>
            <a:r>
              <a:rPr lang="en-GB" altLang="en-US" dirty="0"/>
              <a:t>Typical approach is based on “blackboard” architecture:</a:t>
            </a:r>
          </a:p>
          <a:p>
            <a:pPr lvl="1" algn="just"/>
            <a:r>
              <a:rPr lang="en-GB" altLang="en-US" dirty="0"/>
              <a:t>At each decision point, lay out the possibilities</a:t>
            </a:r>
          </a:p>
          <a:p>
            <a:pPr lvl="1" algn="just"/>
            <a:r>
              <a:rPr lang="en-GB" altLang="en-US" dirty="0"/>
              <a:t>Apply rules to determine which sequences are permitted</a:t>
            </a:r>
          </a:p>
          <a:p>
            <a:pPr algn="just"/>
            <a:r>
              <a:rPr lang="en-GB" altLang="en-US" dirty="0"/>
              <a:t>Poor performance due to</a:t>
            </a:r>
          </a:p>
          <a:p>
            <a:pPr lvl="1" algn="just"/>
            <a:r>
              <a:rPr lang="en-GB" altLang="en-US" dirty="0"/>
              <a:t>Difficulty to express rules</a:t>
            </a:r>
          </a:p>
          <a:p>
            <a:pPr lvl="1" algn="just"/>
            <a:r>
              <a:rPr lang="en-GB" altLang="en-US" dirty="0"/>
              <a:t>Difficulty to make rules interact</a:t>
            </a:r>
          </a:p>
          <a:p>
            <a:pPr lvl="1" algn="just"/>
            <a:r>
              <a:rPr lang="en-GB" altLang="en-US" dirty="0"/>
              <a:t>Difficulty to know how to improve the system</a:t>
            </a:r>
          </a:p>
          <a:p>
            <a:pPr lvl="1"/>
            <a:endParaRPr lang="en-GB" altLang="en-US" dirty="0"/>
          </a:p>
          <a:p>
            <a:pPr lvl="1"/>
            <a:endParaRPr lang="en-GB" altLang="en-US" dirty="0"/>
          </a:p>
        </p:txBody>
      </p:sp>
      <p:grpSp>
        <p:nvGrpSpPr>
          <p:cNvPr id="57356" name="Group 12">
            <a:extLst>
              <a:ext uri="{FF2B5EF4-FFF2-40B4-BE49-F238E27FC236}">
                <a16:creationId xmlns:a16="http://schemas.microsoft.com/office/drawing/2014/main" id="{1B6A1947-9B9D-A103-381B-B4802C461D1B}"/>
              </a:ext>
            </a:extLst>
          </p:cNvPr>
          <p:cNvGrpSpPr>
            <a:grpSpLocks/>
          </p:cNvGrpSpPr>
          <p:nvPr/>
        </p:nvGrpSpPr>
        <p:grpSpPr bwMode="auto">
          <a:xfrm>
            <a:off x="7092950" y="3644900"/>
            <a:ext cx="1516063" cy="1289050"/>
            <a:chOff x="781" y="2568"/>
            <a:chExt cx="955" cy="812"/>
          </a:xfrm>
        </p:grpSpPr>
        <p:sp>
          <p:nvSpPr>
            <p:cNvPr id="57348" name="Text Box 4">
              <a:extLst>
                <a:ext uri="{FF2B5EF4-FFF2-40B4-BE49-F238E27FC236}">
                  <a16:creationId xmlns:a16="http://schemas.microsoft.com/office/drawing/2014/main" id="{B4718992-DEE6-FCF3-7F23-2B46D0D93FD6}"/>
                </a:ext>
              </a:extLst>
            </p:cNvPr>
            <p:cNvSpPr txBox="1">
              <a:spLocks noChangeArrowheads="1"/>
            </p:cNvSpPr>
            <p:nvPr/>
          </p:nvSpPr>
          <p:spPr bwMode="auto">
            <a:xfrm>
              <a:off x="781" y="2717"/>
              <a:ext cx="257"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a:t>s</a:t>
              </a:r>
            </a:p>
            <a:p>
              <a:r>
                <a:rPr lang="en-GB" altLang="en-US">
                  <a:latin typeface="Lucida Sans Unicode" panose="020B0602030504020204" pitchFamily="34" charset="0"/>
                  <a:cs typeface="Lucida Sans Unicode" panose="020B0602030504020204" pitchFamily="34" charset="0"/>
                </a:rPr>
                <a:t>ʃ</a:t>
              </a:r>
              <a:r>
                <a:rPr lang="en-GB" altLang="en-US"/>
                <a:t>  </a:t>
              </a:r>
            </a:p>
          </p:txBody>
        </p:sp>
        <p:sp>
          <p:nvSpPr>
            <p:cNvPr id="57349" name="Text Box 5">
              <a:extLst>
                <a:ext uri="{FF2B5EF4-FFF2-40B4-BE49-F238E27FC236}">
                  <a16:creationId xmlns:a16="http://schemas.microsoft.com/office/drawing/2014/main" id="{F48AB4A3-B6C7-F8B9-C03B-7AD54ACE4551}"/>
                </a:ext>
              </a:extLst>
            </p:cNvPr>
            <p:cNvSpPr txBox="1">
              <a:spLocks noChangeArrowheads="1"/>
            </p:cNvSpPr>
            <p:nvPr/>
          </p:nvSpPr>
          <p:spPr bwMode="auto">
            <a:xfrm>
              <a:off x="1020" y="2568"/>
              <a:ext cx="276" cy="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a:t>k</a:t>
              </a:r>
            </a:p>
            <a:p>
              <a:r>
                <a:rPr lang="en-GB" altLang="en-US"/>
                <a:t>h  </a:t>
              </a:r>
            </a:p>
            <a:p>
              <a:r>
                <a:rPr lang="en-GB" altLang="en-US"/>
                <a:t>p</a:t>
              </a:r>
            </a:p>
            <a:p>
              <a:r>
                <a:rPr lang="en-GB" altLang="en-US"/>
                <a:t>t</a:t>
              </a:r>
            </a:p>
          </p:txBody>
        </p:sp>
        <p:sp>
          <p:nvSpPr>
            <p:cNvPr id="57350" name="Text Box 6">
              <a:extLst>
                <a:ext uri="{FF2B5EF4-FFF2-40B4-BE49-F238E27FC236}">
                  <a16:creationId xmlns:a16="http://schemas.microsoft.com/office/drawing/2014/main" id="{5821DC17-A2FB-0A77-765A-9101FE942798}"/>
                </a:ext>
              </a:extLst>
            </p:cNvPr>
            <p:cNvSpPr txBox="1">
              <a:spLocks noChangeArrowheads="1"/>
            </p:cNvSpPr>
            <p:nvPr/>
          </p:nvSpPr>
          <p:spPr bwMode="auto">
            <a:xfrm>
              <a:off x="1292" y="2659"/>
              <a:ext cx="2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a:t>i: </a:t>
              </a:r>
            </a:p>
          </p:txBody>
        </p:sp>
        <p:sp>
          <p:nvSpPr>
            <p:cNvPr id="57351" name="Text Box 7">
              <a:extLst>
                <a:ext uri="{FF2B5EF4-FFF2-40B4-BE49-F238E27FC236}">
                  <a16:creationId xmlns:a16="http://schemas.microsoft.com/office/drawing/2014/main" id="{2E19E99C-B484-4A13-37A0-C37A1F7D633C}"/>
                </a:ext>
              </a:extLst>
            </p:cNvPr>
            <p:cNvSpPr txBox="1">
              <a:spLocks noChangeArrowheads="1"/>
            </p:cNvSpPr>
            <p:nvPr/>
          </p:nvSpPr>
          <p:spPr bwMode="auto">
            <a:xfrm>
              <a:off x="1224" y="2840"/>
              <a:ext cx="30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GB" altLang="en-US"/>
                <a:t>iə</a:t>
              </a:r>
            </a:p>
            <a:p>
              <a:pPr algn="ctr"/>
              <a:r>
                <a:rPr lang="en-GB" altLang="en-US">
                  <a:latin typeface="Lucida Sans Unicode" panose="020B0602030504020204" pitchFamily="34" charset="0"/>
                  <a:cs typeface="Lucida Sans Unicode" panose="020B0602030504020204" pitchFamily="34" charset="0"/>
                </a:rPr>
                <a:t> ɪ</a:t>
              </a:r>
              <a:r>
                <a:rPr lang="en-GB" altLang="en-US"/>
                <a:t>  </a:t>
              </a:r>
            </a:p>
          </p:txBody>
        </p:sp>
        <p:sp>
          <p:nvSpPr>
            <p:cNvPr id="57353" name="Text Box 9">
              <a:extLst>
                <a:ext uri="{FF2B5EF4-FFF2-40B4-BE49-F238E27FC236}">
                  <a16:creationId xmlns:a16="http://schemas.microsoft.com/office/drawing/2014/main" id="{81CC7E55-68E6-FF0A-FD1E-AB5470816755}"/>
                </a:ext>
              </a:extLst>
            </p:cNvPr>
            <p:cNvSpPr txBox="1">
              <a:spLocks noChangeArrowheads="1"/>
            </p:cNvSpPr>
            <p:nvPr/>
          </p:nvSpPr>
          <p:spPr bwMode="auto">
            <a:xfrm>
              <a:off x="1519" y="2630"/>
              <a:ext cx="217" cy="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Lucida Sans Unicode" panose="020B0602030504020204" pitchFamily="34" charset="0"/>
                  <a:cs typeface="Lucida Sans Unicode" panose="020B0602030504020204" pitchFamily="34" charset="0"/>
                </a:rPr>
                <a:t>ʃ</a:t>
              </a:r>
              <a:r>
                <a:rPr lang="en-GB" altLang="en-US"/>
                <a:t> </a:t>
              </a:r>
            </a:p>
            <a:p>
              <a:r>
                <a:rPr lang="en-GB" altLang="en-US"/>
                <a:t>t</a:t>
              </a:r>
              <a:r>
                <a:rPr lang="en-GB" altLang="en-US">
                  <a:latin typeface="Lucida Sans Unicode" panose="020B0602030504020204" pitchFamily="34" charset="0"/>
                  <a:cs typeface="Lucida Sans Unicode" panose="020B0602030504020204" pitchFamily="34" charset="0"/>
                </a:rPr>
                <a:t>ʃ</a:t>
              </a:r>
            </a:p>
            <a:p>
              <a:r>
                <a:rPr lang="en-GB" altLang="en-US">
                  <a:latin typeface="Lucida Sans Unicode" panose="020B0602030504020204" pitchFamily="34" charset="0"/>
                  <a:cs typeface="Lucida Sans Unicode" panose="020B0602030504020204" pitchFamily="34" charset="0"/>
                </a:rPr>
                <a:t>h</a:t>
              </a:r>
            </a:p>
            <a:p>
              <a:r>
                <a:rPr lang="en-GB" altLang="en-US">
                  <a:latin typeface="Lucida Sans Unicode" panose="020B0602030504020204" pitchFamily="34" charset="0"/>
                  <a:cs typeface="Lucida Sans Unicode" panose="020B0602030504020204" pitchFamily="34" charset="0"/>
                </a:rPr>
                <a:t>s</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11AB3F51-9665-9F19-D569-578325734B74}"/>
              </a:ext>
            </a:extLst>
          </p:cNvPr>
          <p:cNvSpPr>
            <a:spLocks noGrp="1"/>
          </p:cNvSpPr>
          <p:nvPr>
            <p:ph type="sldNum" sz="quarter" idx="12"/>
          </p:nvPr>
        </p:nvSpPr>
        <p:spPr/>
        <p:txBody>
          <a:bodyPr/>
          <a:lstStyle/>
          <a:p>
            <a:fld id="{78C206CE-9306-4415-B3CC-C7CA35E87FC1}" type="slidenum">
              <a:rPr lang="en-GB" altLang="en-US"/>
              <a:pPr/>
              <a:t>30</a:t>
            </a:fld>
            <a:r>
              <a:rPr lang="en-GB" altLang="en-US"/>
              <a:t>/34</a:t>
            </a:r>
          </a:p>
        </p:txBody>
      </p:sp>
      <p:pic>
        <p:nvPicPr>
          <p:cNvPr id="11268" name="Picture 4">
            <a:extLst>
              <a:ext uri="{FF2B5EF4-FFF2-40B4-BE49-F238E27FC236}">
                <a16:creationId xmlns:a16="http://schemas.microsoft.com/office/drawing/2014/main" id="{B1C8DA0D-A253-A73B-B2E9-9B24C33C07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88913"/>
            <a:ext cx="8567738" cy="4387850"/>
          </a:xfrm>
          <a:prstGeom prst="rect">
            <a:avLst/>
          </a:prstGeom>
          <a:noFill/>
          <a:extLst>
            <a:ext uri="{909E8E84-426E-40DD-AFC4-6F175D3DCCD1}">
              <a14:hiddenFill xmlns:a14="http://schemas.microsoft.com/office/drawing/2010/main">
                <a:solidFill>
                  <a:srgbClr val="FFFFFF"/>
                </a:solidFill>
              </a14:hiddenFill>
            </a:ext>
          </a:extLst>
        </p:spPr>
      </p:pic>
      <p:sp>
        <p:nvSpPr>
          <p:cNvPr id="11272" name="Rectangle 8">
            <a:extLst>
              <a:ext uri="{FF2B5EF4-FFF2-40B4-BE49-F238E27FC236}">
                <a16:creationId xmlns:a16="http://schemas.microsoft.com/office/drawing/2014/main" id="{64C96A35-287B-99F7-7758-1FE642927C23}"/>
              </a:ext>
            </a:extLst>
          </p:cNvPr>
          <p:cNvSpPr>
            <a:spLocks noGrp="1" noChangeArrowheads="1"/>
          </p:cNvSpPr>
          <p:nvPr>
            <p:ph type="body" idx="1"/>
          </p:nvPr>
        </p:nvSpPr>
        <p:spPr>
          <a:xfrm>
            <a:off x="539750" y="4652963"/>
            <a:ext cx="8229600" cy="1943100"/>
          </a:xfrm>
        </p:spPr>
        <p:txBody>
          <a:bodyPr/>
          <a:lstStyle/>
          <a:p>
            <a:pPr>
              <a:lnSpc>
                <a:spcPct val="90000"/>
              </a:lnSpc>
            </a:pPr>
            <a:r>
              <a:rPr lang="en-GB" altLang="en-US" sz="2400"/>
              <a:t>Identify individual phonemes</a:t>
            </a:r>
          </a:p>
          <a:p>
            <a:pPr>
              <a:lnSpc>
                <a:spcPct val="90000"/>
              </a:lnSpc>
            </a:pPr>
            <a:r>
              <a:rPr lang="en-GB" altLang="en-US" sz="2400"/>
              <a:t>Identify words</a:t>
            </a:r>
          </a:p>
          <a:p>
            <a:pPr>
              <a:lnSpc>
                <a:spcPct val="90000"/>
              </a:lnSpc>
            </a:pPr>
            <a:r>
              <a:rPr lang="en-GB" altLang="en-US" sz="2400"/>
              <a:t>Identify sentence structure and/or meaning</a:t>
            </a:r>
          </a:p>
          <a:p>
            <a:pPr>
              <a:lnSpc>
                <a:spcPct val="90000"/>
              </a:lnSpc>
            </a:pPr>
            <a:r>
              <a:rPr lang="en-GB" altLang="en-US" sz="2400"/>
              <a:t>Interpret prosodic features (pitch, loudness, length)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9A4D1F4E-82EF-4817-346D-FA6660655920}"/>
              </a:ext>
            </a:extLst>
          </p:cNvPr>
          <p:cNvSpPr>
            <a:spLocks noGrp="1"/>
          </p:cNvSpPr>
          <p:nvPr>
            <p:ph type="sldNum" sz="quarter" idx="12"/>
          </p:nvPr>
        </p:nvSpPr>
        <p:spPr/>
        <p:txBody>
          <a:bodyPr/>
          <a:lstStyle/>
          <a:p>
            <a:fld id="{4CBE6556-E0CC-4F6D-A0B0-142E7205238D}" type="slidenum">
              <a:rPr lang="en-GB" altLang="en-US"/>
              <a:pPr/>
              <a:t>31</a:t>
            </a:fld>
            <a:r>
              <a:rPr lang="en-GB" altLang="en-US"/>
              <a:t>/34</a:t>
            </a:r>
          </a:p>
        </p:txBody>
      </p:sp>
      <p:sp>
        <p:nvSpPr>
          <p:cNvPr id="59394" name="Rectangle 2">
            <a:extLst>
              <a:ext uri="{FF2B5EF4-FFF2-40B4-BE49-F238E27FC236}">
                <a16:creationId xmlns:a16="http://schemas.microsoft.com/office/drawing/2014/main" id="{3352C5A3-B46C-E15A-6CB1-37CD4E089404}"/>
              </a:ext>
            </a:extLst>
          </p:cNvPr>
          <p:cNvSpPr>
            <a:spLocks noGrp="1" noChangeArrowheads="1"/>
          </p:cNvSpPr>
          <p:nvPr>
            <p:ph type="title"/>
          </p:nvPr>
        </p:nvSpPr>
        <p:spPr/>
        <p:txBody>
          <a:bodyPr/>
          <a:lstStyle/>
          <a:p>
            <a:r>
              <a:rPr lang="en-GB" altLang="en-US"/>
              <a:t>Statistics-based approach</a:t>
            </a:r>
          </a:p>
        </p:txBody>
      </p:sp>
      <p:sp>
        <p:nvSpPr>
          <p:cNvPr id="59397" name="Rectangle 5">
            <a:extLst>
              <a:ext uri="{FF2B5EF4-FFF2-40B4-BE49-F238E27FC236}">
                <a16:creationId xmlns:a16="http://schemas.microsoft.com/office/drawing/2014/main" id="{179AF002-CD12-4372-AB76-B56F8032C292}"/>
              </a:ext>
            </a:extLst>
          </p:cNvPr>
          <p:cNvSpPr>
            <a:spLocks noGrp="1" noChangeArrowheads="1"/>
          </p:cNvSpPr>
          <p:nvPr>
            <p:ph type="body" idx="1"/>
          </p:nvPr>
        </p:nvSpPr>
        <p:spPr/>
        <p:txBody>
          <a:bodyPr/>
          <a:lstStyle/>
          <a:p>
            <a:pPr algn="just"/>
            <a:r>
              <a:rPr lang="en-GB" altLang="en-US" sz="2800" dirty="0"/>
              <a:t>Can be seen as extension of template-based approach, using more powerful mathematical and statistical tools</a:t>
            </a:r>
          </a:p>
          <a:p>
            <a:pPr algn="just"/>
            <a:r>
              <a:rPr lang="en-GB" altLang="en-US" sz="2800" dirty="0"/>
              <a:t>Sometimes seen as “anti-linguistic” approach</a:t>
            </a:r>
          </a:p>
          <a:p>
            <a:pPr lvl="1" algn="just"/>
            <a:r>
              <a:rPr lang="en-GB" altLang="en-US" sz="2400" dirty="0"/>
              <a:t>Fred Jelinek (IBM, 1988): “Every time I fire a linguist my system improves”</a:t>
            </a:r>
          </a:p>
        </p:txBody>
      </p:sp>
      <p:sp>
        <p:nvSpPr>
          <p:cNvPr id="59396" name="Text Box 4">
            <a:extLst>
              <a:ext uri="{FF2B5EF4-FFF2-40B4-BE49-F238E27FC236}">
                <a16:creationId xmlns:a16="http://schemas.microsoft.com/office/drawing/2014/main" id="{CFEF3F03-0DDF-DDB4-CB4C-CF50DCAA6A4F}"/>
              </a:ext>
            </a:extLst>
          </p:cNvPr>
          <p:cNvSpPr txBox="1">
            <a:spLocks noChangeArrowheads="1"/>
          </p:cNvSpPr>
          <p:nvPr/>
        </p:nvSpPr>
        <p:spPr bwMode="auto">
          <a:xfrm>
            <a:off x="1166813" y="2224088"/>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7C9E32D9-3A38-05C9-571A-F037E2566BAB}"/>
              </a:ext>
            </a:extLst>
          </p:cNvPr>
          <p:cNvSpPr>
            <a:spLocks noGrp="1"/>
          </p:cNvSpPr>
          <p:nvPr>
            <p:ph type="sldNum" sz="quarter" idx="12"/>
          </p:nvPr>
        </p:nvSpPr>
        <p:spPr/>
        <p:txBody>
          <a:bodyPr/>
          <a:lstStyle/>
          <a:p>
            <a:fld id="{894FB109-7803-41C1-AA95-F3F1E5F47ADE}" type="slidenum">
              <a:rPr lang="en-GB" altLang="en-US"/>
              <a:pPr/>
              <a:t>32</a:t>
            </a:fld>
            <a:r>
              <a:rPr lang="en-GB" altLang="en-US"/>
              <a:t>/34</a:t>
            </a:r>
          </a:p>
        </p:txBody>
      </p:sp>
      <p:sp>
        <p:nvSpPr>
          <p:cNvPr id="63490" name="Rectangle 2">
            <a:extLst>
              <a:ext uri="{FF2B5EF4-FFF2-40B4-BE49-F238E27FC236}">
                <a16:creationId xmlns:a16="http://schemas.microsoft.com/office/drawing/2014/main" id="{2A40E0F2-47AD-CA48-963D-5DC60237B288}"/>
              </a:ext>
            </a:extLst>
          </p:cNvPr>
          <p:cNvSpPr>
            <a:spLocks noGrp="1" noChangeArrowheads="1"/>
          </p:cNvSpPr>
          <p:nvPr>
            <p:ph type="title"/>
          </p:nvPr>
        </p:nvSpPr>
        <p:spPr/>
        <p:txBody>
          <a:bodyPr/>
          <a:lstStyle/>
          <a:p>
            <a:r>
              <a:rPr lang="en-GB" altLang="en-US"/>
              <a:t>Statistics-based approach</a:t>
            </a:r>
          </a:p>
        </p:txBody>
      </p:sp>
      <p:sp>
        <p:nvSpPr>
          <p:cNvPr id="63491" name="Rectangle 3">
            <a:extLst>
              <a:ext uri="{FF2B5EF4-FFF2-40B4-BE49-F238E27FC236}">
                <a16:creationId xmlns:a16="http://schemas.microsoft.com/office/drawing/2014/main" id="{3C05A8B0-A218-8271-D245-D291BF336792}"/>
              </a:ext>
            </a:extLst>
          </p:cNvPr>
          <p:cNvSpPr>
            <a:spLocks noGrp="1" noChangeArrowheads="1"/>
          </p:cNvSpPr>
          <p:nvPr>
            <p:ph type="body" idx="1"/>
          </p:nvPr>
        </p:nvSpPr>
        <p:spPr/>
        <p:txBody>
          <a:bodyPr/>
          <a:lstStyle/>
          <a:p>
            <a:pPr algn="just"/>
            <a:r>
              <a:rPr lang="en-GB" altLang="en-US" sz="2800" dirty="0"/>
              <a:t>Collect a large corpus of transcribed speech recordings</a:t>
            </a:r>
          </a:p>
          <a:p>
            <a:pPr algn="just"/>
            <a:r>
              <a:rPr lang="en-GB" altLang="en-US" sz="2800" dirty="0"/>
              <a:t>Train the computer to learn the correspondences (“machine learning”)</a:t>
            </a:r>
          </a:p>
          <a:p>
            <a:pPr algn="just"/>
            <a:r>
              <a:rPr lang="en-GB" altLang="en-US" sz="2800" dirty="0"/>
              <a:t>At run time, apply statistical processes to search through the space of all possible solutions, and pick the statistically most likely one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0248-AB45-6D91-6D9B-E06F79994F0E}"/>
              </a:ext>
            </a:extLst>
          </p:cNvPr>
          <p:cNvSpPr>
            <a:spLocks noGrp="1"/>
          </p:cNvSpPr>
          <p:nvPr>
            <p:ph type="title"/>
          </p:nvPr>
        </p:nvSpPr>
        <p:spPr/>
        <p:txBody>
          <a:bodyPr/>
          <a:lstStyle/>
          <a:p>
            <a:r>
              <a:rPr lang="en-IN" dirty="0"/>
              <a:t>Modern</a:t>
            </a:r>
            <a:r>
              <a:rPr lang="en-IN" spc="-160" dirty="0"/>
              <a:t> </a:t>
            </a:r>
            <a:r>
              <a:rPr lang="en-IN" dirty="0"/>
              <a:t>Statistical</a:t>
            </a:r>
            <a:r>
              <a:rPr lang="en-IN" spc="-120" dirty="0"/>
              <a:t> </a:t>
            </a:r>
            <a:r>
              <a:rPr lang="en-IN" spc="-25" dirty="0"/>
              <a:t>ASR</a:t>
            </a:r>
            <a:endParaRPr lang="en-IN" dirty="0"/>
          </a:p>
        </p:txBody>
      </p:sp>
      <p:sp>
        <p:nvSpPr>
          <p:cNvPr id="4" name="Slide Number Placeholder 3">
            <a:extLst>
              <a:ext uri="{FF2B5EF4-FFF2-40B4-BE49-F238E27FC236}">
                <a16:creationId xmlns:a16="http://schemas.microsoft.com/office/drawing/2014/main" id="{F74AF83C-8FA4-3A66-A0DD-C2899ED74BD9}"/>
              </a:ext>
            </a:extLst>
          </p:cNvPr>
          <p:cNvSpPr>
            <a:spLocks noGrp="1"/>
          </p:cNvSpPr>
          <p:nvPr>
            <p:ph type="sldNum" sz="quarter" idx="12"/>
          </p:nvPr>
        </p:nvSpPr>
        <p:spPr/>
        <p:txBody>
          <a:bodyPr/>
          <a:lstStyle/>
          <a:p>
            <a:fld id="{53AB79A1-B91A-4D82-91A3-D89AB0251239}" type="slidenum">
              <a:rPr lang="en-GB" altLang="en-US" smtClean="0"/>
              <a:pPr/>
              <a:t>33</a:t>
            </a:fld>
            <a:r>
              <a:rPr lang="en-GB" altLang="en-US"/>
              <a:t>/34</a:t>
            </a:r>
          </a:p>
        </p:txBody>
      </p:sp>
      <p:pic>
        <p:nvPicPr>
          <p:cNvPr id="5" name="object 3">
            <a:extLst>
              <a:ext uri="{FF2B5EF4-FFF2-40B4-BE49-F238E27FC236}">
                <a16:creationId xmlns:a16="http://schemas.microsoft.com/office/drawing/2014/main" id="{89B909DB-7C41-3BF4-CA5F-68E0218B096D}"/>
              </a:ext>
            </a:extLst>
          </p:cNvPr>
          <p:cNvPicPr>
            <a:picLocks noGrp="1"/>
          </p:cNvPicPr>
          <p:nvPr>
            <p:ph idx="1"/>
          </p:nvPr>
        </p:nvPicPr>
        <p:blipFill>
          <a:blip r:embed="rId2" cstate="print"/>
          <a:stretch>
            <a:fillRect/>
          </a:stretch>
        </p:blipFill>
        <p:spPr>
          <a:xfrm>
            <a:off x="1090612" y="1986756"/>
            <a:ext cx="6962775" cy="3752850"/>
          </a:xfrm>
          <a:prstGeom prst="rect">
            <a:avLst/>
          </a:prstGeom>
        </p:spPr>
      </p:pic>
    </p:spTree>
    <p:extLst>
      <p:ext uri="{BB962C8B-B14F-4D97-AF65-F5344CB8AC3E}">
        <p14:creationId xmlns:p14="http://schemas.microsoft.com/office/powerpoint/2010/main" val="198190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E44F5-9846-BFA9-8EB1-A54D62A2168A}"/>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CA11DDA3-386B-3F05-F0F7-C8EC7C579390}"/>
              </a:ext>
            </a:extLst>
          </p:cNvPr>
          <p:cNvSpPr>
            <a:spLocks noGrp="1"/>
          </p:cNvSpPr>
          <p:nvPr>
            <p:ph type="sldNum" sz="quarter" idx="12"/>
          </p:nvPr>
        </p:nvSpPr>
        <p:spPr/>
        <p:txBody>
          <a:bodyPr/>
          <a:lstStyle/>
          <a:p>
            <a:fld id="{53AB79A1-B91A-4D82-91A3-D89AB0251239}" type="slidenum">
              <a:rPr lang="en-GB" altLang="en-US" smtClean="0"/>
              <a:pPr/>
              <a:t>34</a:t>
            </a:fld>
            <a:r>
              <a:rPr lang="en-GB" altLang="en-US"/>
              <a:t>/34</a:t>
            </a:r>
          </a:p>
        </p:txBody>
      </p:sp>
      <p:pic>
        <p:nvPicPr>
          <p:cNvPr id="5" name="object 2">
            <a:extLst>
              <a:ext uri="{FF2B5EF4-FFF2-40B4-BE49-F238E27FC236}">
                <a16:creationId xmlns:a16="http://schemas.microsoft.com/office/drawing/2014/main" id="{16F98C62-F40C-2670-ACF1-0BF103BDAD4E}"/>
              </a:ext>
            </a:extLst>
          </p:cNvPr>
          <p:cNvPicPr>
            <a:picLocks noGrp="1"/>
          </p:cNvPicPr>
          <p:nvPr>
            <p:ph idx="1"/>
          </p:nvPr>
        </p:nvPicPr>
        <p:blipFill>
          <a:blip r:embed="rId2" cstate="print"/>
          <a:stretch>
            <a:fillRect/>
          </a:stretch>
        </p:blipFill>
        <p:spPr>
          <a:xfrm>
            <a:off x="457200" y="1816086"/>
            <a:ext cx="8229600" cy="4094191"/>
          </a:xfrm>
          <a:prstGeom prst="rect">
            <a:avLst/>
          </a:prstGeom>
        </p:spPr>
      </p:pic>
    </p:spTree>
    <p:extLst>
      <p:ext uri="{BB962C8B-B14F-4D97-AF65-F5344CB8AC3E}">
        <p14:creationId xmlns:p14="http://schemas.microsoft.com/office/powerpoint/2010/main" val="4283530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F939-066F-50CA-B1B6-E62313DEBD57}"/>
              </a:ext>
            </a:extLst>
          </p:cNvPr>
          <p:cNvSpPr>
            <a:spLocks noGrp="1"/>
          </p:cNvSpPr>
          <p:nvPr>
            <p:ph type="title"/>
          </p:nvPr>
        </p:nvSpPr>
        <p:spPr/>
        <p:txBody>
          <a:bodyPr/>
          <a:lstStyle/>
          <a:p>
            <a:r>
              <a:rPr lang="en-IN" dirty="0"/>
              <a:t>Pronunciation</a:t>
            </a:r>
            <a:r>
              <a:rPr lang="en-IN" spc="-200" dirty="0"/>
              <a:t> </a:t>
            </a:r>
            <a:r>
              <a:rPr lang="en-IN" spc="-10" dirty="0"/>
              <a:t>Model</a:t>
            </a:r>
            <a:endParaRPr lang="en-IN" dirty="0"/>
          </a:p>
        </p:txBody>
      </p:sp>
      <p:sp>
        <p:nvSpPr>
          <p:cNvPr id="3" name="Content Placeholder 2">
            <a:extLst>
              <a:ext uri="{FF2B5EF4-FFF2-40B4-BE49-F238E27FC236}">
                <a16:creationId xmlns:a16="http://schemas.microsoft.com/office/drawing/2014/main" id="{2B5B682C-001F-49EC-4A36-BEDFE5A2AD59}"/>
              </a:ext>
            </a:extLst>
          </p:cNvPr>
          <p:cNvSpPr>
            <a:spLocks noGrp="1"/>
          </p:cNvSpPr>
          <p:nvPr>
            <p:ph idx="1"/>
          </p:nvPr>
        </p:nvSpPr>
        <p:spPr/>
        <p:txBody>
          <a:bodyPr/>
          <a:lstStyle/>
          <a:p>
            <a:pPr marL="336550" marR="5080" indent="-323850" algn="just">
              <a:lnSpc>
                <a:spcPts val="3610"/>
              </a:lnSpc>
              <a:spcBef>
                <a:spcPts val="440"/>
              </a:spcBef>
              <a:buClr>
                <a:srgbClr val="0D584D"/>
              </a:buClr>
              <a:buSzPct val="43750"/>
              <a:buFont typeface="Wingdings"/>
              <a:buChar char=""/>
              <a:tabLst>
                <a:tab pos="336550" algn="l"/>
              </a:tabLst>
            </a:pPr>
            <a:r>
              <a:rPr lang="en-US" sz="2800" dirty="0">
                <a:latin typeface="Arial MT"/>
                <a:cs typeface="Arial MT"/>
              </a:rPr>
              <a:t>While</a:t>
            </a:r>
            <a:r>
              <a:rPr lang="en-US" sz="2800" spc="-65" dirty="0">
                <a:latin typeface="Arial MT"/>
                <a:cs typeface="Arial MT"/>
              </a:rPr>
              <a:t> </a:t>
            </a:r>
            <a:r>
              <a:rPr lang="en-US" sz="2800" dirty="0">
                <a:latin typeface="Arial MT"/>
                <a:cs typeface="Arial MT"/>
              </a:rPr>
              <a:t>the</a:t>
            </a:r>
            <a:r>
              <a:rPr lang="en-US" sz="2800" spc="-65" dirty="0">
                <a:latin typeface="Arial MT"/>
                <a:cs typeface="Arial MT"/>
              </a:rPr>
              <a:t> </a:t>
            </a:r>
            <a:r>
              <a:rPr lang="en-US" sz="2800" dirty="0">
                <a:latin typeface="Arial MT"/>
                <a:cs typeface="Arial MT"/>
              </a:rPr>
              <a:t>pronunciation</a:t>
            </a:r>
            <a:r>
              <a:rPr lang="en-US" sz="2800" spc="5" dirty="0">
                <a:latin typeface="Arial MT"/>
                <a:cs typeface="Arial MT"/>
              </a:rPr>
              <a:t> </a:t>
            </a:r>
            <a:r>
              <a:rPr lang="en-US" sz="2800" dirty="0">
                <a:latin typeface="Arial MT"/>
                <a:cs typeface="Arial MT"/>
              </a:rPr>
              <a:t>model</a:t>
            </a:r>
            <a:r>
              <a:rPr lang="en-US" sz="2800" spc="35" dirty="0">
                <a:latin typeface="Arial MT"/>
                <a:cs typeface="Arial MT"/>
              </a:rPr>
              <a:t> </a:t>
            </a:r>
            <a:r>
              <a:rPr lang="en-US" sz="2800" dirty="0">
                <a:latin typeface="Arial MT"/>
                <a:cs typeface="Arial MT"/>
              </a:rPr>
              <a:t>can</a:t>
            </a:r>
            <a:r>
              <a:rPr lang="en-US" sz="2800" spc="-55" dirty="0">
                <a:latin typeface="Arial MT"/>
                <a:cs typeface="Arial MT"/>
              </a:rPr>
              <a:t> </a:t>
            </a:r>
            <a:r>
              <a:rPr lang="en-US" sz="2800" dirty="0">
                <a:latin typeface="Arial MT"/>
                <a:cs typeface="Arial MT"/>
              </a:rPr>
              <a:t>be</a:t>
            </a:r>
            <a:r>
              <a:rPr lang="en-US" sz="2800" spc="-65" dirty="0">
                <a:latin typeface="Arial MT"/>
                <a:cs typeface="Arial MT"/>
              </a:rPr>
              <a:t> </a:t>
            </a:r>
            <a:r>
              <a:rPr lang="en-US" sz="2800" spc="-20" dirty="0">
                <a:latin typeface="Arial MT"/>
                <a:cs typeface="Arial MT"/>
              </a:rPr>
              <a:t>very </a:t>
            </a:r>
            <a:r>
              <a:rPr lang="en-US" sz="2800" dirty="0">
                <a:latin typeface="Arial MT"/>
                <a:cs typeface="Arial MT"/>
              </a:rPr>
              <a:t>complex,</a:t>
            </a:r>
            <a:r>
              <a:rPr lang="en-US" sz="2800" spc="-65" dirty="0">
                <a:latin typeface="Arial MT"/>
                <a:cs typeface="Arial MT"/>
              </a:rPr>
              <a:t> </a:t>
            </a:r>
            <a:r>
              <a:rPr lang="en-US" sz="2800" dirty="0">
                <a:latin typeface="Arial MT"/>
                <a:cs typeface="Arial MT"/>
              </a:rPr>
              <a:t>it</a:t>
            </a:r>
            <a:r>
              <a:rPr lang="en-US" sz="2800" spc="-60" dirty="0">
                <a:latin typeface="Arial MT"/>
                <a:cs typeface="Arial MT"/>
              </a:rPr>
              <a:t> </a:t>
            </a:r>
            <a:r>
              <a:rPr lang="en-US" sz="2800" dirty="0">
                <a:latin typeface="Arial MT"/>
                <a:cs typeface="Arial MT"/>
              </a:rPr>
              <a:t>is</a:t>
            </a:r>
            <a:r>
              <a:rPr lang="en-US" sz="2800" spc="-30" dirty="0">
                <a:latin typeface="Arial MT"/>
                <a:cs typeface="Arial MT"/>
              </a:rPr>
              <a:t> </a:t>
            </a:r>
            <a:r>
              <a:rPr lang="en-US" sz="2800" dirty="0">
                <a:latin typeface="Arial MT"/>
                <a:cs typeface="Arial MT"/>
              </a:rPr>
              <a:t>typically</a:t>
            </a:r>
            <a:r>
              <a:rPr lang="en-US" sz="2800" spc="45" dirty="0">
                <a:latin typeface="Arial MT"/>
                <a:cs typeface="Arial MT"/>
              </a:rPr>
              <a:t> </a:t>
            </a:r>
            <a:r>
              <a:rPr lang="en-US" sz="2800" dirty="0">
                <a:latin typeface="Arial MT"/>
                <a:cs typeface="Arial MT"/>
              </a:rPr>
              <a:t>just</a:t>
            </a:r>
            <a:r>
              <a:rPr lang="en-US" sz="2800" spc="5" dirty="0">
                <a:latin typeface="Arial MT"/>
                <a:cs typeface="Arial MT"/>
              </a:rPr>
              <a:t> </a:t>
            </a:r>
            <a:r>
              <a:rPr lang="en-US" sz="2800" dirty="0">
                <a:latin typeface="Arial MT"/>
                <a:cs typeface="Arial MT"/>
              </a:rPr>
              <a:t>a</a:t>
            </a:r>
            <a:r>
              <a:rPr lang="en-US" sz="2800" spc="-50" dirty="0">
                <a:latin typeface="Arial MT"/>
                <a:cs typeface="Arial MT"/>
              </a:rPr>
              <a:t> </a:t>
            </a:r>
            <a:r>
              <a:rPr lang="en-US" sz="2800" spc="-10" dirty="0">
                <a:latin typeface="Arial MT"/>
                <a:cs typeface="Arial MT"/>
              </a:rPr>
              <a:t>dictionary</a:t>
            </a:r>
            <a:endParaRPr lang="en-US" sz="2800" dirty="0">
              <a:latin typeface="Arial MT"/>
              <a:cs typeface="Arial MT"/>
            </a:endParaRPr>
          </a:p>
          <a:p>
            <a:pPr marL="335915" indent="-323215" algn="just">
              <a:lnSpc>
                <a:spcPts val="3329"/>
              </a:lnSpc>
              <a:buClr>
                <a:srgbClr val="0D584D"/>
              </a:buClr>
              <a:buSzPct val="43750"/>
              <a:buFont typeface="Wingdings"/>
              <a:buChar char=""/>
              <a:tabLst>
                <a:tab pos="335915" algn="l"/>
              </a:tabLst>
            </a:pPr>
            <a:r>
              <a:rPr lang="en-US" sz="2800" dirty="0">
                <a:latin typeface="Arial MT"/>
                <a:cs typeface="Arial MT"/>
              </a:rPr>
              <a:t>The</a:t>
            </a:r>
            <a:r>
              <a:rPr lang="en-US" sz="2800" spc="-60" dirty="0">
                <a:latin typeface="Arial MT"/>
                <a:cs typeface="Arial MT"/>
              </a:rPr>
              <a:t> </a:t>
            </a:r>
            <a:r>
              <a:rPr lang="en-US" sz="2800" dirty="0">
                <a:latin typeface="Arial MT"/>
                <a:cs typeface="Arial MT"/>
              </a:rPr>
              <a:t>dictionary</a:t>
            </a:r>
            <a:r>
              <a:rPr lang="en-US" sz="2800" spc="-30" dirty="0">
                <a:latin typeface="Arial MT"/>
                <a:cs typeface="Arial MT"/>
              </a:rPr>
              <a:t> </a:t>
            </a:r>
            <a:r>
              <a:rPr lang="en-US" sz="2800" dirty="0">
                <a:latin typeface="Arial MT"/>
                <a:cs typeface="Arial MT"/>
              </a:rPr>
              <a:t>contains</a:t>
            </a:r>
            <a:r>
              <a:rPr lang="en-US" sz="2800" spc="-25" dirty="0">
                <a:latin typeface="Arial MT"/>
                <a:cs typeface="Arial MT"/>
              </a:rPr>
              <a:t> </a:t>
            </a:r>
            <a:r>
              <a:rPr lang="en-US" sz="2800" dirty="0">
                <a:latin typeface="Arial MT"/>
                <a:cs typeface="Arial MT"/>
              </a:rPr>
              <a:t>the</a:t>
            </a:r>
            <a:r>
              <a:rPr lang="en-US" sz="2800" spc="10" dirty="0">
                <a:latin typeface="Arial MT"/>
                <a:cs typeface="Arial MT"/>
              </a:rPr>
              <a:t> </a:t>
            </a:r>
            <a:r>
              <a:rPr lang="en-US" sz="2800" spc="-10" dirty="0">
                <a:latin typeface="Arial MT"/>
                <a:cs typeface="Arial MT"/>
              </a:rPr>
              <a:t>valid</a:t>
            </a:r>
            <a:endParaRPr lang="en-US" sz="2800" dirty="0">
              <a:latin typeface="Arial MT"/>
              <a:cs typeface="Arial MT"/>
            </a:endParaRPr>
          </a:p>
          <a:p>
            <a:pPr marL="336550" algn="just">
              <a:lnSpc>
                <a:spcPts val="3570"/>
              </a:lnSpc>
            </a:pPr>
            <a:r>
              <a:rPr lang="en-US" sz="2800" dirty="0">
                <a:latin typeface="Arial MT"/>
                <a:cs typeface="Arial MT"/>
              </a:rPr>
              <a:t>pronunciations</a:t>
            </a:r>
            <a:r>
              <a:rPr lang="en-US" sz="2800" spc="-40" dirty="0">
                <a:latin typeface="Arial MT"/>
                <a:cs typeface="Arial MT"/>
              </a:rPr>
              <a:t> </a:t>
            </a:r>
            <a:r>
              <a:rPr lang="en-US" sz="2800" dirty="0">
                <a:latin typeface="Arial MT"/>
                <a:cs typeface="Arial MT"/>
              </a:rPr>
              <a:t>for</a:t>
            </a:r>
            <a:r>
              <a:rPr lang="en-US" sz="2800" spc="-25" dirty="0">
                <a:latin typeface="Arial MT"/>
                <a:cs typeface="Arial MT"/>
              </a:rPr>
              <a:t> </a:t>
            </a:r>
            <a:r>
              <a:rPr lang="en-US" sz="2800" dirty="0">
                <a:latin typeface="Arial MT"/>
                <a:cs typeface="Arial MT"/>
              </a:rPr>
              <a:t>each</a:t>
            </a:r>
            <a:r>
              <a:rPr lang="en-US" sz="2800" spc="-70" dirty="0">
                <a:latin typeface="Arial MT"/>
                <a:cs typeface="Arial MT"/>
              </a:rPr>
              <a:t> </a:t>
            </a:r>
            <a:r>
              <a:rPr lang="en-US" sz="2800" spc="-20" dirty="0">
                <a:latin typeface="Arial MT"/>
                <a:cs typeface="Arial MT"/>
              </a:rPr>
              <a:t>word</a:t>
            </a:r>
            <a:endParaRPr lang="en-US" sz="2800" dirty="0">
              <a:latin typeface="Arial MT"/>
              <a:cs typeface="Arial MT"/>
            </a:endParaRPr>
          </a:p>
          <a:p>
            <a:pPr marL="335915" indent="-323215" algn="just">
              <a:lnSpc>
                <a:spcPts val="3610"/>
              </a:lnSpc>
              <a:buClr>
                <a:srgbClr val="0D584D"/>
              </a:buClr>
              <a:buSzPct val="43750"/>
              <a:buFont typeface="Wingdings"/>
              <a:buChar char=""/>
              <a:tabLst>
                <a:tab pos="335915" algn="l"/>
              </a:tabLst>
            </a:pPr>
            <a:r>
              <a:rPr lang="en-US" sz="2800" spc="-10" dirty="0">
                <a:latin typeface="Arial MT"/>
                <a:cs typeface="Arial MT"/>
              </a:rPr>
              <a:t>Examples:</a:t>
            </a:r>
            <a:endParaRPr lang="en-US" sz="2800" dirty="0">
              <a:latin typeface="Arial MT"/>
              <a:cs typeface="Arial MT"/>
            </a:endParaRPr>
          </a:p>
          <a:p>
            <a:pPr marL="768350" lvl="1" indent="-287655" algn="just">
              <a:lnSpc>
                <a:spcPts val="3150"/>
              </a:lnSpc>
              <a:buSzPct val="76363"/>
              <a:buFont typeface="Symbol"/>
              <a:buChar char=""/>
              <a:tabLst>
                <a:tab pos="768350" algn="l"/>
              </a:tabLst>
            </a:pPr>
            <a:r>
              <a:rPr lang="en-US" sz="2400" dirty="0">
                <a:latin typeface="Arial MT"/>
                <a:cs typeface="Arial MT"/>
              </a:rPr>
              <a:t>Cat:</a:t>
            </a:r>
            <a:r>
              <a:rPr lang="en-US" sz="2400" spc="75" dirty="0">
                <a:latin typeface="Arial MT"/>
                <a:cs typeface="Arial MT"/>
              </a:rPr>
              <a:t> </a:t>
            </a:r>
            <a:r>
              <a:rPr lang="en-US" sz="2400" dirty="0">
                <a:latin typeface="Arial MT"/>
                <a:cs typeface="Arial MT"/>
              </a:rPr>
              <a:t>k</a:t>
            </a:r>
            <a:r>
              <a:rPr lang="en-US" sz="2400" spc="75" dirty="0">
                <a:latin typeface="Arial MT"/>
                <a:cs typeface="Arial MT"/>
              </a:rPr>
              <a:t> </a:t>
            </a:r>
            <a:r>
              <a:rPr lang="en-US" sz="2400" dirty="0">
                <a:latin typeface="Arial MT"/>
                <a:cs typeface="Arial MT"/>
              </a:rPr>
              <a:t>ae</a:t>
            </a:r>
            <a:r>
              <a:rPr lang="en-US" sz="2400" spc="60" dirty="0">
                <a:latin typeface="Arial MT"/>
                <a:cs typeface="Arial MT"/>
              </a:rPr>
              <a:t> </a:t>
            </a:r>
            <a:r>
              <a:rPr lang="en-US" sz="2400" spc="-50" dirty="0">
                <a:latin typeface="Arial MT"/>
                <a:cs typeface="Arial MT"/>
              </a:rPr>
              <a:t>t</a:t>
            </a:r>
            <a:endParaRPr lang="en-US" sz="2400" dirty="0">
              <a:latin typeface="Arial MT"/>
              <a:cs typeface="Arial MT"/>
            </a:endParaRPr>
          </a:p>
          <a:p>
            <a:pPr marL="768350" lvl="1" indent="-287655" algn="just">
              <a:lnSpc>
                <a:spcPts val="3155"/>
              </a:lnSpc>
              <a:buSzPct val="76363"/>
              <a:buFont typeface="Symbol"/>
              <a:buChar char=""/>
              <a:tabLst>
                <a:tab pos="768350" algn="l"/>
              </a:tabLst>
            </a:pPr>
            <a:r>
              <a:rPr lang="en-US" sz="2400" dirty="0">
                <a:latin typeface="Arial MT"/>
                <a:cs typeface="Arial MT"/>
              </a:rPr>
              <a:t>Dog:</a:t>
            </a:r>
            <a:r>
              <a:rPr lang="en-US" sz="2400" spc="20" dirty="0">
                <a:latin typeface="Arial MT"/>
                <a:cs typeface="Arial MT"/>
              </a:rPr>
              <a:t> </a:t>
            </a:r>
            <a:r>
              <a:rPr lang="en-US" sz="2400" dirty="0">
                <a:latin typeface="Arial MT"/>
                <a:cs typeface="Arial MT"/>
              </a:rPr>
              <a:t>d</a:t>
            </a:r>
            <a:r>
              <a:rPr lang="en-US" sz="2400" spc="85" dirty="0">
                <a:latin typeface="Arial MT"/>
                <a:cs typeface="Arial MT"/>
              </a:rPr>
              <a:t> </a:t>
            </a:r>
            <a:r>
              <a:rPr lang="en-US" sz="2400" dirty="0" err="1">
                <a:latin typeface="Arial MT"/>
                <a:cs typeface="Arial MT"/>
              </a:rPr>
              <a:t>ao</a:t>
            </a:r>
            <a:r>
              <a:rPr lang="en-US" sz="2400" spc="80" dirty="0">
                <a:latin typeface="Arial MT"/>
                <a:cs typeface="Arial MT"/>
              </a:rPr>
              <a:t> </a:t>
            </a:r>
            <a:r>
              <a:rPr lang="en-US" sz="2400" spc="-50" dirty="0">
                <a:latin typeface="Arial MT"/>
                <a:cs typeface="Arial MT"/>
              </a:rPr>
              <a:t>g</a:t>
            </a:r>
            <a:endParaRPr lang="en-US" sz="2400" dirty="0">
              <a:latin typeface="Arial MT"/>
              <a:cs typeface="Arial MT"/>
            </a:endParaRPr>
          </a:p>
          <a:p>
            <a:pPr marL="768350" lvl="1" indent="-287655">
              <a:lnSpc>
                <a:spcPts val="3229"/>
              </a:lnSpc>
              <a:buSzPct val="76363"/>
              <a:buFont typeface="Symbol"/>
              <a:buChar char=""/>
              <a:tabLst>
                <a:tab pos="768350" algn="l"/>
              </a:tabLst>
            </a:pPr>
            <a:r>
              <a:rPr lang="en-US" sz="2400" dirty="0">
                <a:latin typeface="Arial MT"/>
                <a:cs typeface="Arial MT"/>
              </a:rPr>
              <a:t>Fox:</a:t>
            </a:r>
            <a:r>
              <a:rPr lang="en-US" sz="2400" spc="55" dirty="0">
                <a:latin typeface="Arial MT"/>
                <a:cs typeface="Arial MT"/>
              </a:rPr>
              <a:t> </a:t>
            </a:r>
            <a:r>
              <a:rPr lang="en-US" sz="2400" dirty="0">
                <a:latin typeface="Arial MT"/>
                <a:cs typeface="Arial MT"/>
              </a:rPr>
              <a:t>f</a:t>
            </a:r>
            <a:r>
              <a:rPr lang="en-US" sz="2400" spc="60" dirty="0">
                <a:latin typeface="Arial MT"/>
                <a:cs typeface="Arial MT"/>
              </a:rPr>
              <a:t> </a:t>
            </a:r>
            <a:r>
              <a:rPr lang="en-US" sz="2400" dirty="0">
                <a:latin typeface="Arial MT"/>
                <a:cs typeface="Arial MT"/>
              </a:rPr>
              <a:t>aa</a:t>
            </a:r>
            <a:r>
              <a:rPr lang="en-US" sz="2400" spc="105" dirty="0">
                <a:latin typeface="Arial MT"/>
                <a:cs typeface="Arial MT"/>
              </a:rPr>
              <a:t> </a:t>
            </a:r>
            <a:r>
              <a:rPr lang="en-US" sz="2400" dirty="0">
                <a:latin typeface="Arial MT"/>
                <a:cs typeface="Arial MT"/>
              </a:rPr>
              <a:t>x</a:t>
            </a:r>
            <a:r>
              <a:rPr lang="en-US" sz="2400" spc="40" dirty="0">
                <a:latin typeface="Arial MT"/>
                <a:cs typeface="Arial MT"/>
              </a:rPr>
              <a:t> </a:t>
            </a:r>
            <a:r>
              <a:rPr lang="en-US" sz="2400" spc="-50" dirty="0">
                <a:latin typeface="Arial MT"/>
                <a:cs typeface="Arial MT"/>
              </a:rPr>
              <a:t>s</a:t>
            </a:r>
            <a:endParaRPr lang="en-IN" sz="2400" dirty="0"/>
          </a:p>
        </p:txBody>
      </p:sp>
      <p:sp>
        <p:nvSpPr>
          <p:cNvPr id="4" name="Slide Number Placeholder 3">
            <a:extLst>
              <a:ext uri="{FF2B5EF4-FFF2-40B4-BE49-F238E27FC236}">
                <a16:creationId xmlns:a16="http://schemas.microsoft.com/office/drawing/2014/main" id="{A4641E82-6208-4111-A592-2BC5FB472E65}"/>
              </a:ext>
            </a:extLst>
          </p:cNvPr>
          <p:cNvSpPr>
            <a:spLocks noGrp="1"/>
          </p:cNvSpPr>
          <p:nvPr>
            <p:ph type="sldNum" sz="quarter" idx="12"/>
          </p:nvPr>
        </p:nvSpPr>
        <p:spPr/>
        <p:txBody>
          <a:bodyPr/>
          <a:lstStyle/>
          <a:p>
            <a:fld id="{53AB79A1-B91A-4D82-91A3-D89AB0251239}" type="slidenum">
              <a:rPr lang="en-GB" altLang="en-US" smtClean="0"/>
              <a:pPr/>
              <a:t>35</a:t>
            </a:fld>
            <a:r>
              <a:rPr lang="en-GB" altLang="en-US"/>
              <a:t>/34</a:t>
            </a:r>
          </a:p>
        </p:txBody>
      </p:sp>
    </p:spTree>
    <p:extLst>
      <p:ext uri="{BB962C8B-B14F-4D97-AF65-F5344CB8AC3E}">
        <p14:creationId xmlns:p14="http://schemas.microsoft.com/office/powerpoint/2010/main" val="2534173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A5568725-8B02-2E8A-C0CF-BCBEEB08D5CB}"/>
              </a:ext>
            </a:extLst>
          </p:cNvPr>
          <p:cNvSpPr>
            <a:spLocks noGrp="1"/>
          </p:cNvSpPr>
          <p:nvPr>
            <p:ph type="sldNum" sz="quarter" idx="12"/>
          </p:nvPr>
        </p:nvSpPr>
        <p:spPr/>
        <p:txBody>
          <a:bodyPr/>
          <a:lstStyle/>
          <a:p>
            <a:fld id="{1B530F33-D49C-4A7C-9939-46A2224C9465}" type="slidenum">
              <a:rPr lang="en-GB" altLang="en-US"/>
              <a:pPr/>
              <a:t>36</a:t>
            </a:fld>
            <a:r>
              <a:rPr lang="en-GB" altLang="en-US"/>
              <a:t>/34</a:t>
            </a:r>
          </a:p>
        </p:txBody>
      </p:sp>
      <p:sp>
        <p:nvSpPr>
          <p:cNvPr id="65538" name="Rectangle 2">
            <a:extLst>
              <a:ext uri="{FF2B5EF4-FFF2-40B4-BE49-F238E27FC236}">
                <a16:creationId xmlns:a16="http://schemas.microsoft.com/office/drawing/2014/main" id="{F9CFBDC1-E250-9227-355F-3C0130868602}"/>
              </a:ext>
            </a:extLst>
          </p:cNvPr>
          <p:cNvSpPr>
            <a:spLocks noGrp="1" noChangeArrowheads="1"/>
          </p:cNvSpPr>
          <p:nvPr>
            <p:ph type="title"/>
          </p:nvPr>
        </p:nvSpPr>
        <p:spPr/>
        <p:txBody>
          <a:bodyPr/>
          <a:lstStyle/>
          <a:p>
            <a:r>
              <a:rPr lang="en-GB" altLang="en-US"/>
              <a:t>Machine learning</a:t>
            </a:r>
          </a:p>
        </p:txBody>
      </p:sp>
      <p:sp>
        <p:nvSpPr>
          <p:cNvPr id="65539" name="Rectangle 3">
            <a:extLst>
              <a:ext uri="{FF2B5EF4-FFF2-40B4-BE49-F238E27FC236}">
                <a16:creationId xmlns:a16="http://schemas.microsoft.com/office/drawing/2014/main" id="{8205D02D-8B00-205C-DDE3-C211C23585D1}"/>
              </a:ext>
            </a:extLst>
          </p:cNvPr>
          <p:cNvSpPr>
            <a:spLocks noGrp="1" noChangeArrowheads="1"/>
          </p:cNvSpPr>
          <p:nvPr>
            <p:ph type="body" idx="1"/>
          </p:nvPr>
        </p:nvSpPr>
        <p:spPr/>
        <p:txBody>
          <a:bodyPr/>
          <a:lstStyle/>
          <a:p>
            <a:pPr algn="just">
              <a:lnSpc>
                <a:spcPct val="90000"/>
              </a:lnSpc>
            </a:pPr>
            <a:r>
              <a:rPr lang="en-GB" altLang="en-US" dirty="0"/>
              <a:t>Acoustic and Lexical Models</a:t>
            </a:r>
          </a:p>
          <a:p>
            <a:pPr lvl="1" algn="just">
              <a:lnSpc>
                <a:spcPct val="90000"/>
              </a:lnSpc>
            </a:pPr>
            <a:r>
              <a:rPr lang="en-GB" altLang="en-US" dirty="0"/>
              <a:t>Analyse training data in terms of relevant features</a:t>
            </a:r>
          </a:p>
          <a:p>
            <a:pPr lvl="1" algn="just">
              <a:lnSpc>
                <a:spcPct val="90000"/>
              </a:lnSpc>
            </a:pPr>
            <a:r>
              <a:rPr lang="en-GB" altLang="en-US" dirty="0"/>
              <a:t>Learn from large amount of data different possibilities</a:t>
            </a:r>
          </a:p>
          <a:p>
            <a:pPr lvl="2" algn="just">
              <a:lnSpc>
                <a:spcPct val="90000"/>
              </a:lnSpc>
            </a:pPr>
            <a:r>
              <a:rPr lang="en-GB" altLang="en-US" dirty="0"/>
              <a:t>different phone sequences for a given word</a:t>
            </a:r>
          </a:p>
          <a:p>
            <a:pPr lvl="2" algn="just">
              <a:lnSpc>
                <a:spcPct val="90000"/>
              </a:lnSpc>
            </a:pPr>
            <a:r>
              <a:rPr lang="en-GB" altLang="en-US" dirty="0"/>
              <a:t>different combinations of elements of the speech signal for a given phone/phoneme</a:t>
            </a:r>
          </a:p>
          <a:p>
            <a:pPr lvl="1" algn="just">
              <a:lnSpc>
                <a:spcPct val="90000"/>
              </a:lnSpc>
            </a:pPr>
            <a:r>
              <a:rPr lang="en-GB" altLang="en-US" dirty="0"/>
              <a:t>Combine these into a Hidden Markov Model expressing the probabilities</a:t>
            </a:r>
          </a:p>
          <a:p>
            <a:pPr lvl="2">
              <a:lnSpc>
                <a:spcPct val="90000"/>
              </a:lnSpc>
            </a:pPr>
            <a:endParaRPr lang="en-GB"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1ABB4763-8070-D1E7-EA23-D4D70C2B2FE0}"/>
              </a:ext>
            </a:extLst>
          </p:cNvPr>
          <p:cNvSpPr>
            <a:spLocks noGrp="1"/>
          </p:cNvSpPr>
          <p:nvPr>
            <p:ph type="sldNum" sz="quarter" idx="12"/>
          </p:nvPr>
        </p:nvSpPr>
        <p:spPr/>
        <p:txBody>
          <a:bodyPr/>
          <a:lstStyle/>
          <a:p>
            <a:fld id="{9CB46F21-49C0-4290-9CDC-ED504F351363}" type="slidenum">
              <a:rPr lang="en-GB" altLang="en-US"/>
              <a:pPr/>
              <a:t>37</a:t>
            </a:fld>
            <a:r>
              <a:rPr lang="en-GB" altLang="en-US"/>
              <a:t>/34</a:t>
            </a:r>
          </a:p>
        </p:txBody>
      </p:sp>
      <p:pic>
        <p:nvPicPr>
          <p:cNvPr id="67588" name="Picture 4">
            <a:extLst>
              <a:ext uri="{FF2B5EF4-FFF2-40B4-BE49-F238E27FC236}">
                <a16:creationId xmlns:a16="http://schemas.microsoft.com/office/drawing/2014/main" id="{E3D6201B-9287-7662-9B41-9191088516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44688"/>
            <a:ext cx="8229600" cy="345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589" name="Rectangle 5">
            <a:extLst>
              <a:ext uri="{FF2B5EF4-FFF2-40B4-BE49-F238E27FC236}">
                <a16:creationId xmlns:a16="http://schemas.microsoft.com/office/drawing/2014/main" id="{980D2D4D-2558-87C9-3A40-B04228F8ACF1}"/>
              </a:ext>
            </a:extLst>
          </p:cNvPr>
          <p:cNvSpPr>
            <a:spLocks noGrp="1" noChangeArrowheads="1"/>
          </p:cNvSpPr>
          <p:nvPr>
            <p:ph type="title"/>
          </p:nvPr>
        </p:nvSpPr>
        <p:spPr/>
        <p:txBody>
          <a:bodyPr/>
          <a:lstStyle/>
          <a:p>
            <a:r>
              <a:rPr lang="en-GB" altLang="en-US"/>
              <a:t>HMMs for some words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8B29F1D-76A1-650C-F2C4-4D96250F938B}"/>
              </a:ext>
            </a:extLst>
          </p:cNvPr>
          <p:cNvSpPr>
            <a:spLocks noGrp="1"/>
          </p:cNvSpPr>
          <p:nvPr>
            <p:ph type="sldNum" sz="quarter" idx="12"/>
          </p:nvPr>
        </p:nvSpPr>
        <p:spPr/>
        <p:txBody>
          <a:bodyPr/>
          <a:lstStyle/>
          <a:p>
            <a:fld id="{91FD7E99-DC13-403B-B31C-94357B34744D}" type="slidenum">
              <a:rPr lang="en-GB" altLang="en-US"/>
              <a:pPr/>
              <a:t>38</a:t>
            </a:fld>
            <a:r>
              <a:rPr lang="en-GB" altLang="en-US"/>
              <a:t>/34</a:t>
            </a:r>
          </a:p>
        </p:txBody>
      </p:sp>
      <p:sp>
        <p:nvSpPr>
          <p:cNvPr id="70658" name="Rectangle 2">
            <a:extLst>
              <a:ext uri="{FF2B5EF4-FFF2-40B4-BE49-F238E27FC236}">
                <a16:creationId xmlns:a16="http://schemas.microsoft.com/office/drawing/2014/main" id="{EEC79439-53AB-9EE9-D837-74D488BD2CBE}"/>
              </a:ext>
            </a:extLst>
          </p:cNvPr>
          <p:cNvSpPr>
            <a:spLocks noGrp="1" noChangeArrowheads="1"/>
          </p:cNvSpPr>
          <p:nvPr>
            <p:ph type="title"/>
          </p:nvPr>
        </p:nvSpPr>
        <p:spPr/>
        <p:txBody>
          <a:bodyPr/>
          <a:lstStyle/>
          <a:p>
            <a:r>
              <a:rPr lang="en-GB" altLang="en-US"/>
              <a:t>Language model</a:t>
            </a:r>
          </a:p>
        </p:txBody>
      </p:sp>
      <p:sp>
        <p:nvSpPr>
          <p:cNvPr id="70659" name="Rectangle 3">
            <a:extLst>
              <a:ext uri="{FF2B5EF4-FFF2-40B4-BE49-F238E27FC236}">
                <a16:creationId xmlns:a16="http://schemas.microsoft.com/office/drawing/2014/main" id="{3F0A7874-0D04-065D-31D5-F0EBA63AA490}"/>
              </a:ext>
            </a:extLst>
          </p:cNvPr>
          <p:cNvSpPr>
            <a:spLocks noGrp="1" noChangeArrowheads="1"/>
          </p:cNvSpPr>
          <p:nvPr>
            <p:ph type="body" idx="1"/>
          </p:nvPr>
        </p:nvSpPr>
        <p:spPr/>
        <p:txBody>
          <a:bodyPr/>
          <a:lstStyle/>
          <a:p>
            <a:pPr algn="just"/>
            <a:r>
              <a:rPr lang="en-US" altLang="en-US" dirty="0"/>
              <a:t>Models likelihood of word given previous word(s)</a:t>
            </a:r>
          </a:p>
          <a:p>
            <a:pPr algn="just"/>
            <a:r>
              <a:rPr lang="en-US" altLang="en-US" dirty="0"/>
              <a:t>n-gram models:</a:t>
            </a:r>
          </a:p>
          <a:p>
            <a:pPr lvl="1" algn="just"/>
            <a:r>
              <a:rPr lang="en-US" altLang="en-US" dirty="0"/>
              <a:t>Build the model by calculating bigram or trigram probabilities from text training corpus</a:t>
            </a:r>
          </a:p>
          <a:p>
            <a:pPr lvl="1" algn="just"/>
            <a:r>
              <a:rPr lang="en-US" altLang="en-US" dirty="0"/>
              <a:t>Smoothing issues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9CDED891-5EF3-CF6A-22F5-15F41F8D82E5}"/>
              </a:ext>
            </a:extLst>
          </p:cNvPr>
          <p:cNvSpPr>
            <a:spLocks noGrp="1"/>
          </p:cNvSpPr>
          <p:nvPr>
            <p:ph type="sldNum" sz="quarter" idx="12"/>
          </p:nvPr>
        </p:nvSpPr>
        <p:spPr/>
        <p:txBody>
          <a:bodyPr/>
          <a:lstStyle/>
          <a:p>
            <a:fld id="{01E990DC-2D29-4958-88AE-CFE3AE4E2CEA}" type="slidenum">
              <a:rPr lang="en-GB" altLang="en-US"/>
              <a:pPr/>
              <a:t>39</a:t>
            </a:fld>
            <a:r>
              <a:rPr lang="en-GB" altLang="en-US"/>
              <a:t>/34</a:t>
            </a:r>
          </a:p>
        </p:txBody>
      </p:sp>
      <p:sp>
        <p:nvSpPr>
          <p:cNvPr id="72708" name="Rectangle 4">
            <a:extLst>
              <a:ext uri="{FF2B5EF4-FFF2-40B4-BE49-F238E27FC236}">
                <a16:creationId xmlns:a16="http://schemas.microsoft.com/office/drawing/2014/main" id="{C8E65D56-695D-8BF3-3B21-0E6998A0430B}"/>
              </a:ext>
            </a:extLst>
          </p:cNvPr>
          <p:cNvSpPr>
            <a:spLocks noChangeArrowheads="1"/>
          </p:cNvSpPr>
          <p:nvPr/>
        </p:nvSpPr>
        <p:spPr bwMode="auto">
          <a:xfrm>
            <a:off x="457200" y="274638"/>
            <a:ext cx="822960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cs typeface="Arial" panose="020B0604020202020204" pitchFamily="34" charset="0"/>
              </a:defRPr>
            </a:lvl1pPr>
            <a:lvl2pPr algn="ctr">
              <a:defRPr sz="4400">
                <a:solidFill>
                  <a:schemeClr val="tx2"/>
                </a:solidFill>
                <a:latin typeface="Arial" panose="020B0604020202020204" pitchFamily="34" charset="0"/>
                <a:cs typeface="Arial" panose="020B0604020202020204" pitchFamily="34" charset="0"/>
              </a:defRPr>
            </a:lvl2pPr>
            <a:lvl3pPr algn="ctr">
              <a:defRPr sz="4400">
                <a:solidFill>
                  <a:schemeClr val="tx2"/>
                </a:solidFill>
                <a:latin typeface="Arial" panose="020B0604020202020204" pitchFamily="34" charset="0"/>
                <a:cs typeface="Arial" panose="020B0604020202020204" pitchFamily="34" charset="0"/>
              </a:defRPr>
            </a:lvl3pPr>
            <a:lvl4pPr algn="ctr">
              <a:defRPr sz="4400">
                <a:solidFill>
                  <a:schemeClr val="tx2"/>
                </a:solidFill>
                <a:latin typeface="Arial" panose="020B0604020202020204" pitchFamily="34" charset="0"/>
                <a:cs typeface="Arial" panose="020B0604020202020204" pitchFamily="34" charset="0"/>
              </a:defRPr>
            </a:lvl4pPr>
            <a:lvl5pPr algn="ctr">
              <a:defRPr sz="4400">
                <a:solidFill>
                  <a:schemeClr val="tx2"/>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US" altLang="en-US"/>
              <a:t>The Noisy Channel Model</a:t>
            </a:r>
          </a:p>
        </p:txBody>
      </p:sp>
      <p:sp>
        <p:nvSpPr>
          <p:cNvPr id="72709" name="Rectangle 5">
            <a:extLst>
              <a:ext uri="{FF2B5EF4-FFF2-40B4-BE49-F238E27FC236}">
                <a16:creationId xmlns:a16="http://schemas.microsoft.com/office/drawing/2014/main" id="{31F18935-ED53-031A-1644-B67E0196F066}"/>
              </a:ext>
            </a:extLst>
          </p:cNvPr>
          <p:cNvSpPr>
            <a:spLocks noChangeArrowheads="1"/>
          </p:cNvSpPr>
          <p:nvPr/>
        </p:nvSpPr>
        <p:spPr bwMode="auto">
          <a:xfrm>
            <a:off x="457200" y="1219200"/>
            <a:ext cx="8229600" cy="490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endParaRPr lang="en-US" altLang="en-US" dirty="0"/>
          </a:p>
          <a:p>
            <a:endParaRPr lang="en-US" altLang="en-US" dirty="0"/>
          </a:p>
          <a:p>
            <a:endParaRPr lang="en-US" altLang="en-US" dirty="0"/>
          </a:p>
          <a:p>
            <a:endParaRPr lang="en-US" altLang="en-US" dirty="0"/>
          </a:p>
          <a:p>
            <a:endParaRPr lang="en-US" altLang="en-US" dirty="0"/>
          </a:p>
          <a:p>
            <a:pPr algn="just"/>
            <a:r>
              <a:rPr lang="en-US" altLang="en-US" dirty="0"/>
              <a:t>Search through space of all possible sentences</a:t>
            </a:r>
          </a:p>
          <a:p>
            <a:pPr algn="just"/>
            <a:r>
              <a:rPr lang="en-US" altLang="en-US" dirty="0"/>
              <a:t>Pick the one that is most probable given the waveform</a:t>
            </a:r>
          </a:p>
        </p:txBody>
      </p:sp>
      <p:pic>
        <p:nvPicPr>
          <p:cNvPr id="72710" name="Picture 6">
            <a:extLst>
              <a:ext uri="{FF2B5EF4-FFF2-40B4-BE49-F238E27FC236}">
                <a16:creationId xmlns:a16="http://schemas.microsoft.com/office/drawing/2014/main" id="{D03FCE29-B550-1BE6-E472-C2805DC8F7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05000"/>
            <a:ext cx="8178800" cy="1766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C6B7BB1A-41E0-461E-F789-17902996C040}"/>
              </a:ext>
            </a:extLst>
          </p:cNvPr>
          <p:cNvSpPr>
            <a:spLocks noGrp="1"/>
          </p:cNvSpPr>
          <p:nvPr>
            <p:ph type="sldNum" sz="quarter" idx="12"/>
          </p:nvPr>
        </p:nvSpPr>
        <p:spPr/>
        <p:txBody>
          <a:bodyPr/>
          <a:lstStyle/>
          <a:p>
            <a:fld id="{87CBAF82-70C0-4441-B63F-0020BDE8FAD1}" type="slidenum">
              <a:rPr lang="en-GB" altLang="en-US"/>
              <a:pPr/>
              <a:t>40</a:t>
            </a:fld>
            <a:r>
              <a:rPr lang="en-GB" altLang="en-US"/>
              <a:t>/34</a:t>
            </a:r>
          </a:p>
        </p:txBody>
      </p:sp>
      <p:sp>
        <p:nvSpPr>
          <p:cNvPr id="74754" name="Rectangle 2">
            <a:extLst>
              <a:ext uri="{FF2B5EF4-FFF2-40B4-BE49-F238E27FC236}">
                <a16:creationId xmlns:a16="http://schemas.microsoft.com/office/drawing/2014/main" id="{BCCC8776-2F16-DCB2-4E53-DF0FA7999DAD}"/>
              </a:ext>
            </a:extLst>
          </p:cNvPr>
          <p:cNvSpPr>
            <a:spLocks noGrp="1" noChangeArrowheads="1"/>
          </p:cNvSpPr>
          <p:nvPr>
            <p:ph type="title"/>
          </p:nvPr>
        </p:nvSpPr>
        <p:spPr/>
        <p:txBody>
          <a:bodyPr/>
          <a:lstStyle/>
          <a:p>
            <a:r>
              <a:rPr lang="en-GB" altLang="en-US"/>
              <a:t>The Noisy Channel Model</a:t>
            </a:r>
          </a:p>
        </p:txBody>
      </p:sp>
      <p:sp>
        <p:nvSpPr>
          <p:cNvPr id="74755" name="Rectangle 3">
            <a:extLst>
              <a:ext uri="{FF2B5EF4-FFF2-40B4-BE49-F238E27FC236}">
                <a16:creationId xmlns:a16="http://schemas.microsoft.com/office/drawing/2014/main" id="{AE8D27B9-F420-E18A-1495-FEF2D37643B2}"/>
              </a:ext>
            </a:extLst>
          </p:cNvPr>
          <p:cNvSpPr>
            <a:spLocks noGrp="1" noChangeArrowheads="1"/>
          </p:cNvSpPr>
          <p:nvPr>
            <p:ph type="body" idx="1"/>
          </p:nvPr>
        </p:nvSpPr>
        <p:spPr>
          <a:xfrm>
            <a:off x="457200" y="1417638"/>
            <a:ext cx="8229600" cy="4525963"/>
          </a:xfrm>
        </p:spPr>
        <p:txBody>
          <a:bodyPr/>
          <a:lstStyle/>
          <a:p>
            <a:pPr algn="just">
              <a:lnSpc>
                <a:spcPct val="90000"/>
              </a:lnSpc>
            </a:pPr>
            <a:r>
              <a:rPr lang="en-GB" altLang="en-US" sz="2800" dirty="0"/>
              <a:t>Use the acoustic model to give a set of likely phone sequences</a:t>
            </a:r>
          </a:p>
          <a:p>
            <a:pPr algn="just">
              <a:lnSpc>
                <a:spcPct val="90000"/>
              </a:lnSpc>
            </a:pPr>
            <a:r>
              <a:rPr lang="en-GB" altLang="en-US" sz="2800" dirty="0"/>
              <a:t>Use the lexical and language models to judge which of these are likely to result in probable word sequences</a:t>
            </a:r>
          </a:p>
          <a:p>
            <a:pPr algn="just">
              <a:lnSpc>
                <a:spcPct val="90000"/>
              </a:lnSpc>
            </a:pPr>
            <a:r>
              <a:rPr lang="en-GB" altLang="en-US" sz="2800" dirty="0"/>
              <a:t>The trick is having sophisticated algorithms to juggle the statistics</a:t>
            </a:r>
          </a:p>
          <a:p>
            <a:pPr algn="just">
              <a:lnSpc>
                <a:spcPct val="90000"/>
              </a:lnSpc>
            </a:pPr>
            <a:r>
              <a:rPr lang="en-GB" altLang="en-US" sz="2800" dirty="0"/>
              <a:t>A bit like the rule-based approach except that it is all learned automatically from data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E9543-671A-B205-8EF5-6DE599E2FC4F}"/>
              </a:ext>
            </a:extLst>
          </p:cNvPr>
          <p:cNvSpPr>
            <a:spLocks noGrp="1"/>
          </p:cNvSpPr>
          <p:nvPr>
            <p:ph type="title"/>
          </p:nvPr>
        </p:nvSpPr>
        <p:spPr/>
        <p:txBody>
          <a:bodyPr/>
          <a:lstStyle/>
          <a:p>
            <a:r>
              <a:rPr lang="en-IN" dirty="0"/>
              <a:t>Acoustic</a:t>
            </a:r>
            <a:r>
              <a:rPr lang="en-IN" spc="-160" dirty="0"/>
              <a:t> </a:t>
            </a:r>
            <a:r>
              <a:rPr lang="en-IN" spc="-10" dirty="0"/>
              <a:t>Model</a:t>
            </a:r>
            <a:endParaRPr lang="en-IN" dirty="0"/>
          </a:p>
        </p:txBody>
      </p:sp>
      <p:sp>
        <p:nvSpPr>
          <p:cNvPr id="3" name="Content Placeholder 2">
            <a:extLst>
              <a:ext uri="{FF2B5EF4-FFF2-40B4-BE49-F238E27FC236}">
                <a16:creationId xmlns:a16="http://schemas.microsoft.com/office/drawing/2014/main" id="{AD88B4C5-F47D-EFDF-E771-1D1380247135}"/>
              </a:ext>
            </a:extLst>
          </p:cNvPr>
          <p:cNvSpPr>
            <a:spLocks noGrp="1"/>
          </p:cNvSpPr>
          <p:nvPr>
            <p:ph idx="1"/>
          </p:nvPr>
        </p:nvSpPr>
        <p:spPr/>
        <p:txBody>
          <a:bodyPr/>
          <a:lstStyle/>
          <a:p>
            <a:pPr marL="336550" marR="64769" indent="-323850" algn="just">
              <a:lnSpc>
                <a:spcPct val="92900"/>
              </a:lnSpc>
              <a:spcBef>
                <a:spcPts val="400"/>
              </a:spcBef>
              <a:buClr>
                <a:srgbClr val="0D584D"/>
              </a:buClr>
              <a:buSzPct val="43750"/>
              <a:buFont typeface="Wingdings"/>
              <a:buChar char=""/>
              <a:tabLst>
                <a:tab pos="336550" algn="l"/>
              </a:tabLst>
            </a:pPr>
            <a:r>
              <a:rPr lang="en-US" sz="2400" dirty="0">
                <a:latin typeface="Arial MT"/>
                <a:cs typeface="Arial MT"/>
              </a:rPr>
              <a:t>For</a:t>
            </a:r>
            <a:r>
              <a:rPr lang="en-US" sz="2400" spc="-20" dirty="0">
                <a:latin typeface="Arial MT"/>
                <a:cs typeface="Arial MT"/>
              </a:rPr>
              <a:t> </a:t>
            </a:r>
            <a:r>
              <a:rPr lang="en-US" sz="2400" dirty="0">
                <a:latin typeface="Arial MT"/>
                <a:cs typeface="Arial MT"/>
              </a:rPr>
              <a:t>each</a:t>
            </a:r>
            <a:r>
              <a:rPr lang="en-US" sz="2400" spc="5" dirty="0">
                <a:latin typeface="Arial MT"/>
                <a:cs typeface="Arial MT"/>
              </a:rPr>
              <a:t> </a:t>
            </a:r>
            <a:r>
              <a:rPr lang="en-US" sz="2400" dirty="0">
                <a:latin typeface="Arial MT"/>
                <a:cs typeface="Arial MT"/>
              </a:rPr>
              <a:t>frame</a:t>
            </a:r>
            <a:r>
              <a:rPr lang="en-US" sz="2400" spc="-65" dirty="0">
                <a:latin typeface="Arial MT"/>
                <a:cs typeface="Arial MT"/>
              </a:rPr>
              <a:t> </a:t>
            </a:r>
            <a:r>
              <a:rPr lang="en-US" sz="2400" dirty="0">
                <a:latin typeface="Arial MT"/>
                <a:cs typeface="Arial MT"/>
              </a:rPr>
              <a:t>of</a:t>
            </a:r>
            <a:r>
              <a:rPr lang="en-US" sz="2400" spc="10" dirty="0">
                <a:latin typeface="Arial MT"/>
                <a:cs typeface="Arial MT"/>
              </a:rPr>
              <a:t> </a:t>
            </a:r>
            <a:r>
              <a:rPr lang="en-US" sz="2400" dirty="0">
                <a:latin typeface="Arial MT"/>
                <a:cs typeface="Arial MT"/>
              </a:rPr>
              <a:t>data,</a:t>
            </a:r>
            <a:r>
              <a:rPr lang="en-US" sz="2400" spc="-70" dirty="0">
                <a:latin typeface="Arial MT"/>
                <a:cs typeface="Arial MT"/>
              </a:rPr>
              <a:t> </a:t>
            </a:r>
            <a:r>
              <a:rPr lang="en-US" sz="2400" dirty="0">
                <a:latin typeface="Arial MT"/>
                <a:cs typeface="Arial MT"/>
              </a:rPr>
              <a:t>we</a:t>
            </a:r>
            <a:r>
              <a:rPr lang="en-US" sz="2400" spc="5" dirty="0">
                <a:latin typeface="Arial MT"/>
                <a:cs typeface="Arial MT"/>
              </a:rPr>
              <a:t> </a:t>
            </a:r>
            <a:r>
              <a:rPr lang="en-US" sz="2400" dirty="0">
                <a:latin typeface="Arial MT"/>
                <a:cs typeface="Arial MT"/>
              </a:rPr>
              <a:t>need</a:t>
            </a:r>
            <a:r>
              <a:rPr lang="en-US" sz="2400" spc="5" dirty="0">
                <a:latin typeface="Arial MT"/>
                <a:cs typeface="Arial MT"/>
              </a:rPr>
              <a:t> </a:t>
            </a:r>
            <a:r>
              <a:rPr lang="en-US" sz="2400" dirty="0">
                <a:latin typeface="Arial MT"/>
                <a:cs typeface="Arial MT"/>
              </a:rPr>
              <a:t>some</a:t>
            </a:r>
            <a:r>
              <a:rPr lang="en-US" sz="2400" spc="5" dirty="0">
                <a:latin typeface="Arial MT"/>
                <a:cs typeface="Arial MT"/>
              </a:rPr>
              <a:t> </a:t>
            </a:r>
            <a:r>
              <a:rPr lang="en-US" sz="2400" spc="-25" dirty="0">
                <a:latin typeface="Arial MT"/>
                <a:cs typeface="Arial MT"/>
              </a:rPr>
              <a:t>way </a:t>
            </a:r>
            <a:r>
              <a:rPr lang="en-US" sz="2400" dirty="0">
                <a:latin typeface="Arial MT"/>
                <a:cs typeface="Arial MT"/>
              </a:rPr>
              <a:t>of</a:t>
            </a:r>
            <a:r>
              <a:rPr lang="en-US" sz="2400" spc="-65" dirty="0">
                <a:latin typeface="Arial MT"/>
                <a:cs typeface="Arial MT"/>
              </a:rPr>
              <a:t> </a:t>
            </a:r>
            <a:r>
              <a:rPr lang="en-US" sz="2400" dirty="0">
                <a:latin typeface="Arial MT"/>
                <a:cs typeface="Arial MT"/>
              </a:rPr>
              <a:t>describing</a:t>
            </a:r>
            <a:r>
              <a:rPr lang="en-US" sz="2400" spc="-60" dirty="0">
                <a:latin typeface="Arial MT"/>
                <a:cs typeface="Arial MT"/>
              </a:rPr>
              <a:t> </a:t>
            </a:r>
            <a:r>
              <a:rPr lang="en-US" sz="2400" dirty="0">
                <a:latin typeface="Arial MT"/>
                <a:cs typeface="Arial MT"/>
              </a:rPr>
              <a:t>the</a:t>
            </a:r>
            <a:r>
              <a:rPr lang="en-US" sz="2400" spc="-60" dirty="0">
                <a:latin typeface="Arial MT"/>
                <a:cs typeface="Arial MT"/>
              </a:rPr>
              <a:t> </a:t>
            </a:r>
            <a:r>
              <a:rPr lang="en-US" sz="2400" dirty="0">
                <a:latin typeface="Arial MT"/>
                <a:cs typeface="Arial MT"/>
              </a:rPr>
              <a:t>likelihood</a:t>
            </a:r>
            <a:r>
              <a:rPr lang="en-US" sz="2400" spc="5" dirty="0">
                <a:latin typeface="Arial MT"/>
                <a:cs typeface="Arial MT"/>
              </a:rPr>
              <a:t> </a:t>
            </a:r>
            <a:r>
              <a:rPr lang="en-US" sz="2400" dirty="0">
                <a:latin typeface="Arial MT"/>
                <a:cs typeface="Arial MT"/>
              </a:rPr>
              <a:t>of</a:t>
            </a:r>
            <a:r>
              <a:rPr lang="en-US" sz="2400" spc="5" dirty="0">
                <a:latin typeface="Arial MT"/>
                <a:cs typeface="Arial MT"/>
              </a:rPr>
              <a:t> </a:t>
            </a:r>
            <a:r>
              <a:rPr lang="en-US" sz="2400" dirty="0">
                <a:latin typeface="Arial MT"/>
                <a:cs typeface="Arial MT"/>
              </a:rPr>
              <a:t>it belonging</a:t>
            </a:r>
            <a:r>
              <a:rPr lang="en-US" sz="2400" spc="10" dirty="0">
                <a:latin typeface="Arial MT"/>
                <a:cs typeface="Arial MT"/>
              </a:rPr>
              <a:t> </a:t>
            </a:r>
            <a:r>
              <a:rPr lang="en-US" sz="2400" spc="-25" dirty="0">
                <a:latin typeface="Arial MT"/>
                <a:cs typeface="Arial MT"/>
              </a:rPr>
              <a:t>to </a:t>
            </a:r>
            <a:r>
              <a:rPr lang="en-US" sz="2400" dirty="0">
                <a:latin typeface="Arial MT"/>
                <a:cs typeface="Arial MT"/>
              </a:rPr>
              <a:t>any</a:t>
            </a:r>
            <a:r>
              <a:rPr lang="en-US" sz="2400" spc="-40" dirty="0">
                <a:latin typeface="Arial MT"/>
                <a:cs typeface="Arial MT"/>
              </a:rPr>
              <a:t> </a:t>
            </a:r>
            <a:r>
              <a:rPr lang="en-US" sz="2400" dirty="0">
                <a:latin typeface="Arial MT"/>
                <a:cs typeface="Arial MT"/>
              </a:rPr>
              <a:t>of</a:t>
            </a:r>
            <a:r>
              <a:rPr lang="en-US" sz="2400" spc="5" dirty="0">
                <a:latin typeface="Arial MT"/>
                <a:cs typeface="Arial MT"/>
              </a:rPr>
              <a:t> </a:t>
            </a:r>
            <a:r>
              <a:rPr lang="en-US" sz="2400" dirty="0">
                <a:latin typeface="Arial MT"/>
                <a:cs typeface="Arial MT"/>
              </a:rPr>
              <a:t>our</a:t>
            </a:r>
            <a:r>
              <a:rPr lang="en-US" sz="2400" spc="-20" dirty="0">
                <a:latin typeface="Arial MT"/>
                <a:cs typeface="Arial MT"/>
              </a:rPr>
              <a:t> </a:t>
            </a:r>
            <a:r>
              <a:rPr lang="en-US" sz="2400" spc="-10" dirty="0">
                <a:latin typeface="Arial MT"/>
                <a:cs typeface="Arial MT"/>
              </a:rPr>
              <a:t>classes</a:t>
            </a:r>
            <a:endParaRPr lang="en-US" sz="2400" dirty="0">
              <a:latin typeface="Arial MT"/>
              <a:cs typeface="Arial MT"/>
            </a:endParaRPr>
          </a:p>
          <a:p>
            <a:pPr marL="335915" indent="-323215" algn="just">
              <a:lnSpc>
                <a:spcPts val="3529"/>
              </a:lnSpc>
              <a:buClr>
                <a:srgbClr val="0D584D"/>
              </a:buClr>
              <a:buSzPct val="43750"/>
              <a:buFont typeface="Wingdings"/>
              <a:buChar char=""/>
              <a:tabLst>
                <a:tab pos="335915" algn="l"/>
              </a:tabLst>
            </a:pPr>
            <a:r>
              <a:rPr lang="en-US" sz="2400" dirty="0">
                <a:latin typeface="Arial MT"/>
                <a:cs typeface="Arial MT"/>
              </a:rPr>
              <a:t>Two</a:t>
            </a:r>
            <a:r>
              <a:rPr lang="en-US" sz="2400" spc="-65" dirty="0">
                <a:latin typeface="Arial MT"/>
                <a:cs typeface="Arial MT"/>
              </a:rPr>
              <a:t> </a:t>
            </a:r>
            <a:r>
              <a:rPr lang="en-US" sz="2400" dirty="0">
                <a:latin typeface="Arial MT"/>
                <a:cs typeface="Arial MT"/>
              </a:rPr>
              <a:t>methods</a:t>
            </a:r>
            <a:r>
              <a:rPr lang="en-US" sz="2400" spc="-20" dirty="0">
                <a:latin typeface="Arial MT"/>
                <a:cs typeface="Arial MT"/>
              </a:rPr>
              <a:t> </a:t>
            </a:r>
            <a:r>
              <a:rPr lang="en-US" sz="2400" dirty="0">
                <a:latin typeface="Arial MT"/>
                <a:cs typeface="Arial MT"/>
              </a:rPr>
              <a:t>are</a:t>
            </a:r>
            <a:r>
              <a:rPr lang="en-US" sz="2400" spc="15" dirty="0">
                <a:latin typeface="Arial MT"/>
                <a:cs typeface="Arial MT"/>
              </a:rPr>
              <a:t> </a:t>
            </a:r>
            <a:r>
              <a:rPr lang="en-US" sz="2400" dirty="0">
                <a:latin typeface="Arial MT"/>
                <a:cs typeface="Arial MT"/>
              </a:rPr>
              <a:t>commonly</a:t>
            </a:r>
            <a:r>
              <a:rPr lang="en-US" sz="2400" spc="-20" dirty="0">
                <a:latin typeface="Arial MT"/>
                <a:cs typeface="Arial MT"/>
              </a:rPr>
              <a:t> used</a:t>
            </a:r>
            <a:endParaRPr lang="en-US" sz="2400" dirty="0">
              <a:latin typeface="Arial MT"/>
              <a:cs typeface="Arial MT"/>
            </a:endParaRPr>
          </a:p>
          <a:p>
            <a:pPr marL="768350" marR="5080" lvl="1" indent="-287655" algn="just">
              <a:lnSpc>
                <a:spcPts val="3080"/>
              </a:lnSpc>
              <a:spcBef>
                <a:spcPts val="210"/>
              </a:spcBef>
              <a:buSzPct val="76363"/>
              <a:buFont typeface="Symbol"/>
              <a:buChar char=""/>
              <a:tabLst>
                <a:tab pos="768350" algn="l"/>
              </a:tabLst>
            </a:pPr>
            <a:r>
              <a:rPr lang="en-US" sz="2000" dirty="0">
                <a:latin typeface="Arial MT"/>
                <a:cs typeface="Arial MT"/>
              </a:rPr>
              <a:t>Multilayer</a:t>
            </a:r>
            <a:r>
              <a:rPr lang="en-US" sz="2000" spc="95" dirty="0">
                <a:latin typeface="Arial MT"/>
                <a:cs typeface="Arial MT"/>
              </a:rPr>
              <a:t> </a:t>
            </a:r>
            <a:r>
              <a:rPr lang="en-US" sz="2000" dirty="0">
                <a:latin typeface="Arial MT"/>
                <a:cs typeface="Arial MT"/>
              </a:rPr>
              <a:t>perceptron</a:t>
            </a:r>
            <a:r>
              <a:rPr lang="en-US" sz="2000" spc="170" dirty="0">
                <a:latin typeface="Arial MT"/>
                <a:cs typeface="Arial MT"/>
              </a:rPr>
              <a:t> </a:t>
            </a:r>
            <a:r>
              <a:rPr lang="en-US" sz="2000" dirty="0">
                <a:latin typeface="Arial MT"/>
                <a:cs typeface="Arial MT"/>
              </a:rPr>
              <a:t>(MLP)</a:t>
            </a:r>
            <a:r>
              <a:rPr lang="en-US" sz="2000" spc="190" dirty="0">
                <a:latin typeface="Arial MT"/>
                <a:cs typeface="Arial MT"/>
              </a:rPr>
              <a:t> </a:t>
            </a:r>
            <a:r>
              <a:rPr lang="en-US" sz="2000" dirty="0">
                <a:latin typeface="Arial MT"/>
                <a:cs typeface="Arial MT"/>
              </a:rPr>
              <a:t>gives</a:t>
            </a:r>
            <a:r>
              <a:rPr lang="en-US" sz="2000" spc="170" dirty="0">
                <a:latin typeface="Arial MT"/>
                <a:cs typeface="Arial MT"/>
              </a:rPr>
              <a:t> </a:t>
            </a:r>
            <a:r>
              <a:rPr lang="en-US" sz="2000" dirty="0">
                <a:latin typeface="Arial MT"/>
                <a:cs typeface="Arial MT"/>
              </a:rPr>
              <a:t>the</a:t>
            </a:r>
            <a:r>
              <a:rPr lang="en-US" sz="2000" spc="170" dirty="0">
                <a:latin typeface="Arial MT"/>
                <a:cs typeface="Arial MT"/>
              </a:rPr>
              <a:t> </a:t>
            </a:r>
            <a:r>
              <a:rPr lang="en-US" sz="2000" spc="-10" dirty="0">
                <a:latin typeface="Arial MT"/>
                <a:cs typeface="Arial MT"/>
              </a:rPr>
              <a:t>likelihood </a:t>
            </a:r>
            <a:r>
              <a:rPr lang="en-US" sz="2000" dirty="0">
                <a:latin typeface="Arial MT"/>
                <a:cs typeface="Arial MT"/>
              </a:rPr>
              <a:t>of</a:t>
            </a:r>
            <a:r>
              <a:rPr lang="en-US" sz="2000" spc="25" dirty="0">
                <a:latin typeface="Arial MT"/>
                <a:cs typeface="Arial MT"/>
              </a:rPr>
              <a:t> </a:t>
            </a:r>
            <a:r>
              <a:rPr lang="en-US" sz="2000" dirty="0">
                <a:latin typeface="Arial MT"/>
                <a:cs typeface="Arial MT"/>
              </a:rPr>
              <a:t>a</a:t>
            </a:r>
            <a:r>
              <a:rPr lang="en-US" sz="2000" spc="145" dirty="0">
                <a:latin typeface="Arial MT"/>
                <a:cs typeface="Arial MT"/>
              </a:rPr>
              <a:t> </a:t>
            </a:r>
            <a:r>
              <a:rPr lang="en-US" sz="2000" dirty="0">
                <a:latin typeface="Arial MT"/>
                <a:cs typeface="Arial MT"/>
              </a:rPr>
              <a:t>class</a:t>
            </a:r>
            <a:r>
              <a:rPr lang="en-US" sz="2000" spc="80" dirty="0">
                <a:latin typeface="Arial MT"/>
                <a:cs typeface="Arial MT"/>
              </a:rPr>
              <a:t> </a:t>
            </a:r>
            <a:r>
              <a:rPr lang="en-US" sz="2000" dirty="0">
                <a:latin typeface="Arial MT"/>
                <a:cs typeface="Arial MT"/>
              </a:rPr>
              <a:t>given</a:t>
            </a:r>
            <a:r>
              <a:rPr lang="en-US" sz="2000" spc="70" dirty="0">
                <a:latin typeface="Arial MT"/>
                <a:cs typeface="Arial MT"/>
              </a:rPr>
              <a:t> </a:t>
            </a:r>
            <a:r>
              <a:rPr lang="en-US" sz="2000" dirty="0">
                <a:latin typeface="Arial MT"/>
                <a:cs typeface="Arial MT"/>
              </a:rPr>
              <a:t>the</a:t>
            </a:r>
            <a:r>
              <a:rPr lang="en-US" sz="2000" spc="70" dirty="0">
                <a:latin typeface="Arial MT"/>
                <a:cs typeface="Arial MT"/>
              </a:rPr>
              <a:t> </a:t>
            </a:r>
            <a:r>
              <a:rPr lang="en-US" sz="2000" spc="-20" dirty="0">
                <a:latin typeface="Arial MT"/>
                <a:cs typeface="Arial MT"/>
              </a:rPr>
              <a:t>data</a:t>
            </a:r>
            <a:endParaRPr lang="en-US" sz="2000" dirty="0">
              <a:latin typeface="Arial MT"/>
              <a:cs typeface="Arial MT"/>
            </a:endParaRPr>
          </a:p>
          <a:p>
            <a:pPr marL="768350" marR="939165" lvl="1" indent="-287655" algn="just">
              <a:lnSpc>
                <a:spcPts val="3160"/>
              </a:lnSpc>
              <a:spcBef>
                <a:spcPts val="10"/>
              </a:spcBef>
              <a:buSzPct val="76363"/>
              <a:buFont typeface="Symbol"/>
              <a:buChar char=""/>
              <a:tabLst>
                <a:tab pos="768350" algn="l"/>
              </a:tabLst>
            </a:pPr>
            <a:r>
              <a:rPr lang="en-US" sz="2000" dirty="0">
                <a:latin typeface="Arial MT"/>
                <a:cs typeface="Arial MT"/>
              </a:rPr>
              <a:t>Gaussian</a:t>
            </a:r>
            <a:r>
              <a:rPr lang="en-US" sz="2000" spc="150" dirty="0">
                <a:latin typeface="Arial MT"/>
                <a:cs typeface="Arial MT"/>
              </a:rPr>
              <a:t> </a:t>
            </a:r>
            <a:r>
              <a:rPr lang="en-US" sz="2000" dirty="0">
                <a:latin typeface="Arial MT"/>
                <a:cs typeface="Arial MT"/>
              </a:rPr>
              <a:t>Mixture</a:t>
            </a:r>
            <a:r>
              <a:rPr lang="en-US" sz="2000" spc="145" dirty="0">
                <a:latin typeface="Arial MT"/>
                <a:cs typeface="Arial MT"/>
              </a:rPr>
              <a:t> </a:t>
            </a:r>
            <a:r>
              <a:rPr lang="en-US" sz="2000" dirty="0">
                <a:latin typeface="Arial MT"/>
                <a:cs typeface="Arial MT"/>
              </a:rPr>
              <a:t>Model</a:t>
            </a:r>
            <a:r>
              <a:rPr lang="en-US" sz="2000" spc="185" dirty="0">
                <a:latin typeface="Arial MT"/>
                <a:cs typeface="Arial MT"/>
              </a:rPr>
              <a:t> </a:t>
            </a:r>
            <a:r>
              <a:rPr lang="en-US" sz="2000" dirty="0">
                <a:latin typeface="Arial MT"/>
                <a:cs typeface="Arial MT"/>
              </a:rPr>
              <a:t>(GMM)</a:t>
            </a:r>
            <a:r>
              <a:rPr lang="en-US" sz="2000" spc="170" dirty="0">
                <a:latin typeface="Arial MT"/>
                <a:cs typeface="Arial MT"/>
              </a:rPr>
              <a:t> </a:t>
            </a:r>
            <a:r>
              <a:rPr lang="en-US" sz="2000" dirty="0">
                <a:latin typeface="Arial MT"/>
                <a:cs typeface="Arial MT"/>
              </a:rPr>
              <a:t>gives</a:t>
            </a:r>
            <a:r>
              <a:rPr lang="en-US" sz="2000" spc="160" dirty="0">
                <a:latin typeface="Arial MT"/>
                <a:cs typeface="Arial MT"/>
              </a:rPr>
              <a:t> </a:t>
            </a:r>
            <a:r>
              <a:rPr lang="en-US" sz="2000" spc="-25" dirty="0">
                <a:latin typeface="Arial MT"/>
                <a:cs typeface="Arial MT"/>
              </a:rPr>
              <a:t>the </a:t>
            </a:r>
            <a:r>
              <a:rPr lang="en-US" sz="2000" dirty="0">
                <a:latin typeface="Arial MT"/>
                <a:cs typeface="Arial MT"/>
              </a:rPr>
              <a:t>likelihood</a:t>
            </a:r>
            <a:r>
              <a:rPr lang="en-US" sz="2000" spc="85" dirty="0">
                <a:latin typeface="Arial MT"/>
                <a:cs typeface="Arial MT"/>
              </a:rPr>
              <a:t> </a:t>
            </a:r>
            <a:r>
              <a:rPr lang="en-US" sz="2000" dirty="0">
                <a:latin typeface="Arial MT"/>
                <a:cs typeface="Arial MT"/>
              </a:rPr>
              <a:t>of</a:t>
            </a:r>
            <a:r>
              <a:rPr lang="en-US" sz="2000" spc="120" dirty="0">
                <a:latin typeface="Arial MT"/>
                <a:cs typeface="Arial MT"/>
              </a:rPr>
              <a:t> </a:t>
            </a:r>
            <a:r>
              <a:rPr lang="en-US" sz="2000" dirty="0">
                <a:latin typeface="Arial MT"/>
                <a:cs typeface="Arial MT"/>
              </a:rPr>
              <a:t>the</a:t>
            </a:r>
            <a:r>
              <a:rPr lang="en-US" sz="2000" spc="95" dirty="0">
                <a:latin typeface="Arial MT"/>
                <a:cs typeface="Arial MT"/>
              </a:rPr>
              <a:t> </a:t>
            </a:r>
            <a:r>
              <a:rPr lang="en-US" sz="2000" dirty="0">
                <a:latin typeface="Arial MT"/>
                <a:cs typeface="Arial MT"/>
              </a:rPr>
              <a:t>data</a:t>
            </a:r>
            <a:r>
              <a:rPr lang="en-US" sz="2000" spc="90" dirty="0">
                <a:latin typeface="Arial MT"/>
                <a:cs typeface="Arial MT"/>
              </a:rPr>
              <a:t> </a:t>
            </a:r>
            <a:r>
              <a:rPr lang="en-US" sz="2000" dirty="0">
                <a:latin typeface="Arial MT"/>
                <a:cs typeface="Arial MT"/>
              </a:rPr>
              <a:t>given</a:t>
            </a:r>
            <a:r>
              <a:rPr lang="en-US" sz="2000" spc="95" dirty="0">
                <a:latin typeface="Arial MT"/>
                <a:cs typeface="Arial MT"/>
              </a:rPr>
              <a:t> </a:t>
            </a:r>
            <a:r>
              <a:rPr lang="en-US" sz="2000" dirty="0">
                <a:latin typeface="Arial MT"/>
                <a:cs typeface="Arial MT"/>
              </a:rPr>
              <a:t>a</a:t>
            </a:r>
            <a:r>
              <a:rPr lang="en-US" sz="2000" spc="95" dirty="0">
                <a:latin typeface="Arial MT"/>
                <a:cs typeface="Arial MT"/>
              </a:rPr>
              <a:t> </a:t>
            </a:r>
            <a:r>
              <a:rPr lang="en-US" sz="2000" spc="-10" dirty="0">
                <a:latin typeface="Arial MT"/>
                <a:cs typeface="Arial MT"/>
              </a:rPr>
              <a:t>class</a:t>
            </a:r>
            <a:endParaRPr lang="en-US" sz="2000" dirty="0">
              <a:latin typeface="Arial MT"/>
              <a:cs typeface="Arial MT"/>
            </a:endParaRPr>
          </a:p>
          <a:p>
            <a:endParaRPr lang="en-IN" dirty="0"/>
          </a:p>
        </p:txBody>
      </p:sp>
      <p:sp>
        <p:nvSpPr>
          <p:cNvPr id="4" name="Slide Number Placeholder 3">
            <a:extLst>
              <a:ext uri="{FF2B5EF4-FFF2-40B4-BE49-F238E27FC236}">
                <a16:creationId xmlns:a16="http://schemas.microsoft.com/office/drawing/2014/main" id="{82EE6545-51AE-B7C5-E7BB-031257F2DC46}"/>
              </a:ext>
            </a:extLst>
          </p:cNvPr>
          <p:cNvSpPr>
            <a:spLocks noGrp="1"/>
          </p:cNvSpPr>
          <p:nvPr>
            <p:ph type="sldNum" sz="quarter" idx="12"/>
          </p:nvPr>
        </p:nvSpPr>
        <p:spPr/>
        <p:txBody>
          <a:bodyPr/>
          <a:lstStyle/>
          <a:p>
            <a:fld id="{53AB79A1-B91A-4D82-91A3-D89AB0251239}" type="slidenum">
              <a:rPr lang="en-GB" altLang="en-US" smtClean="0"/>
              <a:pPr/>
              <a:t>41</a:t>
            </a:fld>
            <a:r>
              <a:rPr lang="en-GB" altLang="en-US"/>
              <a:t>/34</a:t>
            </a:r>
          </a:p>
        </p:txBody>
      </p:sp>
    </p:spTree>
    <p:extLst>
      <p:ext uri="{BB962C8B-B14F-4D97-AF65-F5344CB8AC3E}">
        <p14:creationId xmlns:p14="http://schemas.microsoft.com/office/powerpoint/2010/main" val="28270691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6E484-030B-2314-E113-A1FD85769D68}"/>
              </a:ext>
            </a:extLst>
          </p:cNvPr>
          <p:cNvSpPr>
            <a:spLocks noGrp="1"/>
          </p:cNvSpPr>
          <p:nvPr>
            <p:ph type="title"/>
          </p:nvPr>
        </p:nvSpPr>
        <p:spPr/>
        <p:txBody>
          <a:bodyPr/>
          <a:lstStyle/>
          <a:p>
            <a:r>
              <a:rPr lang="en-IN" dirty="0"/>
              <a:t>Gaussian</a:t>
            </a:r>
            <a:r>
              <a:rPr lang="en-IN" spc="-130" dirty="0"/>
              <a:t> </a:t>
            </a:r>
            <a:r>
              <a:rPr lang="en-IN" spc="-10" dirty="0"/>
              <a:t>Distribution</a:t>
            </a:r>
            <a:endParaRPr lang="en-IN" dirty="0"/>
          </a:p>
        </p:txBody>
      </p:sp>
      <p:sp>
        <p:nvSpPr>
          <p:cNvPr id="4" name="Slide Number Placeholder 3">
            <a:extLst>
              <a:ext uri="{FF2B5EF4-FFF2-40B4-BE49-F238E27FC236}">
                <a16:creationId xmlns:a16="http://schemas.microsoft.com/office/drawing/2014/main" id="{5509A411-C215-46E2-0D96-138C1904FCB2}"/>
              </a:ext>
            </a:extLst>
          </p:cNvPr>
          <p:cNvSpPr>
            <a:spLocks noGrp="1"/>
          </p:cNvSpPr>
          <p:nvPr>
            <p:ph type="sldNum" sz="quarter" idx="12"/>
          </p:nvPr>
        </p:nvSpPr>
        <p:spPr/>
        <p:txBody>
          <a:bodyPr/>
          <a:lstStyle/>
          <a:p>
            <a:fld id="{53AB79A1-B91A-4D82-91A3-D89AB0251239}" type="slidenum">
              <a:rPr lang="en-GB" altLang="en-US" smtClean="0"/>
              <a:pPr/>
              <a:t>42</a:t>
            </a:fld>
            <a:r>
              <a:rPr lang="en-GB" altLang="en-US"/>
              <a:t>/34</a:t>
            </a:r>
          </a:p>
        </p:txBody>
      </p:sp>
      <p:pic>
        <p:nvPicPr>
          <p:cNvPr id="5" name="object 3">
            <a:extLst>
              <a:ext uri="{FF2B5EF4-FFF2-40B4-BE49-F238E27FC236}">
                <a16:creationId xmlns:a16="http://schemas.microsoft.com/office/drawing/2014/main" id="{26F2B8C6-518F-79CC-1554-BE5DBE222385}"/>
              </a:ext>
            </a:extLst>
          </p:cNvPr>
          <p:cNvPicPr>
            <a:picLocks noGrp="1"/>
          </p:cNvPicPr>
          <p:nvPr>
            <p:ph idx="1"/>
          </p:nvPr>
        </p:nvPicPr>
        <p:blipFill>
          <a:blip r:embed="rId2" cstate="print"/>
          <a:stretch>
            <a:fillRect/>
          </a:stretch>
        </p:blipFill>
        <p:spPr>
          <a:xfrm>
            <a:off x="1432637" y="1645104"/>
            <a:ext cx="6164875" cy="3484487"/>
          </a:xfrm>
          <a:prstGeom prst="rect">
            <a:avLst/>
          </a:prstGeom>
        </p:spPr>
      </p:pic>
      <p:pic>
        <p:nvPicPr>
          <p:cNvPr id="6" name="object 4">
            <a:extLst>
              <a:ext uri="{FF2B5EF4-FFF2-40B4-BE49-F238E27FC236}">
                <a16:creationId xmlns:a16="http://schemas.microsoft.com/office/drawing/2014/main" id="{EB4A0CFF-4DCA-1AF8-918F-635A76664EED}"/>
              </a:ext>
            </a:extLst>
          </p:cNvPr>
          <p:cNvPicPr/>
          <p:nvPr/>
        </p:nvPicPr>
        <p:blipFill>
          <a:blip r:embed="rId3" cstate="print"/>
          <a:stretch>
            <a:fillRect/>
          </a:stretch>
        </p:blipFill>
        <p:spPr>
          <a:xfrm>
            <a:off x="3352800" y="5357058"/>
            <a:ext cx="3200400" cy="810221"/>
          </a:xfrm>
          <a:prstGeom prst="rect">
            <a:avLst/>
          </a:prstGeom>
        </p:spPr>
      </p:pic>
    </p:spTree>
    <p:extLst>
      <p:ext uri="{BB962C8B-B14F-4D97-AF65-F5344CB8AC3E}">
        <p14:creationId xmlns:p14="http://schemas.microsoft.com/office/powerpoint/2010/main" val="3309169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BF5B9FA-ED0B-4D8E-2328-0C07AA3783B1}"/>
              </a:ext>
            </a:extLst>
          </p:cNvPr>
          <p:cNvSpPr>
            <a:spLocks noGrp="1"/>
          </p:cNvSpPr>
          <p:nvPr>
            <p:ph type="sldNum" sz="quarter" idx="12"/>
          </p:nvPr>
        </p:nvSpPr>
        <p:spPr/>
        <p:txBody>
          <a:bodyPr/>
          <a:lstStyle/>
          <a:p>
            <a:fld id="{8596088B-5934-4733-9AD0-BA372693F610}" type="slidenum">
              <a:rPr lang="en-GB" altLang="en-US"/>
              <a:pPr/>
              <a:t>43</a:t>
            </a:fld>
            <a:r>
              <a:rPr lang="en-GB" altLang="en-US"/>
              <a:t>/34</a:t>
            </a:r>
          </a:p>
        </p:txBody>
      </p:sp>
      <p:sp>
        <p:nvSpPr>
          <p:cNvPr id="78850" name="Rectangle 2">
            <a:extLst>
              <a:ext uri="{FF2B5EF4-FFF2-40B4-BE49-F238E27FC236}">
                <a16:creationId xmlns:a16="http://schemas.microsoft.com/office/drawing/2014/main" id="{53B974A5-5858-A536-CBD3-C0E8E7E2C002}"/>
              </a:ext>
            </a:extLst>
          </p:cNvPr>
          <p:cNvSpPr>
            <a:spLocks noGrp="1" noChangeArrowheads="1"/>
          </p:cNvSpPr>
          <p:nvPr>
            <p:ph type="title"/>
          </p:nvPr>
        </p:nvSpPr>
        <p:spPr/>
        <p:txBody>
          <a:bodyPr/>
          <a:lstStyle/>
          <a:p>
            <a:r>
              <a:rPr lang="en-GB" altLang="en-US"/>
              <a:t>Evaluation</a:t>
            </a:r>
          </a:p>
        </p:txBody>
      </p:sp>
      <p:sp>
        <p:nvSpPr>
          <p:cNvPr id="78851" name="Rectangle 3">
            <a:extLst>
              <a:ext uri="{FF2B5EF4-FFF2-40B4-BE49-F238E27FC236}">
                <a16:creationId xmlns:a16="http://schemas.microsoft.com/office/drawing/2014/main" id="{4AC5D749-F702-3D75-E0DC-4165BC70A0E1}"/>
              </a:ext>
            </a:extLst>
          </p:cNvPr>
          <p:cNvSpPr>
            <a:spLocks noGrp="1" noChangeArrowheads="1"/>
          </p:cNvSpPr>
          <p:nvPr>
            <p:ph type="body" idx="1"/>
          </p:nvPr>
        </p:nvSpPr>
        <p:spPr/>
        <p:txBody>
          <a:bodyPr/>
          <a:lstStyle/>
          <a:p>
            <a:pPr algn="just">
              <a:lnSpc>
                <a:spcPct val="90000"/>
              </a:lnSpc>
            </a:pPr>
            <a:r>
              <a:rPr lang="en-GB" altLang="en-US" sz="2400" dirty="0"/>
              <a:t>Funders have been very keen on competitive quantitative evaluation</a:t>
            </a:r>
          </a:p>
          <a:p>
            <a:pPr algn="just">
              <a:lnSpc>
                <a:spcPct val="90000"/>
              </a:lnSpc>
            </a:pPr>
            <a:r>
              <a:rPr lang="en-GB" altLang="en-US" sz="2400" dirty="0"/>
              <a:t>Subjective evaluations are informative, but not cost-effective</a:t>
            </a:r>
          </a:p>
          <a:p>
            <a:pPr algn="just">
              <a:lnSpc>
                <a:spcPct val="90000"/>
              </a:lnSpc>
            </a:pPr>
            <a:r>
              <a:rPr lang="en-GB" altLang="en-US" sz="2400" dirty="0"/>
              <a:t>For transcription tasks, word-error rate is popular (though can be misleading: all words are not equally important)</a:t>
            </a:r>
          </a:p>
          <a:p>
            <a:pPr algn="just">
              <a:lnSpc>
                <a:spcPct val="90000"/>
              </a:lnSpc>
            </a:pPr>
            <a:r>
              <a:rPr lang="en-GB" altLang="en-US" sz="2400" dirty="0"/>
              <a:t>For task-based dialogues, other measures of understanding are needed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43A6CAF-ECF6-7609-9FD8-2030BB334D49}"/>
              </a:ext>
            </a:extLst>
          </p:cNvPr>
          <p:cNvSpPr>
            <a:spLocks noGrp="1"/>
          </p:cNvSpPr>
          <p:nvPr>
            <p:ph type="sldNum" sz="quarter" idx="12"/>
          </p:nvPr>
        </p:nvSpPr>
        <p:spPr/>
        <p:txBody>
          <a:bodyPr/>
          <a:lstStyle/>
          <a:p>
            <a:fld id="{E028B215-B555-40A9-BFCB-D53F8E674DC1}" type="slidenum">
              <a:rPr lang="en-GB" altLang="en-US"/>
              <a:pPr/>
              <a:t>44</a:t>
            </a:fld>
            <a:r>
              <a:rPr lang="en-GB" altLang="en-US"/>
              <a:t>/34</a:t>
            </a:r>
          </a:p>
        </p:txBody>
      </p:sp>
      <p:sp>
        <p:nvSpPr>
          <p:cNvPr id="76802" name="Rectangle 2">
            <a:extLst>
              <a:ext uri="{FF2B5EF4-FFF2-40B4-BE49-F238E27FC236}">
                <a16:creationId xmlns:a16="http://schemas.microsoft.com/office/drawing/2014/main" id="{D4A2B92B-396E-4205-5D88-6E6FC56E333E}"/>
              </a:ext>
            </a:extLst>
          </p:cNvPr>
          <p:cNvSpPr>
            <a:spLocks noGrp="1" noChangeArrowheads="1"/>
          </p:cNvSpPr>
          <p:nvPr>
            <p:ph type="title"/>
          </p:nvPr>
        </p:nvSpPr>
        <p:spPr/>
        <p:txBody>
          <a:bodyPr/>
          <a:lstStyle/>
          <a:p>
            <a:r>
              <a:rPr lang="en-GB" altLang="en-US"/>
              <a:t>Comparing ASR systems</a:t>
            </a:r>
          </a:p>
        </p:txBody>
      </p:sp>
      <p:sp>
        <p:nvSpPr>
          <p:cNvPr id="76803" name="Rectangle 3">
            <a:extLst>
              <a:ext uri="{FF2B5EF4-FFF2-40B4-BE49-F238E27FC236}">
                <a16:creationId xmlns:a16="http://schemas.microsoft.com/office/drawing/2014/main" id="{5EB415CF-30B4-83FA-D019-8F461F2DD55E}"/>
              </a:ext>
            </a:extLst>
          </p:cNvPr>
          <p:cNvSpPr>
            <a:spLocks noGrp="1" noChangeArrowheads="1"/>
          </p:cNvSpPr>
          <p:nvPr>
            <p:ph type="body" idx="1"/>
          </p:nvPr>
        </p:nvSpPr>
        <p:spPr/>
        <p:txBody>
          <a:bodyPr/>
          <a:lstStyle/>
          <a:p>
            <a:pPr algn="just"/>
            <a:r>
              <a:rPr lang="en-GB" altLang="en-US" sz="2800" dirty="0"/>
              <a:t>Factors include</a:t>
            </a:r>
          </a:p>
          <a:p>
            <a:pPr lvl="1" algn="just"/>
            <a:r>
              <a:rPr lang="en-GB" altLang="en-US" sz="2400" dirty="0"/>
              <a:t>Speaking mode: isolated words vs continuous speech</a:t>
            </a:r>
          </a:p>
          <a:p>
            <a:pPr lvl="1" algn="just"/>
            <a:r>
              <a:rPr lang="en-GB" altLang="en-US" sz="2400" dirty="0"/>
              <a:t>Speaking style: read vs spontaneous</a:t>
            </a:r>
          </a:p>
          <a:p>
            <a:pPr lvl="1" algn="just"/>
            <a:r>
              <a:rPr lang="en-GB" altLang="en-US" sz="2400" dirty="0"/>
              <a:t>“</a:t>
            </a:r>
            <a:r>
              <a:rPr lang="en-GB" altLang="en-US" sz="2400" dirty="0" err="1"/>
              <a:t>Enrollment</a:t>
            </a:r>
            <a:r>
              <a:rPr lang="en-GB" altLang="en-US" sz="2400" dirty="0"/>
              <a:t>”: speaker (in)dependent</a:t>
            </a:r>
          </a:p>
          <a:p>
            <a:pPr lvl="1" algn="just"/>
            <a:r>
              <a:rPr lang="en-GB" altLang="en-US" sz="2400" dirty="0"/>
              <a:t>Vocabulary size (small &lt;20 … large &gt; 20,000)</a:t>
            </a:r>
          </a:p>
          <a:p>
            <a:pPr lvl="1" algn="just"/>
            <a:r>
              <a:rPr lang="en-GB" altLang="en-US" sz="2400" dirty="0"/>
              <a:t>Equipment: good quality noise-cancelling mic … telephone</a:t>
            </a:r>
          </a:p>
          <a:p>
            <a:pPr lvl="1" algn="just"/>
            <a:r>
              <a:rPr lang="en-GB" altLang="en-US" sz="2400" dirty="0"/>
              <a:t>Size of training set (if appropriate) or rule set</a:t>
            </a:r>
          </a:p>
          <a:p>
            <a:pPr lvl="1" algn="just"/>
            <a:r>
              <a:rPr lang="en-GB" altLang="en-US" sz="2400" dirty="0"/>
              <a:t>Recognition method</a:t>
            </a:r>
          </a:p>
          <a:p>
            <a:endParaRPr lang="en-GB" alt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8F936AA-D7AB-885B-1C42-01D616D78F23}"/>
              </a:ext>
            </a:extLst>
          </p:cNvPr>
          <p:cNvSpPr>
            <a:spLocks noGrp="1"/>
          </p:cNvSpPr>
          <p:nvPr>
            <p:ph type="sldNum" sz="quarter" idx="12"/>
          </p:nvPr>
        </p:nvSpPr>
        <p:spPr/>
        <p:txBody>
          <a:bodyPr/>
          <a:lstStyle/>
          <a:p>
            <a:fld id="{73888ACD-CD22-40CA-A375-CB55FE4E1986}" type="slidenum">
              <a:rPr lang="en-GB" altLang="en-US"/>
              <a:pPr/>
              <a:t>45</a:t>
            </a:fld>
            <a:r>
              <a:rPr lang="en-GB" altLang="en-US"/>
              <a:t>/34</a:t>
            </a:r>
          </a:p>
        </p:txBody>
      </p:sp>
      <p:sp>
        <p:nvSpPr>
          <p:cNvPr id="80898" name="Rectangle 2">
            <a:extLst>
              <a:ext uri="{FF2B5EF4-FFF2-40B4-BE49-F238E27FC236}">
                <a16:creationId xmlns:a16="http://schemas.microsoft.com/office/drawing/2014/main" id="{D395436E-1E0B-9FB6-19EE-D070BDACA19E}"/>
              </a:ext>
            </a:extLst>
          </p:cNvPr>
          <p:cNvSpPr>
            <a:spLocks noGrp="1" noChangeArrowheads="1"/>
          </p:cNvSpPr>
          <p:nvPr>
            <p:ph type="title"/>
          </p:nvPr>
        </p:nvSpPr>
        <p:spPr/>
        <p:txBody>
          <a:bodyPr/>
          <a:lstStyle/>
          <a:p>
            <a:r>
              <a:rPr lang="en-GB" altLang="en-US"/>
              <a:t>Remaining problems</a:t>
            </a:r>
          </a:p>
        </p:txBody>
      </p:sp>
      <p:sp>
        <p:nvSpPr>
          <p:cNvPr id="80899" name="Rectangle 3">
            <a:extLst>
              <a:ext uri="{FF2B5EF4-FFF2-40B4-BE49-F238E27FC236}">
                <a16:creationId xmlns:a16="http://schemas.microsoft.com/office/drawing/2014/main" id="{846C5C0C-A079-171B-721B-2ADEBD52A834}"/>
              </a:ext>
            </a:extLst>
          </p:cNvPr>
          <p:cNvSpPr>
            <a:spLocks noGrp="1" noChangeArrowheads="1"/>
          </p:cNvSpPr>
          <p:nvPr>
            <p:ph type="body" idx="1"/>
          </p:nvPr>
        </p:nvSpPr>
        <p:spPr>
          <a:xfrm>
            <a:off x="323850" y="1268413"/>
            <a:ext cx="8229600" cy="4997450"/>
          </a:xfrm>
        </p:spPr>
        <p:txBody>
          <a:bodyPr/>
          <a:lstStyle/>
          <a:p>
            <a:pPr algn="just">
              <a:lnSpc>
                <a:spcPct val="80000"/>
              </a:lnSpc>
            </a:pPr>
            <a:r>
              <a:rPr lang="en-GB" altLang="en-US" sz="2000" b="1" dirty="0"/>
              <a:t>Robustness</a:t>
            </a:r>
            <a:r>
              <a:rPr lang="en-GB" altLang="en-US" sz="2000" dirty="0"/>
              <a:t> – graceful degradation, not catastrophic failure</a:t>
            </a:r>
          </a:p>
          <a:p>
            <a:pPr algn="just">
              <a:lnSpc>
                <a:spcPct val="80000"/>
              </a:lnSpc>
            </a:pPr>
            <a:r>
              <a:rPr lang="en-GB" altLang="en-US" sz="2000" b="1" dirty="0"/>
              <a:t>Portability</a:t>
            </a:r>
            <a:r>
              <a:rPr lang="en-GB" altLang="en-US" sz="2000" dirty="0"/>
              <a:t> – independence of computing platform</a:t>
            </a:r>
          </a:p>
          <a:p>
            <a:pPr algn="just">
              <a:lnSpc>
                <a:spcPct val="80000"/>
              </a:lnSpc>
            </a:pPr>
            <a:r>
              <a:rPr lang="en-GB" altLang="en-US" sz="2000" b="1" dirty="0"/>
              <a:t>Adaptability</a:t>
            </a:r>
            <a:r>
              <a:rPr lang="en-GB" altLang="en-US" sz="2000" dirty="0"/>
              <a:t> – to changing conditions (different mic, background noise, new speaker, new task domain, new language even)</a:t>
            </a:r>
          </a:p>
          <a:p>
            <a:pPr algn="just">
              <a:lnSpc>
                <a:spcPct val="80000"/>
              </a:lnSpc>
            </a:pPr>
            <a:r>
              <a:rPr lang="en-GB" altLang="en-US" sz="2000" b="1" dirty="0"/>
              <a:t>Language Modelling</a:t>
            </a:r>
            <a:r>
              <a:rPr lang="en-GB" altLang="en-US" sz="2000" dirty="0"/>
              <a:t> – is there a role for linguistics in improving the language models?</a:t>
            </a:r>
          </a:p>
          <a:p>
            <a:pPr algn="just">
              <a:lnSpc>
                <a:spcPct val="80000"/>
              </a:lnSpc>
            </a:pPr>
            <a:r>
              <a:rPr lang="en-GB" altLang="en-US" sz="2000" b="1" dirty="0"/>
              <a:t>Confidence Measures</a:t>
            </a:r>
            <a:r>
              <a:rPr lang="en-GB" altLang="en-US" sz="2000" dirty="0"/>
              <a:t> – better methods to evaluate the absolute correctness of hypotheses. </a:t>
            </a:r>
          </a:p>
          <a:p>
            <a:pPr algn="just">
              <a:lnSpc>
                <a:spcPct val="80000"/>
              </a:lnSpc>
            </a:pPr>
            <a:r>
              <a:rPr lang="en-GB" altLang="en-US" sz="2000" b="1" dirty="0"/>
              <a:t>Out-of-Vocabulary (OOV) Words </a:t>
            </a:r>
            <a:r>
              <a:rPr lang="en-GB" altLang="en-US" sz="2000" dirty="0"/>
              <a:t>–</a:t>
            </a:r>
            <a:r>
              <a:rPr lang="en-GB" altLang="en-US" sz="2000" b="1" dirty="0"/>
              <a:t> </a:t>
            </a:r>
            <a:r>
              <a:rPr lang="en-GB" altLang="en-US" sz="2000" dirty="0"/>
              <a:t>Systems must have some method of detecting OOV words, and dealing with them in a sensible way. </a:t>
            </a:r>
          </a:p>
          <a:p>
            <a:pPr algn="just">
              <a:lnSpc>
                <a:spcPct val="80000"/>
              </a:lnSpc>
            </a:pPr>
            <a:r>
              <a:rPr lang="en-GB" altLang="en-US" sz="2000" b="1" dirty="0"/>
              <a:t>Spontaneous Speech </a:t>
            </a:r>
            <a:r>
              <a:rPr lang="en-GB" altLang="en-US" sz="2000" dirty="0"/>
              <a:t>– disfluencies (filled pauses, false starts, hesitations, ungrammatical constructions etc) remain a problem. </a:t>
            </a:r>
          </a:p>
          <a:p>
            <a:pPr algn="just">
              <a:lnSpc>
                <a:spcPct val="80000"/>
              </a:lnSpc>
            </a:pPr>
            <a:r>
              <a:rPr lang="en-GB" altLang="en-US" sz="2000" b="1" dirty="0"/>
              <a:t>Prosody </a:t>
            </a:r>
            <a:r>
              <a:rPr lang="en-GB" altLang="en-US" sz="2000" dirty="0"/>
              <a:t>–Stress, intonation, and rhythm convey important information for word recognition and the user's intentions (e.g., sarcasm, anger)</a:t>
            </a:r>
          </a:p>
          <a:p>
            <a:pPr algn="just">
              <a:lnSpc>
                <a:spcPct val="80000"/>
              </a:lnSpc>
            </a:pPr>
            <a:r>
              <a:rPr lang="en-GB" altLang="en-US" sz="2000" b="1" dirty="0"/>
              <a:t>Accent, dialect and mixed language</a:t>
            </a:r>
            <a:r>
              <a:rPr lang="en-GB" altLang="en-US" sz="2000" dirty="0"/>
              <a:t> – non-native speech is a huge problem, especially where code-switching is commonplace</a:t>
            </a:r>
            <a:r>
              <a:rPr lang="en-GB" altLang="en-US" sz="1600" dirty="0"/>
              <a:t> </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TotalTime>
  <Words>2249</Words>
  <Application>Microsoft Office PowerPoint</Application>
  <PresentationFormat>On-screen Show (4:3)</PresentationFormat>
  <Paragraphs>334</Paragraphs>
  <Slides>45</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Arial MT</vt:lpstr>
      <vt:lpstr>Lucida Sans Unicode</vt:lpstr>
      <vt:lpstr>Symbol</vt:lpstr>
      <vt:lpstr>Times New Roman</vt:lpstr>
      <vt:lpstr>Wingdings</vt:lpstr>
      <vt:lpstr>Default Design</vt:lpstr>
      <vt:lpstr>Automatic Speech Recognition</vt:lpstr>
      <vt:lpstr>The Automatic Speech Recognition Task</vt:lpstr>
      <vt:lpstr>PowerPoint Presentation</vt:lpstr>
      <vt:lpstr>General Information</vt:lpstr>
      <vt:lpstr>Automatic speech recognition</vt:lpstr>
      <vt:lpstr>What is the task?</vt:lpstr>
      <vt:lpstr>How do humans do it?</vt:lpstr>
      <vt:lpstr>How might computers do it?</vt:lpstr>
      <vt:lpstr>What’s hard about that?</vt:lpstr>
      <vt:lpstr>Digitization</vt:lpstr>
      <vt:lpstr>Separating speech from background noise</vt:lpstr>
      <vt:lpstr>Variability in individuals’ speech</vt:lpstr>
      <vt:lpstr>Speaker-(in)dependent systems</vt:lpstr>
      <vt:lpstr>Identifying phonemes</vt:lpstr>
      <vt:lpstr>Disambiguating homophones</vt:lpstr>
      <vt:lpstr>(Dis)continuous speech</vt:lpstr>
      <vt:lpstr>Interpreting prosodic features</vt:lpstr>
      <vt:lpstr>Pitch</vt:lpstr>
      <vt:lpstr>Length</vt:lpstr>
      <vt:lpstr>Loudness</vt:lpstr>
      <vt:lpstr>Performance errors</vt:lpstr>
      <vt:lpstr>Speech Recognition Architecture</vt:lpstr>
      <vt:lpstr>PowerPoint Presentation</vt:lpstr>
      <vt:lpstr>PowerPoint Presentation</vt:lpstr>
      <vt:lpstr>Approaches to ASR</vt:lpstr>
      <vt:lpstr>Template-based approach</vt:lpstr>
      <vt:lpstr>Template-based approach</vt:lpstr>
      <vt:lpstr>Rule-based approach</vt:lpstr>
      <vt:lpstr>Rule-based approach</vt:lpstr>
      <vt:lpstr>PowerPoint Presentation</vt:lpstr>
      <vt:lpstr>Statistics-based approach</vt:lpstr>
      <vt:lpstr>Statistics-based approach</vt:lpstr>
      <vt:lpstr>Modern Statistical ASR</vt:lpstr>
      <vt:lpstr>PowerPoint Presentation</vt:lpstr>
      <vt:lpstr>Pronunciation Model</vt:lpstr>
      <vt:lpstr>Machine learning</vt:lpstr>
      <vt:lpstr>HMMs for some words</vt:lpstr>
      <vt:lpstr>Language model</vt:lpstr>
      <vt:lpstr>PowerPoint Presentation</vt:lpstr>
      <vt:lpstr>The Noisy Channel Model</vt:lpstr>
      <vt:lpstr>Acoustic Model</vt:lpstr>
      <vt:lpstr>Gaussian Distribution</vt:lpstr>
      <vt:lpstr>Evaluation</vt:lpstr>
      <vt:lpstr>Comparing ASR systems</vt:lpstr>
      <vt:lpstr>Remaining problems</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Speech Recognition</dc:title>
  <dc:creator>Harold Somers</dc:creator>
  <cp:lastModifiedBy>Karnam Akhil</cp:lastModifiedBy>
  <cp:revision>32</cp:revision>
  <dcterms:created xsi:type="dcterms:W3CDTF">2007-09-28T10:59:06Z</dcterms:created>
  <dcterms:modified xsi:type="dcterms:W3CDTF">2025-05-30T11:09:50Z</dcterms:modified>
</cp:coreProperties>
</file>