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0" r:id="rId4"/>
    <p:sldId id="259" r:id="rId5"/>
    <p:sldId id="269" r:id="rId6"/>
    <p:sldId id="271" r:id="rId7"/>
    <p:sldId id="265" r:id="rId8"/>
    <p:sldId id="266" r:id="rId9"/>
    <p:sldId id="267" r:id="rId10"/>
    <p:sldId id="26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7871-A726-49D6-9F31-06CE20797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F6C9E-FC0B-487E-A5FF-B16C2DF14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D19E-31A6-46E4-9E44-CAD0BBA9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31C57-105A-400C-B17D-13A8B66D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58F96-FE4E-410C-9685-7091A720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73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DBFF-ED29-4022-9F53-AFAED37F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844E-E526-4B81-83EF-768361B6B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83C6F-511B-4D62-9A13-DA0ED1B7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C5979-5260-4698-9F1F-EE11700B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9605-98C2-4C98-A59B-E0B3E848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94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FCE8-0CCC-4CFE-BB06-5CB2BF5C7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FCCAF-7FC6-4162-8972-5244DE196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42FE-4791-408D-B74E-F5B359CC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E268-DA17-4DA0-892A-A7B5972A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77C13-8233-4AED-886B-3F694053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84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9852-D239-4137-A4E6-17460320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814E3-994C-4079-910C-CA993DC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7F087-A823-443C-B5D2-CC86875DE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B2A82-87DE-4340-B9C6-2F914DAD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C349F-3197-4EC4-ABF6-B73ADB3D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12D09-6394-4B01-B23E-0F34731E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3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3B9B-D1C2-4430-809A-41A1FD7B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2EE30-B0E5-4CB6-80FE-291799360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0C7E-CBF7-4AD5-BD10-1C7175EEB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0E7FF-18CE-4BA5-BF75-B18236278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BE7B8-7B42-4441-B7E6-ECB62F235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C1401-5843-4966-808A-C4928300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79CA5-ECCF-479E-BAB4-B94DA202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A33D2-15C0-42B2-9503-D23F2552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8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481E-CE57-48A9-A0AC-32CDED93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03E4E-730B-4E08-8E41-DD38BF29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50A46-1C3A-4686-8D47-8CAA91F0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15CE9-C6A6-4C1B-AF0D-8AFFE6F3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45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5D8CF-A532-49FB-94BD-D3B41E17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AA116-4549-4E7A-8182-6596A57D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A0D5-09C7-4272-8701-D3BA3DFC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6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3F5A-706C-4B9D-83F4-B3209577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AF5DB-6FC2-4C60-8115-0B9121061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7BE1F-6C0C-4281-899A-AFFF46B17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8B7BA-4BEE-415E-8D00-A258D785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6032A-F84E-406C-BE57-DB728576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A6D3-9EDF-4C3D-8A7C-3E7E77B1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20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549B-15AE-45DA-9570-848B15395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653FD-B0DE-4B60-BE78-4C6043DDB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F7521-FF24-4739-9294-257F7DC7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D6A70-98C2-458C-AE2B-424EBFF0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B37A5-F1CC-4D1F-A677-8A697B08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A61A-073C-48E6-97AE-68F40B83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3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0C91-4F7C-4F6D-8B23-C5BAF77D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05DCC-60B1-47C6-94AD-A362E2720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990F8-85BB-4314-A8BA-A8134CB0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91B66-C972-4ACC-8A76-202E5F51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364E-08A7-449E-96C9-31CE9E7F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3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491E6-8CED-421A-92D4-9879C1E39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5A5F2-D017-4186-976B-5CD9B3CB7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08330-CC30-4D7A-A9BB-D6644F08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8044-6A34-4941-9BA7-D6779CEB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7653E-901F-4F99-A033-D3FB8D7E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0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91976-9CA2-46CF-9721-14F1F083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3DAB-2E57-4B22-8828-411BB3B1D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0A51-E8BF-4C1F-89F3-97BFE83AB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710BC-5EE2-49AF-B6E2-D7DB2F28959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EDE53-C9D3-43AA-BDB4-5C3BA7DF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8B33A-D8F1-49BC-B770-A6C61D2DB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44E57-B72A-4544-8B9D-8B51F1E2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9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F137-EDEA-47F4-82B7-3F335CD3D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HMM using forward and backward Algorithm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6D613-A934-400D-B342-655425185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9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8933-D041-0CFF-036F-B34326C2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5C6C0-B9E0-D276-A6B3-C6CE96310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876" y="1939905"/>
            <a:ext cx="7468247" cy="4122777"/>
          </a:xfrm>
        </p:spPr>
      </p:pic>
    </p:spTree>
    <p:extLst>
      <p:ext uri="{BB962C8B-B14F-4D97-AF65-F5344CB8AC3E}">
        <p14:creationId xmlns:p14="http://schemas.microsoft.com/office/powerpoint/2010/main" val="380194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3375-182A-9BE5-0CA5-CDA284A2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Forward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6772C-0FD1-3460-9ED7-DF26ABA4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Forward Algorithm</a:t>
            </a:r>
            <a:r>
              <a:rPr lang="en-US" dirty="0"/>
              <a:t> is used to calculate the probability of an observed sequence given the model. It computes the probability of ending up in each hidden state after observing a sequence up to a certain point.</a:t>
            </a:r>
          </a:p>
        </p:txBody>
      </p:sp>
    </p:spTree>
    <p:extLst>
      <p:ext uri="{BB962C8B-B14F-4D97-AF65-F5344CB8AC3E}">
        <p14:creationId xmlns:p14="http://schemas.microsoft.com/office/powerpoint/2010/main" val="266212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A014-5C3E-45F4-81AE-67D35947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22222"/>
                </a:solidFill>
                <a:effectLst/>
                <a:latin typeface="Roboto Condensed" panose="02000000000000000000" pitchFamily="2" charset="0"/>
              </a:rPr>
              <a:t>Forward Algorithm:</a:t>
            </a:r>
            <a:br>
              <a:rPr lang="en-IN" b="0" i="0" dirty="0">
                <a:solidFill>
                  <a:srgbClr val="222222"/>
                </a:solidFill>
                <a:effectLst/>
                <a:latin typeface="Roboto Condensed" panose="02000000000000000000" pitchFamily="2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768CD1-894A-4839-8B91-B4341F8A5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087" y="2091531"/>
            <a:ext cx="8505825" cy="3819525"/>
          </a:xfrm>
        </p:spPr>
      </p:pic>
    </p:spTree>
    <p:extLst>
      <p:ext uri="{BB962C8B-B14F-4D97-AF65-F5344CB8AC3E}">
        <p14:creationId xmlns:p14="http://schemas.microsoft.com/office/powerpoint/2010/main" val="98642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1375-2C06-54A0-E1B1-F6FEC008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E180B8-AA58-5485-4281-2076F96B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997" y="2926781"/>
            <a:ext cx="7674005" cy="2149026"/>
          </a:xfrm>
        </p:spPr>
      </p:pic>
    </p:spTree>
    <p:extLst>
      <p:ext uri="{BB962C8B-B14F-4D97-AF65-F5344CB8AC3E}">
        <p14:creationId xmlns:p14="http://schemas.microsoft.com/office/powerpoint/2010/main" val="86394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A0D4-32F6-030C-95D1-6015F385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7B39D-B65B-7AFD-3461-D76E6D6AA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428" y="2043404"/>
            <a:ext cx="8827836" cy="3915916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24CD640-1138-ECF2-3C40-00A067D026A7}"/>
              </a:ext>
            </a:extLst>
          </p:cNvPr>
          <p:cNvSpPr/>
          <p:nvPr/>
        </p:nvSpPr>
        <p:spPr>
          <a:xfrm>
            <a:off x="8789519" y="5482108"/>
            <a:ext cx="708211" cy="23308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e5</a:t>
            </a:r>
          </a:p>
        </p:txBody>
      </p:sp>
    </p:spTree>
    <p:extLst>
      <p:ext uri="{BB962C8B-B14F-4D97-AF65-F5344CB8AC3E}">
        <p14:creationId xmlns:p14="http://schemas.microsoft.com/office/powerpoint/2010/main" val="173545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A712-AD09-BBDE-F29E-4BDF256B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2272-5649-63F4-DEA0-2983EC2F6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AC663-2F8F-F4D6-4095-2D18F42D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8" y="1208407"/>
            <a:ext cx="8343652" cy="485201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3995326-FD91-AE0C-2F5E-64193C76D630}"/>
              </a:ext>
            </a:extLst>
          </p:cNvPr>
          <p:cNvSpPr/>
          <p:nvPr/>
        </p:nvSpPr>
        <p:spPr>
          <a:xfrm>
            <a:off x="7828467" y="5769070"/>
            <a:ext cx="708211" cy="23308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63E08-C1EC-8DAA-FF1E-0B9F51644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36090" y="0"/>
            <a:ext cx="3293707" cy="464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9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0332-3953-AEF7-3976-7CE7CB96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Forward HMM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A849-888E-5113-B574-1379505D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13989-28C5-12FB-9496-9B1D5072E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7518" y="1438067"/>
            <a:ext cx="4184506" cy="464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6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12BF-50E3-3F20-B272-C91E661A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190D6-8A63-659D-9286-864333A50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023" y="1306286"/>
            <a:ext cx="9506217" cy="4870677"/>
          </a:xfrm>
        </p:spPr>
      </p:pic>
    </p:spTree>
    <p:extLst>
      <p:ext uri="{BB962C8B-B14F-4D97-AF65-F5344CB8AC3E}">
        <p14:creationId xmlns:p14="http://schemas.microsoft.com/office/powerpoint/2010/main" val="410098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7BDB-4FEB-49DD-82FA-C5A65EC9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Algorithm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25F69C-11FA-4FF3-903A-35694361A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421" y="2331561"/>
            <a:ext cx="8017193" cy="194266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C1CC01-8817-4722-8357-165FB6314047}"/>
              </a:ext>
            </a:extLst>
          </p:cNvPr>
          <p:cNvSpPr txBox="1"/>
          <p:nvPr/>
        </p:nvSpPr>
        <p:spPr>
          <a:xfrm>
            <a:off x="1814886" y="4417109"/>
            <a:ext cx="8017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Backward algorithm is similar except that we start from the last time step and calculate in reverse. We're finding the probability that from a given state, the model will generate the output sequence that follows.</a:t>
            </a:r>
          </a:p>
        </p:txBody>
      </p:sp>
    </p:spTree>
    <p:extLst>
      <p:ext uri="{BB962C8B-B14F-4D97-AF65-F5344CB8AC3E}">
        <p14:creationId xmlns:p14="http://schemas.microsoft.com/office/powerpoint/2010/main" val="113905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428B-8605-5F35-EF38-8F896016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DA2B6-964A-4673-0F4C-1DF81212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Applications of HMMs and Forward-Backward Algorithms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Speech recognition</a:t>
            </a:r>
            <a:r>
              <a:rPr lang="en-US" dirty="0"/>
              <a:t>: Decoding phoneme sequences.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Natural language processing</a:t>
            </a:r>
            <a:r>
              <a:rPr lang="en-US" dirty="0"/>
              <a:t>: Part-of-speech tagging and named entity recognition.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Bioinformatics</a:t>
            </a:r>
            <a:r>
              <a:rPr lang="en-US" dirty="0"/>
              <a:t>: Sequence alignment and gene prediction.</a:t>
            </a:r>
          </a:p>
          <a:p>
            <a:pPr>
              <a:buFont typeface="+mj-lt"/>
              <a:buAutoNum type="arabicPeriod"/>
            </a:pPr>
            <a:r>
              <a:rPr lang="en-US" b="1"/>
              <a:t>Time-series analysis</a:t>
            </a:r>
            <a:r>
              <a:rPr lang="en-US"/>
              <a:t>: Anomaly detection and prediction.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16915</TotalTime>
  <Words>135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Roboto Condensed</vt:lpstr>
      <vt:lpstr>Office Theme</vt:lpstr>
      <vt:lpstr>HMM using forward and backward Algorithm</vt:lpstr>
      <vt:lpstr>PowerPoint Presentation</vt:lpstr>
      <vt:lpstr>Forward Algorithm</vt:lpstr>
      <vt:lpstr>Forward Algorithm: </vt:lpstr>
      <vt:lpstr>PowerPoint Presentation</vt:lpstr>
      <vt:lpstr>Description</vt:lpstr>
      <vt:lpstr>PowerPoint Presentation</vt:lpstr>
      <vt:lpstr>Forward HMM</vt:lpstr>
      <vt:lpstr>PowerPoint Presentation</vt:lpstr>
      <vt:lpstr>Backward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HMM using forward and backward Algorithm</dc:title>
  <dc:creator>kriti ohri</dc:creator>
  <cp:lastModifiedBy>Kriti Ohri</cp:lastModifiedBy>
  <cp:revision>6</cp:revision>
  <dcterms:created xsi:type="dcterms:W3CDTF">2022-01-06T14:22:46Z</dcterms:created>
  <dcterms:modified xsi:type="dcterms:W3CDTF">2024-11-17T03:09:58Z</dcterms:modified>
</cp:coreProperties>
</file>