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2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9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780EA7-CC6A-BACD-7B79-1EDE4257A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34229E9-1F97-B594-D5AE-30D966289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4FB6B1D-4255-91EE-4C68-6C955829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983CE6-560E-78BE-FA55-7EB9211C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C25EF4-713F-07E1-878A-A6E50683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12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D39ED1-125B-E0FB-BC50-D1AF6A5A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592B86-D616-01E5-103A-7C6CBDB8D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1B0A15-8389-0A33-A6F9-4F9B7626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EF0F81B-5465-F4BF-698D-4F5B8146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488C7B-A2BB-03BE-F9ED-FE4F50E5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11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E8394F-B4DB-73A6-E0F1-BF93B9DA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367BB3-D379-0191-E128-E5BA6D0DE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50E2BD-137F-CA8E-28C9-AB0929EE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0439257-677D-638D-C0A2-C0CBD4E0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AB655D8-1C39-1F1C-FEC0-FA7157C5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38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97781A-9CB3-2F95-3BE2-F5E33107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944BEA-2E39-6E7D-B64B-3666D6F1F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771E6CA-AC28-9393-9BD0-560CD7BBC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11DF773-9C89-089E-0A06-B1158893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6912FD9-3B7D-49AB-EAF0-9A856E76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4A12E8C-0474-0EA9-D1CC-8D8A8416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34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EB028D-9095-67CE-92B3-6A4E6295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A6DB79A-8F2D-38C1-F54C-B0220D7E1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8E6E62-4EA6-6D58-F6EB-1C3E46C7C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302C437-3ADA-CF4E-5E80-9A6C93314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B7FF0E9-DAA9-B889-127A-B9DDB62DF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65D7EFA-BEF3-065D-08D6-C86167E9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3892E64-1103-652C-EDE6-5FB70632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43C8A68-301F-4153-FC26-899386F3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0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7FA2DE-522C-00D8-B939-45ACBD82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55370FA-35C7-1E10-84D7-E39A72F4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1434F99-6948-E52C-5B65-3DF86658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8C590D9-2C9A-EBDA-0618-67FD4149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6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E487DCE-E262-6089-CD9E-542C7B51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2A14130-D135-52D4-C79A-2E4B46EE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59735B-A411-1663-CFFE-341D1E7C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3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EAE1C9-2B4B-C6DA-0116-7F85191D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774B03-6818-4B6F-6DB4-73ED169A4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A50E003-EE13-C3ED-E8DD-ACCAD3BC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E7EBF-3DB7-7A8E-0922-DDB84063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B5C4A50-38A0-4EB7-21DC-8FA3FD3E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91DC5F5-BB6B-49E9-46D4-D4E9DE59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7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14B623-0FF3-5670-DF65-9262C879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12E4926-B6BC-D7B1-B310-F7B23E62E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7396991-52AC-88A1-B3E8-06DF8A521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724D8F8-3DD1-4558-D26A-12FE3AD1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DAE036-50B0-A542-162A-49BFE3D6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96B793D-8609-C03E-4A20-4158ED73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6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26D279-34E6-1717-CF3C-02C1C93F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0D0468C-A1C4-9B71-4562-F5DC054B0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84CD34-8103-2002-7FC0-58B9A2E7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7381178-65BC-D5C2-2026-CEC11DB1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41390B-8D91-6C93-21AE-1EB1BA19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0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DA14B48-35ED-6B6E-0939-09A4D9FFB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F5AB9F5-CE1A-800E-5F39-B3F313FE4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DB8CF4-EDA4-6D5C-5D50-833A8D70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85AA529-AC1C-CF0A-E6B0-C56657E4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CB245B-8FCA-E529-79E8-E9E53D10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81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175FA1F-28B4-C8C1-E20D-7038A6BA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69F313D-96A1-3828-CE48-DED49532A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F844C7-B84E-E25B-C484-CB60DD2DD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DAA2-68F7-4F12-A2D0-1C77D66CC716}" type="datetimeFigureOut">
              <a:rPr lang="en-IN" smtClean="0"/>
              <a:t>13-10-2023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FB7947C-0C4C-4E1F-4238-9ED46F425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8FFBE3A-7892-C194-26E6-B44893D1B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4E503-2227-444B-B383-70107204F7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21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3618" y="1153388"/>
            <a:ext cx="9829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Java, access </a:t>
            </a:r>
            <a:r>
              <a:rPr lang="en-US" sz="2000" dirty="0" err="1"/>
              <a:t>specifiers</a:t>
            </a:r>
            <a:r>
              <a:rPr lang="en-US" sz="2000" dirty="0"/>
              <a:t> or access modifiers are used to control the visibility and accessibility of classes, methods, and variables.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There </a:t>
            </a:r>
            <a:r>
              <a:rPr lang="en-US" sz="2000" dirty="0"/>
              <a:t>are four access modifiers in Java, namely: public, protected, private, and default (also known as package-private). 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63782" y="374073"/>
            <a:ext cx="9019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Access modifiers in java</a:t>
            </a:r>
            <a:endParaRPr lang="en-IN" sz="2800" b="1" dirty="0"/>
          </a:p>
        </p:txBody>
      </p:sp>
      <p:pic>
        <p:nvPicPr>
          <p:cNvPr id="1026" name="Picture 2" descr="Access Modifiers in java | atny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311" y="2768312"/>
            <a:ext cx="9144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71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9A2CB-9665-C109-8CFB-CD6E52EF3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3" y="654518"/>
            <a:ext cx="11242306" cy="568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3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550B1FF-6387-B302-03E1-6022BBAF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30" y="1085249"/>
            <a:ext cx="9394257" cy="468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55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A3CC493-92C4-3FE2-F4AE-31BB641C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18" y="721895"/>
            <a:ext cx="10780295" cy="545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4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37A4F79-E09E-D4C5-A438-0C0AFC75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5" y="770021"/>
            <a:ext cx="10299032" cy="52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4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A8176E1-C110-389D-D843-7AED123DF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66" y="625642"/>
            <a:ext cx="10279781" cy="53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4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F68FDB1-10B4-23D1-0470-966D927B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98" y="885523"/>
            <a:ext cx="10447627" cy="580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256396D-E975-A287-8581-7F0564C2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3" y="577517"/>
            <a:ext cx="10029524" cy="60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3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40EA0EC-681C-6A63-1EFD-71B9F6D9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6" y="972152"/>
            <a:ext cx="996214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2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8CC9C99-C713-BC6E-D23C-5BEAB63D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6" y="798897"/>
            <a:ext cx="10222029" cy="56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47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F1AEB63-CD76-BE67-367A-4710DC927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2" y="606392"/>
            <a:ext cx="11195943" cy="59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4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231C3DA-E8E8-1620-30A2-903AE32B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45" y="818147"/>
            <a:ext cx="10462661" cy="57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1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355703D-D94F-9676-6BD4-9186442B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6" y="798896"/>
            <a:ext cx="9971772" cy="565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CEAAC18-2101-EE94-8D67-80AFAAF2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23" y="972152"/>
            <a:ext cx="9692640" cy="57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69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74D25CE-5146-56C7-71DF-906D43DEA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" y="847023"/>
            <a:ext cx="10722543" cy="511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34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BB86542-A92E-C8CD-1ACA-0542F626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09" y="962526"/>
            <a:ext cx="9981398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5461CA2-DCB8-3731-74E4-A8C600E2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87" y="981776"/>
            <a:ext cx="9509760" cy="52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0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D4757F-4753-F11E-2D31-D2A47D40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88" y="1010653"/>
            <a:ext cx="9066998" cy="56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84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5DB11CB-8E08-0762-728F-AB5A9B7C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85" y="818147"/>
            <a:ext cx="10135401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83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7E5D8A8-05A6-398F-48BA-2763F31E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388"/>
            <a:ext cx="11502190" cy="558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76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923704-28E0-9B2D-F1CE-9E4CF765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07" y="866275"/>
            <a:ext cx="10549289" cy="568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21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973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52</Words>
  <Application>Microsoft Office PowerPoint</Application>
  <PresentationFormat>Custom</PresentationFormat>
  <Paragraphs>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hp</cp:lastModifiedBy>
  <cp:revision>12</cp:revision>
  <dcterms:created xsi:type="dcterms:W3CDTF">2022-08-24T16:36:14Z</dcterms:created>
  <dcterms:modified xsi:type="dcterms:W3CDTF">2023-10-13T05:09:13Z</dcterms:modified>
</cp:coreProperties>
</file>