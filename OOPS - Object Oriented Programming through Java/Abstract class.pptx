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8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1" autoAdjust="0"/>
    <p:restoredTop sz="94660"/>
  </p:normalViewPr>
  <p:slideViewPr>
    <p:cSldViewPr snapToGrid="0">
      <p:cViewPr varScale="1">
        <p:scale>
          <a:sx n="92" d="100"/>
          <a:sy n="92" d="100"/>
        </p:scale>
        <p:origin x="-45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40D260B-88FD-34FE-7507-98A62A494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5420ADC-8259-954B-8432-AD1983E50B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29EB86F-DEFF-8E46-F480-78BDA1171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2C0B1-E9DD-452C-BA79-885C89268262}" type="datetimeFigureOut">
              <a:rPr lang="en-IN" smtClean="0"/>
              <a:t>16-10-2023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5FA2200-D6EC-17DF-0D14-A9019AA05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39AB4D2-D487-CC2D-D2BA-9C1A4C105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4EDA-6386-403A-A200-E5C284AEA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961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E0108A-4808-2ECB-F653-884E5666E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28B87E0-B900-5323-1821-FE0F371F2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A2EEFFB-9A97-0B77-F1F0-F8ECB63CB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2C0B1-E9DD-452C-BA79-885C89268262}" type="datetimeFigureOut">
              <a:rPr lang="en-IN" smtClean="0"/>
              <a:t>16-10-2023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3A64FE0-EBAB-D207-18CF-BDEA768C8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E356AA6-9D24-361E-5D73-5FC30B07C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4EDA-6386-403A-A200-E5C284AEA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907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B782147-8080-9BDE-F1D7-A6622312D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0866796-09D3-F907-7B90-F5451DA6A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51B69AC-81F8-5AA4-AD25-B07FB2698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2C0B1-E9DD-452C-BA79-885C89268262}" type="datetimeFigureOut">
              <a:rPr lang="en-IN" smtClean="0"/>
              <a:t>16-10-2023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050DC83-0544-2DCE-3D27-0691D3DDD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387A0CA-C220-0B22-6D15-ECA4EC335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4EDA-6386-403A-A200-E5C284AEA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779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966608-2DBB-F266-52BA-8764F4A7C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E7A5FD5-EF0D-DCB2-0051-7CFA7D73D3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577EE51-E37A-944C-1C34-F049ADF24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F2FED28-713F-BDB3-C6B7-F23296F2F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2C0B1-E9DD-452C-BA79-885C89268262}" type="datetimeFigureOut">
              <a:rPr lang="en-IN" smtClean="0"/>
              <a:t>16-10-2023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97EAB01-4895-10E9-5C72-C15088FDF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475561F-C2F4-4E86-A733-2DB9D2BA4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4EDA-6386-403A-A200-E5C284AEA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639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0CE491-F91A-6D1A-FFD2-04066FB2B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9055C55-C652-610D-6256-1311358E8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E2F34782-71B0-9F01-7620-A02513BDD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BDF247E-6DDB-7760-C6AB-852B339D97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9FC057CC-7ACA-B5DC-D809-1766B7398E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3C0F124C-A4AC-58AB-8514-A1A8CBB18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2C0B1-E9DD-452C-BA79-885C89268262}" type="datetimeFigureOut">
              <a:rPr lang="en-IN" smtClean="0"/>
              <a:t>16-10-2023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E09D6CEE-8ADB-E266-00F9-4788A2985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98E9FDF3-035A-E7E0-22BE-A3CE86CCF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4EDA-6386-403A-A200-E5C284AEA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502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7C074B6-784F-D807-9CE9-F3D6A45CE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AC1F6FA-BF07-5430-2C18-10BC62E13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2C0B1-E9DD-452C-BA79-885C89268262}" type="datetimeFigureOut">
              <a:rPr lang="en-IN" smtClean="0"/>
              <a:t>16-10-2023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888A9B0-05FE-F910-C71B-4C2069FB7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CB8D13B-C119-5FDF-FD31-0085E2E7F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4EDA-6386-403A-A200-E5C284AEA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854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5E4F0F8B-A1C5-84B6-50C6-EECDADE60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2C0B1-E9DD-452C-BA79-885C89268262}" type="datetimeFigureOut">
              <a:rPr lang="en-IN" smtClean="0"/>
              <a:t>16-10-2023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CB062308-DFA3-519F-7E0A-6F3E45768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135DA43-EADE-8CCA-8C80-D5D97228F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4EDA-6386-403A-A200-E5C284AEA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117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3FB075-442F-8640-F7E6-D5446D06A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042CFF5-A195-9346-491B-A978FE3E7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D8F4A29-2D7F-61B6-5023-FFEF2BC9D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E7503A0-1C4B-DE25-5394-9CA0FFA9E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2C0B1-E9DD-452C-BA79-885C89268262}" type="datetimeFigureOut">
              <a:rPr lang="en-IN" smtClean="0"/>
              <a:t>16-10-2023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DC8A124-91F9-7477-66E4-C1DD58ECE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0A3D0AE-D5BE-AB83-A93A-967090834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4EDA-6386-403A-A200-E5C284AEA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939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91397D6-A804-6A77-3264-1BA4D55C5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19C627FC-28AE-E394-4125-7710F01A03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4781A63E-B974-992D-D59A-FE157CC798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FAADB09-A93E-3519-EA89-DD5FCE85B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2C0B1-E9DD-452C-BA79-885C89268262}" type="datetimeFigureOut">
              <a:rPr lang="en-IN" smtClean="0"/>
              <a:t>16-10-2023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F27B2BE-3F12-35CE-7482-71D0118CD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ADDFE7D-2330-4A3E-9997-902201877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4EDA-6386-403A-A200-E5C284AEA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801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6465A0A-22E6-956F-B0DC-DED07C737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FCC6376-76E9-7734-39EE-6A410EBB1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759D18F-287E-2A9B-1513-139E3E76D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2C0B1-E9DD-452C-BA79-885C89268262}" type="datetimeFigureOut">
              <a:rPr lang="en-IN" smtClean="0"/>
              <a:t>16-10-2023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E1EC777-C4C6-5B0A-3F29-19FAA7CCA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BBC93A5-AF84-CCD9-BC9F-B2A08D00C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4EDA-6386-403A-A200-E5C284AEA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24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A5E17EC8-36E7-1180-9076-2ACB549642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B06D36AE-5019-A02C-BDDE-2F48A3DE7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8793F3F-5677-C9F0-012B-A933574E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2C0B1-E9DD-452C-BA79-885C89268262}" type="datetimeFigureOut">
              <a:rPr lang="en-IN" smtClean="0"/>
              <a:t>16-10-2023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335CFD6-8817-EB0B-46B3-204FCB523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BA78241-5DE8-0655-5524-BCF71A03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4EDA-6386-403A-A200-E5C284AEA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239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56A0E7B2-908D-B9D2-D998-DD2928A8B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76CDC1C-B9BB-670F-6186-E087B150F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7F3B247-FACE-57FB-31EE-1B45717B5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A2C0B1-E9DD-452C-BA79-885C89268262}" type="datetimeFigureOut">
              <a:rPr lang="en-IN" smtClean="0"/>
              <a:t>16-10-2023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6D40DF9-E4D2-2A08-93DC-4E82B5789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7310756-0B34-6DE6-9051-5587A936B2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04EDA-6386-403A-A200-E5C284AEA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534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A499195-A8D7-B488-4B42-C1CA9E0DC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0" y="537210"/>
            <a:ext cx="9761219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752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216410A-AB23-4C49-A5A8-D47D85332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703385"/>
            <a:ext cx="9326880" cy="536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716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F260F8F0-86E2-BA63-FB09-789435FD7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730" y="902970"/>
            <a:ext cx="8549639" cy="463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772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47B1888-0AAA-8B41-E3D7-8408FE61D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1199839"/>
            <a:ext cx="8125259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7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71D20AD-CC62-A36F-4FFE-7CA5B636E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47417"/>
            <a:ext cx="8766810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608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99705DE-68D8-AE47-678F-AB215E119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866" y="438105"/>
            <a:ext cx="8445652" cy="590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610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79D88E9B-764C-28D9-C719-8E1DC912E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540327"/>
            <a:ext cx="9586653" cy="520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652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7BF71013-BD30-181D-A456-CBAD71306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57" y="673417"/>
            <a:ext cx="10078403" cy="46072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E87D370-92C1-228C-3D6A-AA401343811E}"/>
              </a:ext>
            </a:extLst>
          </p:cNvPr>
          <p:cNvSpPr txBox="1"/>
          <p:nvPr/>
        </p:nvSpPr>
        <p:spPr>
          <a:xfrm>
            <a:off x="1131570" y="5852160"/>
            <a:ext cx="2948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Abstract Method in 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9511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8CD61435-BC0A-3DB9-3C52-29D844D79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785373"/>
            <a:ext cx="10287000" cy="484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000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D767570C-A489-7CC3-542D-EC91DC4C7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37261"/>
            <a:ext cx="9669779" cy="41957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711263C-FAD6-414B-7B43-DC2511FF1DF8}"/>
              </a:ext>
            </a:extLst>
          </p:cNvPr>
          <p:cNvSpPr txBox="1"/>
          <p:nvPr/>
        </p:nvSpPr>
        <p:spPr>
          <a:xfrm>
            <a:off x="1108710" y="5737860"/>
            <a:ext cx="3268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Abstract Method in A</a:t>
            </a:r>
            <a:endParaRPr lang="en-IN" dirty="0"/>
          </a:p>
          <a:p>
            <a:r>
              <a:rPr lang="en-IN" dirty="0"/>
              <a:t>Show Method in C</a:t>
            </a:r>
          </a:p>
        </p:txBody>
      </p:sp>
    </p:spTree>
    <p:extLst>
      <p:ext uri="{BB962C8B-B14F-4D97-AF65-F5344CB8AC3E}">
        <p14:creationId xmlns:p14="http://schemas.microsoft.com/office/powerpoint/2010/main" val="1559241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447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327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5327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9509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9601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5119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1335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124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0638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251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70170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3087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12</Words>
  <Application>Microsoft Office PowerPoint</Application>
  <PresentationFormat>Custom</PresentationFormat>
  <Paragraphs>3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Swathi M</dc:creator>
  <cp:lastModifiedBy>hp</cp:lastModifiedBy>
  <cp:revision>7</cp:revision>
  <dcterms:created xsi:type="dcterms:W3CDTF">2022-09-26T08:45:53Z</dcterms:created>
  <dcterms:modified xsi:type="dcterms:W3CDTF">2023-10-16T07:14:21Z</dcterms:modified>
</cp:coreProperties>
</file>