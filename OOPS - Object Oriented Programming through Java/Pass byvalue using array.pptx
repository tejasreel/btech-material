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0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6EA0-4191-1787-C8BA-D2AA3E45E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CB0B78-29EE-1251-9A0D-DBB57B48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EA179-E8FE-59DB-6E60-B60F19837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5669-2CD9-4C58-98CF-0546D385657A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6C307-3552-C0A0-4789-6A1D2D6CF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D81CC-9015-8AC5-78FC-B3A7ECE8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C9F5A-68A9-4207-9162-6008141AB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163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38497-975A-F281-89BF-39F19F601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C7F14-B835-BC06-34D6-44C9EFE3F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2A496-0C01-8D60-3FE2-64D421AA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5669-2CD9-4C58-98CF-0546D385657A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973D0-F45F-B898-A69F-13065C8CD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19ED4-83F7-4289-A7F1-4E2DF790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C9F5A-68A9-4207-9162-6008141AB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781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93CA1-0521-1093-7CC1-92D6B867D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8B028-AFEF-6710-61F5-94AD149AB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6E2B1-55F9-7985-E0C8-2AC3DB9E9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5669-2CD9-4C58-98CF-0546D385657A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AE2C4-C899-B0FD-B125-E7F6AC30E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70581-6898-33D1-3818-7EBE4CE2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C9F5A-68A9-4207-9162-6008141AB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522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4826D-3ADB-622A-1071-857933583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C50A8-53D5-26E0-A683-AD3F6261B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DC1D4-D5C7-084F-730D-8BF351C0C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3AA79-1687-E3D1-BC97-2B1B6B102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5669-2CD9-4C58-98CF-0546D385657A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D90DB-55A2-4194-0844-56F3DA74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8121F-22C3-8477-01F8-CCD502556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C9F5A-68A9-4207-9162-6008141AB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703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5BEA1-70C6-B6B8-E397-738C7267A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F1F6B-AC5D-2B50-AB61-B8FBDCD22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59791-CA38-5FE5-FB3E-7BCDD9B1C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8B25A3-7ACF-5AB4-AC72-CE14AF816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D86F82-41C3-5321-023F-DFDABE29A8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5F1E15-281E-ED5A-93B2-83316CCC5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5669-2CD9-4C58-98CF-0546D385657A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85185C-7C4D-16E8-7F0B-15483BE8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78792A-FDCF-4D06-4373-B5870D6E9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C9F5A-68A9-4207-9162-6008141AB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515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F00CF-3251-3E5E-CFD4-4425FA7B5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3F47EE-A211-EECD-239E-39491F363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5669-2CD9-4C58-98CF-0546D385657A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48EB3-E182-03CD-BC39-36755D986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86800-DC4D-A97B-A552-9F96B658B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C9F5A-68A9-4207-9162-6008141AB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247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85CDD5-6908-484E-28AA-7370E51C5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5669-2CD9-4C58-98CF-0546D385657A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0C097D-AD26-4ABD-B4CC-0B4D1A72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1F4C9-ED92-992A-054A-2D110626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C9F5A-68A9-4207-9162-6008141AB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803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A3D2E-AE8E-E214-3268-F6CB7D2AC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AA92B-381D-A669-FD2F-FDAA3B91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E2DF0-FF3C-23D5-68A6-385442120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D52B8-63D8-5B71-8C27-B6A3D299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5669-2CD9-4C58-98CF-0546D385657A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3C397-D42F-1190-645F-BCE314C3C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2E1C3-024E-3828-84BC-59697635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C9F5A-68A9-4207-9162-6008141AB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021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C11A-8C30-4E84-17F6-BA8B2E54C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E3A690-BF7C-6473-ABB2-9EF1BDCACA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940D4A-964D-753D-8456-B0BB36747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DF3D9-54E7-6D1F-0722-826CE24A1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5669-2CD9-4C58-98CF-0546D385657A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9DF1C-CDD8-94EA-E8F4-4ED840BE0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CF088-C2B9-A907-9C14-E95F6BD93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C9F5A-68A9-4207-9162-6008141AB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36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06852-D708-37BF-4BA6-6E6B090F1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B9674-B4F3-4719-BD5D-6A2C6ED43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D0D6B-80FB-3C10-EFC7-14C6DBC02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5669-2CD9-4C58-98CF-0546D385657A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F8FE1-08A6-2138-092E-EB21E658C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BFEF3-279B-A1CF-C11D-FBAA74A1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C9F5A-68A9-4207-9162-6008141AB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037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787E2D-B621-25CB-59B5-7EEEE4DD5C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CA956-1574-2567-BD24-74FA63476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78094-718F-FEE8-2077-225837E47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5669-2CD9-4C58-98CF-0546D385657A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8A764-AFF6-4943-0192-BFE34522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45E1E-2CAF-A54F-9227-B155F8B11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C9F5A-68A9-4207-9162-6008141AB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37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CD4E73-ABA6-CE56-15FF-8C2786DA3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1ADBE-4F7C-F70A-5C52-934AC099B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C9EA0-B8B9-C98E-2AAA-9009ECE56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B5669-2CD9-4C58-98CF-0546D385657A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9A597-B8EF-5ADD-76BA-8131D5DBD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22920-0239-060B-ED5E-2F80A6C2E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CC9F5A-68A9-4207-9162-6008141AB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43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124329-AE13-4312-7590-482AD1E9A44E}"/>
              </a:ext>
            </a:extLst>
          </p:cNvPr>
          <p:cNvSpPr txBox="1"/>
          <p:nvPr/>
        </p:nvSpPr>
        <p:spPr>
          <a:xfrm>
            <a:off x="972152" y="808523"/>
            <a:ext cx="756545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Passing Arrays to Methods in Java</a:t>
            </a:r>
          </a:p>
          <a:p>
            <a:pPr algn="just"/>
            <a:endParaRPr lang="en-US" sz="32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Returning Arrays from Methods</a:t>
            </a:r>
          </a:p>
          <a:p>
            <a:pPr algn="just"/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Anonymous Array in Java</a:t>
            </a:r>
          </a:p>
          <a:p>
            <a:pPr algn="just"/>
            <a:endParaRPr lang="en-IN" sz="32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 by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in java</a:t>
            </a:r>
          </a:p>
          <a:p>
            <a:pPr algn="just"/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Copying arrays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33705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E03552-635F-EE1B-C20C-7A7A3335818D}"/>
              </a:ext>
            </a:extLst>
          </p:cNvPr>
          <p:cNvSpPr txBox="1"/>
          <p:nvPr/>
        </p:nvSpPr>
        <p:spPr>
          <a:xfrm>
            <a:off x="2096730" y="513166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Passing Arrays to Methods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B7D664-C6A2-2770-65B5-A4635CE0113E}"/>
              </a:ext>
            </a:extLst>
          </p:cNvPr>
          <p:cNvSpPr txBox="1"/>
          <p:nvPr/>
        </p:nvSpPr>
        <p:spPr>
          <a:xfrm>
            <a:off x="1376413" y="1501541"/>
            <a:ext cx="102354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can pass primitive type values and objects to methods, it is also possible to pass arrays and individual array elements as arguments to methods and returns arrays from methods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4A1170-CB5A-A52E-4E01-4F030ACB4866}"/>
              </a:ext>
            </a:extLst>
          </p:cNvPr>
          <p:cNvSpPr txBox="1"/>
          <p:nvPr/>
        </p:nvSpPr>
        <p:spPr>
          <a:xfrm>
            <a:off x="1317057" y="3501992"/>
            <a:ext cx="760395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data-type method-name(data-type </a:t>
            </a:r>
            <a:r>
              <a:rPr lang="en-US" sz="2000" dirty="0" err="1"/>
              <a:t>array_name</a:t>
            </a:r>
            <a:r>
              <a:rPr lang="en-US" sz="2000" dirty="0"/>
              <a:t>[ ])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 // statements</a:t>
            </a:r>
          </a:p>
          <a:p>
            <a:r>
              <a:rPr lang="en-US" sz="2000" dirty="0"/>
              <a:t>}</a:t>
            </a:r>
          </a:p>
          <a:p>
            <a:endParaRPr lang="en-US" sz="2000" dirty="0"/>
          </a:p>
          <a:p>
            <a:r>
              <a:rPr lang="en-US" sz="2000" b="1" dirty="0"/>
              <a:t>For example:</a:t>
            </a:r>
          </a:p>
          <a:p>
            <a:r>
              <a:rPr lang="en-US" sz="2000" dirty="0"/>
              <a:t>void display(int num[ ]) 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// statements</a:t>
            </a:r>
          </a:p>
          <a:p>
            <a:r>
              <a:rPr lang="en-US" sz="2000" dirty="0"/>
              <a:t>}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36199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D046EC-3D08-2C7D-C14C-D3D47A575F52}"/>
              </a:ext>
            </a:extLst>
          </p:cNvPr>
          <p:cNvSpPr txBox="1"/>
          <p:nvPr/>
        </p:nvSpPr>
        <p:spPr>
          <a:xfrm>
            <a:off x="1778500" y="825289"/>
            <a:ext cx="534874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Anonymous Array in Java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356B47-E5EB-42CB-8A03-5D4FFD9191D3}"/>
              </a:ext>
            </a:extLst>
          </p:cNvPr>
          <p:cNvSpPr txBox="1"/>
          <p:nvPr/>
        </p:nvSpPr>
        <p:spPr>
          <a:xfrm>
            <a:off x="353960" y="2389239"/>
            <a:ext cx="113955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Java, an Array without having any name is called an anonymous array. Using anonymous array we can pass an array with user values without the referenced variable.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to create anonymous array in Java:-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&lt;data type&gt;[]{&lt;list of values with comma separator&gt;};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839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FAE111-4664-BBDC-F6EA-9C77026A2F8F}"/>
              </a:ext>
            </a:extLst>
          </p:cNvPr>
          <p:cNvSpPr txBox="1"/>
          <p:nvPr/>
        </p:nvSpPr>
        <p:spPr>
          <a:xfrm>
            <a:off x="1052052" y="894735"/>
            <a:ext cx="69809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int[] {10, 20, 30, 40};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char[] {‘a’, ‘b’};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int[] {}; // empty, no use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int[][] { {40, 50}, {10, 20, 30} }; // anonymous multidimensional array</a:t>
            </a:r>
          </a:p>
        </p:txBody>
      </p:sp>
    </p:spTree>
    <p:extLst>
      <p:ext uri="{BB962C8B-B14F-4D97-AF65-F5344CB8AC3E}">
        <p14:creationId xmlns:p14="http://schemas.microsoft.com/office/powerpoint/2010/main" val="4070648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196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Swathi M</dc:creator>
  <cp:lastModifiedBy>Swathi M</cp:lastModifiedBy>
  <cp:revision>4</cp:revision>
  <dcterms:created xsi:type="dcterms:W3CDTF">2022-08-18T15:39:38Z</dcterms:created>
  <dcterms:modified xsi:type="dcterms:W3CDTF">2022-08-19T07:16:25Z</dcterms:modified>
</cp:coreProperties>
</file>