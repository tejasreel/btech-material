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3626C-6522-88A2-2276-919D726FC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D702C-241A-1C8E-4543-DDF10BDAFF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2A1E7-AB6E-ED40-91B8-07F56E7DE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758A-4AC1-4068-879B-668D77E1F3ED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59471-09F4-1E1D-131D-6F2ABD86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030DB-B934-8BC8-C21B-6B272744B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BAF7-242E-4737-A689-8D72677D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314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6C4A-EBBE-CE7B-9000-9003BE60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5EB6C-E1E1-46C2-138E-0C7D4B6C4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95F71-11D7-5EA7-DCFE-CB3C6215B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758A-4AC1-4068-879B-668D77E1F3ED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363CB-7E92-7890-E89E-AE0F058C7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E3CF7-9E03-A8BE-2318-6F5A08866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BAF7-242E-4737-A689-8D72677D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17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3FD8-E843-62F2-1462-52A0E6CE8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2F879-4110-1C5B-8AA4-F9904914E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43F05-2088-C5F2-B88F-CBE13ECB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758A-4AC1-4068-879B-668D77E1F3ED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0C5A1-8F97-91FF-1231-32D2F184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113A2-5BEC-80FD-EC6A-19C35A766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BAF7-242E-4737-A689-8D72677D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839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478A-81C1-8B6D-2D61-DBE4442C9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74676-C20B-3897-B5D7-5870A9E54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AD07C-0040-C078-4960-53A3BA87A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E4C8E-5A60-9D3C-2983-D58B2499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758A-4AC1-4068-879B-668D77E1F3ED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31BBE-63D3-39A7-9CB4-1F038CEE4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5D5D2-AB3F-AE7A-8080-B6978C20F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BAF7-242E-4737-A689-8D72677D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674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58D9-0B9C-278A-3335-8B2BB4AD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0BBFC-7E4D-AD11-C31F-C181627DD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DD0F2-4066-4C09-5B45-052583766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05EF3-3B14-3764-515C-4DC25A15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9EFAA-4814-0677-0CC5-043871090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32B020-5767-09D3-957B-1F3B54A3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758A-4AC1-4068-879B-668D77E1F3ED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918FE-443C-F42A-5D86-9E338A6C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9268A6-9FF9-3708-0946-E64FAA2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BAF7-242E-4737-A689-8D72677D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84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20BFB-D189-E2CC-2AF1-59968FCE4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13A4E8-08BF-CF00-C65E-688F063E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758A-4AC1-4068-879B-668D77E1F3ED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30BDB1-7B59-BCE3-8193-7A686E89E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7B2CA-03A1-45D3-51A8-ED65409B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BAF7-242E-4737-A689-8D72677D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53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0089E3-2EC4-DA55-948F-8FAA00D75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758A-4AC1-4068-879B-668D77E1F3ED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4E24DC-C05F-A8A4-9CB5-0E1663C20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A05C3-9691-B24F-8F77-F5BAF5A3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BAF7-242E-4737-A689-8D72677D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19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1423-C4D1-DF30-10DF-000071A4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7F74D-B158-78AB-D7D6-096AC014B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B5462-BC6E-FFF5-1F7E-BB71CCC1F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6A7CF-6708-B157-B23B-01C91F8A6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758A-4AC1-4068-879B-668D77E1F3ED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63203-7C08-630F-D032-CF226672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16B36-23BA-2BD0-D3C6-6F799C6E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BAF7-242E-4737-A689-8D72677D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852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1CD23-734D-105D-4189-051750B6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6D7E7-2C0C-B6A7-6E2D-50E5E1C9F7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C2249-2661-E471-7787-812FE934C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483F9-33E0-C2D3-2BB0-2DAE6B417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758A-4AC1-4068-879B-668D77E1F3ED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C2936-A954-D8FE-96F2-CDE7524F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48CDE-7D24-2CDC-CBD1-23E93F8E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BAF7-242E-4737-A689-8D72677D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284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2852D-35EB-A60C-2D5B-35F21DB55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4C0C9-6210-1B51-0449-2C3EF035E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9D035-0298-0737-E53E-627CB6E11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758A-4AC1-4068-879B-668D77E1F3ED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37098-81A3-79CC-C53E-F545DEC7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967AB-9321-468C-A8D5-42C294B8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BAF7-242E-4737-A689-8D72677D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073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6D865A-7525-5599-7A12-1160024667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F095D-9B29-B9CE-9643-F1A5CF41F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F6056-B5E7-BC1A-EB9A-98039FBC4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9758A-4AC1-4068-879B-668D77E1F3ED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72698-0903-6E1C-7A19-4AAA9BD1C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E3CD-6919-29B2-221A-52DC2335E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7BAF7-242E-4737-A689-8D72677D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731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E69A6A-DA42-AF69-09CC-6CB0889B7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F0625-2A12-5C89-2C03-C2FFD7F7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78C06-447D-2FFF-CF68-8D95A354E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9758A-4AC1-4068-879B-668D77E1F3ED}" type="datetimeFigureOut">
              <a:rPr lang="en-IN" smtClean="0"/>
              <a:t>29-09-2022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100BE-7005-3215-3C50-045F91DF9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1854B-977F-E043-A0C5-20B159875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7BAF7-242E-4737-A689-8D72677D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564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3F806A-6CF3-986B-E430-6C89178E1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812" y="1062318"/>
            <a:ext cx="6911788" cy="474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87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F0A7C6-47A4-9CC8-2983-CA890B376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76" y="497541"/>
            <a:ext cx="10061736" cy="549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117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43D9A9-59F4-CB96-DD83-9500F567A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423" y="900953"/>
            <a:ext cx="9722223" cy="554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27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F5274E-3AD9-695A-EC42-99EEB18C4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95" y="551329"/>
            <a:ext cx="10582834" cy="607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268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7FF95D-1C37-6776-D4BF-E9ECE5EB1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318" y="954741"/>
            <a:ext cx="9641541" cy="566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FE7819-6B89-7156-7D83-8BB7AA3D6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712694"/>
            <a:ext cx="10246660" cy="570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85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128589-D7C1-7D4F-5297-8A435B43F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846" y="645459"/>
            <a:ext cx="10165977" cy="593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929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4924B0-A811-D929-CF73-BD61AB81A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224" y="753034"/>
            <a:ext cx="9305364" cy="590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51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BEC3D2-11E8-E90F-49BE-43B764512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94" y="847165"/>
            <a:ext cx="9735671" cy="564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53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392345-EEE8-31C9-49B4-B8C283711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75" y="618564"/>
            <a:ext cx="10515601" cy="595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535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F44984-FB9F-2075-7432-79D9E8052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353" y="887506"/>
            <a:ext cx="8633012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26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1420A5-A977-DA96-F529-62EAF04C5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71" y="874059"/>
            <a:ext cx="9265023" cy="531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75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465BF3-5690-5E97-DF61-B3BD32444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213" y="995082"/>
            <a:ext cx="9211234" cy="535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92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CE1FDF-E386-BBCB-2321-680927A36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247" y="954741"/>
            <a:ext cx="9439835" cy="580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34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62815D-C5C0-47DC-7AEB-E1477F4EB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91671"/>
            <a:ext cx="10071847" cy="582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26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BD0A86-4D18-5517-BA6C-472B0DB2F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82" y="874059"/>
            <a:ext cx="8256494" cy="582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665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B62CB8-FB95-2D7B-E199-9801F92B0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71" y="1183342"/>
            <a:ext cx="9883588" cy="513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37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12254B-4195-B2EB-9C3F-4AD4F60DE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060" y="887506"/>
            <a:ext cx="9937376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42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286C84-8F67-7A31-86DC-7B026F384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682" y="753036"/>
            <a:ext cx="10313893" cy="587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3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F267F-2C52-739E-0238-9B115A9ED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76" y="632012"/>
            <a:ext cx="11040036" cy="57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970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AFB2C1-6494-83A3-B65B-9B9A14B43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11" y="564776"/>
            <a:ext cx="10300447" cy="591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540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B91932-629B-FA86-FD4F-83B5C0640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71" y="995081"/>
            <a:ext cx="9950823" cy="575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57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DB56CA-FD20-2001-F446-AE30E6A0F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95082"/>
            <a:ext cx="10784541" cy="537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59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F9C74-8601-4E00-E553-6BD30B81E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06" y="618564"/>
            <a:ext cx="10004611" cy="586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98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861AE2-05C6-7993-16F2-C6E436C57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729" y="847165"/>
            <a:ext cx="9224683" cy="535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13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D00017-AC9C-D069-0BF2-4E21BB255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10989"/>
            <a:ext cx="9305365" cy="582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526998-403A-3AEB-E984-7954C09C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284" y="800099"/>
            <a:ext cx="9533965" cy="552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827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CE2390-AFE8-987F-A2B9-7EB94A286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359" y="393231"/>
            <a:ext cx="7324231" cy="2162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639238-532F-313B-A16F-5C655427D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3073396"/>
            <a:ext cx="8012430" cy="280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40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68C3A9-49F9-E111-D286-12C7484DF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668" y="439883"/>
            <a:ext cx="6173061" cy="21890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6A5190-D628-53C6-8D54-5FB9412A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668" y="2551833"/>
            <a:ext cx="6363131" cy="1754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261831-0597-12B2-477C-97419A193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2668" y="4628839"/>
            <a:ext cx="6363131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490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13AEE4-5BD6-DF74-8C34-E15C0AC9F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00" y="477168"/>
            <a:ext cx="5268060" cy="4858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0150FA-27FD-ABA2-EB2F-61F8D5005DE2}"/>
              </a:ext>
            </a:extLst>
          </p:cNvPr>
          <p:cNvSpPr txBox="1"/>
          <p:nvPr/>
        </p:nvSpPr>
        <p:spPr>
          <a:xfrm>
            <a:off x="1325880" y="1565910"/>
            <a:ext cx="812673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Public  class Student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  Static  void display()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System.out.println</a:t>
            </a:r>
            <a:r>
              <a:rPr lang="en-US" sz="2000" dirty="0"/>
              <a:t>(“hello”);</a:t>
            </a:r>
          </a:p>
          <a:p>
            <a:r>
              <a:rPr lang="en-US" sz="2000" dirty="0"/>
              <a:t>}</a:t>
            </a:r>
          </a:p>
          <a:p>
            <a:r>
              <a:rPr lang="en-US" sz="2000" dirty="0"/>
              <a:t>Void  </a:t>
            </a:r>
            <a:r>
              <a:rPr lang="en-US" sz="2000" dirty="0" err="1"/>
              <a:t>newDisplay</a:t>
            </a:r>
            <a:r>
              <a:rPr lang="en-US" sz="2000" dirty="0"/>
              <a:t>()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   </a:t>
            </a:r>
            <a:r>
              <a:rPr lang="en-US" sz="2000" dirty="0" err="1"/>
              <a:t>System.out.println</a:t>
            </a:r>
            <a:r>
              <a:rPr lang="en-US" sz="2000" dirty="0"/>
              <a:t>(“hello </a:t>
            </a:r>
            <a:r>
              <a:rPr lang="en-US" sz="2000" dirty="0" err="1"/>
              <a:t>hai</a:t>
            </a:r>
            <a:r>
              <a:rPr lang="en-US" sz="2000" dirty="0"/>
              <a:t>”);</a:t>
            </a:r>
          </a:p>
          <a:p>
            <a:r>
              <a:rPr lang="en-US" sz="2000" dirty="0"/>
              <a:t>}</a:t>
            </a:r>
          </a:p>
          <a:p>
            <a:r>
              <a:rPr lang="en-IN" sz="2000" dirty="0"/>
              <a:t>Public static void main(String </a:t>
            </a:r>
            <a:r>
              <a:rPr lang="en-IN" sz="2000" dirty="0" err="1"/>
              <a:t>args</a:t>
            </a:r>
            <a:r>
              <a:rPr lang="en-IN" sz="2000" dirty="0"/>
              <a:t>[])</a:t>
            </a:r>
          </a:p>
          <a:p>
            <a:r>
              <a:rPr lang="en-IN" sz="2000" dirty="0"/>
              <a:t>{</a:t>
            </a:r>
          </a:p>
          <a:p>
            <a:r>
              <a:rPr lang="en-IN" sz="2000" dirty="0"/>
              <a:t>   </a:t>
            </a:r>
            <a:r>
              <a:rPr lang="en-IN" sz="2000" dirty="0" err="1"/>
              <a:t>Student.display</a:t>
            </a:r>
            <a:r>
              <a:rPr lang="en-IN" sz="2000" dirty="0"/>
              <a:t>();</a:t>
            </a:r>
          </a:p>
          <a:p>
            <a:r>
              <a:rPr lang="en-IN" sz="2000" dirty="0"/>
              <a:t>}</a:t>
            </a:r>
          </a:p>
          <a:p>
            <a:r>
              <a:rPr lang="en-I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1522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D5D2D1-D22A-373B-C0D0-D83FC5BE115E}"/>
              </a:ext>
            </a:extLst>
          </p:cNvPr>
          <p:cNvSpPr txBox="1"/>
          <p:nvPr/>
        </p:nvSpPr>
        <p:spPr>
          <a:xfrm>
            <a:off x="868680" y="1305342"/>
            <a:ext cx="86868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Public  class Student</a:t>
            </a:r>
          </a:p>
          <a:p>
            <a:r>
              <a:rPr lang="en-IN" sz="2400" dirty="0"/>
              <a:t>{</a:t>
            </a:r>
          </a:p>
          <a:p>
            <a:r>
              <a:rPr lang="en-IN" sz="2400" dirty="0"/>
              <a:t>    Static  void display()</a:t>
            </a:r>
          </a:p>
          <a:p>
            <a:r>
              <a:rPr lang="en-IN" sz="2400" dirty="0"/>
              <a:t>{</a:t>
            </a:r>
          </a:p>
          <a:p>
            <a:r>
              <a:rPr lang="en-IN" sz="2400" dirty="0"/>
              <a:t>	</a:t>
            </a:r>
            <a:r>
              <a:rPr lang="en-IN" sz="2400" dirty="0" err="1"/>
              <a:t>System.out.println</a:t>
            </a:r>
            <a:r>
              <a:rPr lang="en-IN" sz="2400" dirty="0"/>
              <a:t>(“hello”);</a:t>
            </a:r>
          </a:p>
          <a:p>
            <a:r>
              <a:rPr lang="en-IN" sz="2400" dirty="0"/>
              <a:t>}</a:t>
            </a:r>
          </a:p>
          <a:p>
            <a:r>
              <a:rPr lang="en-IN" sz="2400" dirty="0"/>
              <a:t>    Void  </a:t>
            </a:r>
            <a:r>
              <a:rPr lang="en-IN" sz="2400" dirty="0" err="1"/>
              <a:t>newDisplay</a:t>
            </a:r>
            <a:r>
              <a:rPr lang="en-IN" sz="2400" dirty="0"/>
              <a:t>()</a:t>
            </a:r>
          </a:p>
          <a:p>
            <a:r>
              <a:rPr lang="en-IN" sz="2400" dirty="0"/>
              <a:t>{</a:t>
            </a:r>
          </a:p>
          <a:p>
            <a:r>
              <a:rPr lang="en-IN" sz="2400" dirty="0"/>
              <a:t>	</a:t>
            </a:r>
            <a:r>
              <a:rPr lang="en-IN" sz="2400" dirty="0" err="1"/>
              <a:t>System.out.println</a:t>
            </a:r>
            <a:r>
              <a:rPr lang="en-IN" sz="2400" dirty="0"/>
              <a:t>(“hello </a:t>
            </a:r>
            <a:r>
              <a:rPr lang="en-IN" sz="2400" dirty="0" err="1"/>
              <a:t>hai</a:t>
            </a:r>
            <a:r>
              <a:rPr lang="en-IN" sz="2400" dirty="0"/>
              <a:t>”);</a:t>
            </a:r>
          </a:p>
          <a:p>
            <a:r>
              <a:rPr lang="en-IN" sz="2400" dirty="0"/>
              <a:t>}</a:t>
            </a:r>
          </a:p>
          <a:p>
            <a:r>
              <a:rPr lang="en-IN" sz="2400" dirty="0"/>
              <a:t>Public static void main(String </a:t>
            </a:r>
            <a:r>
              <a:rPr lang="en-IN" sz="2400" dirty="0" err="1"/>
              <a:t>args</a:t>
            </a:r>
            <a:r>
              <a:rPr lang="en-IN" sz="2400" dirty="0"/>
              <a:t>[])</a:t>
            </a:r>
          </a:p>
          <a:p>
            <a:r>
              <a:rPr lang="en-IN" sz="2400" dirty="0"/>
              <a:t>{</a:t>
            </a:r>
          </a:p>
          <a:p>
            <a:r>
              <a:rPr lang="en-IN" sz="2400" dirty="0" err="1"/>
              <a:t>Student.display</a:t>
            </a:r>
            <a:r>
              <a:rPr lang="en-IN" sz="2400" dirty="0"/>
              <a:t>();</a:t>
            </a:r>
          </a:p>
          <a:p>
            <a:r>
              <a:rPr lang="en-IN" sz="2400" dirty="0"/>
              <a:t>Student </a:t>
            </a:r>
            <a:r>
              <a:rPr lang="en-IN" sz="2400" dirty="0" err="1"/>
              <a:t>obj</a:t>
            </a:r>
            <a:r>
              <a:rPr lang="en-IN" sz="2400" dirty="0"/>
              <a:t>=new Student();</a:t>
            </a:r>
          </a:p>
          <a:p>
            <a:r>
              <a:rPr lang="en-IN" sz="2400" dirty="0" err="1"/>
              <a:t>Obj.newDisplay</a:t>
            </a:r>
            <a:r>
              <a:rPr lang="en-IN" sz="2400" dirty="0"/>
              <a:t>();</a:t>
            </a:r>
          </a:p>
          <a:p>
            <a:r>
              <a:rPr lang="en-IN" sz="2400" dirty="0"/>
              <a:t>}</a:t>
            </a:r>
          </a:p>
          <a:p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1290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FA0253-1E64-E7C5-416A-018E3B270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524000"/>
            <a:ext cx="99441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11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6AE4B8-A218-2D8F-683B-BEE7A70A1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914399"/>
            <a:ext cx="10389869" cy="49149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657645-58AD-DB22-30A6-C209ED118E24}"/>
              </a:ext>
            </a:extLst>
          </p:cNvPr>
          <p:cNvSpPr txBox="1"/>
          <p:nvPr/>
        </p:nvSpPr>
        <p:spPr>
          <a:xfrm>
            <a:off x="1577340" y="6046470"/>
            <a:ext cx="3394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 10</a:t>
            </a:r>
          </a:p>
          <a:p>
            <a:r>
              <a:rPr lang="en-US" dirty="0"/>
              <a:t> Static Method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9ABBCA-21B9-3F84-12A2-6929FA30A86B}"/>
              </a:ext>
            </a:extLst>
          </p:cNvPr>
          <p:cNvSpPr txBox="1"/>
          <p:nvPr/>
        </p:nvSpPr>
        <p:spPr>
          <a:xfrm>
            <a:off x="1062990" y="405704"/>
            <a:ext cx="8926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Static method and variable in the same class(directly we can access)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9223208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AAD2F1-2F08-6BBF-5FF7-8D61AD7E3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97" y="788670"/>
            <a:ext cx="9541193" cy="4857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DC6BF4-2272-46F3-9915-DA894F0746AE}"/>
              </a:ext>
            </a:extLst>
          </p:cNvPr>
          <p:cNvSpPr txBox="1"/>
          <p:nvPr/>
        </p:nvSpPr>
        <p:spPr>
          <a:xfrm>
            <a:off x="665797" y="5849035"/>
            <a:ext cx="6097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Output: 10</a:t>
            </a:r>
          </a:p>
          <a:p>
            <a:r>
              <a:rPr lang="en-IN" dirty="0"/>
              <a:t> Static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23927F-30E1-67B7-0443-75F98DD1979E}"/>
              </a:ext>
            </a:extLst>
          </p:cNvPr>
          <p:cNvSpPr txBox="1"/>
          <p:nvPr/>
        </p:nvSpPr>
        <p:spPr>
          <a:xfrm>
            <a:off x="380047" y="362634"/>
            <a:ext cx="5554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Static method and variable in the different classes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4159430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E92E63-3E41-1AC8-7B55-A53A5C497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778966"/>
            <a:ext cx="9121139" cy="41473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BA187B-4F66-8835-462D-F0B940ED657F}"/>
              </a:ext>
            </a:extLst>
          </p:cNvPr>
          <p:cNvSpPr txBox="1"/>
          <p:nvPr/>
        </p:nvSpPr>
        <p:spPr>
          <a:xfrm>
            <a:off x="971550" y="5709702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Output: Main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084C2-FC85-3A84-E1DB-224BDAC9C2CA}"/>
              </a:ext>
            </a:extLst>
          </p:cNvPr>
          <p:cNvSpPr txBox="1"/>
          <p:nvPr/>
        </p:nvSpPr>
        <p:spPr>
          <a:xfrm>
            <a:off x="514349" y="305484"/>
            <a:ext cx="5017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Static block without reference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6967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A4FFD8-F997-420B-9E77-2CB6598CE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" y="581977"/>
            <a:ext cx="7860983" cy="43557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526579-3A28-3C11-03CE-87154C6AC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67" y="5328835"/>
            <a:ext cx="6151397" cy="947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22E0CC-7890-C2E3-0DAB-9A88D7239F87}"/>
              </a:ext>
            </a:extLst>
          </p:cNvPr>
          <p:cNvSpPr txBox="1"/>
          <p:nvPr/>
        </p:nvSpPr>
        <p:spPr>
          <a:xfrm>
            <a:off x="1225867" y="6057900"/>
            <a:ext cx="3071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Static Block</a:t>
            </a:r>
          </a:p>
          <a:p>
            <a:r>
              <a:rPr lang="en-US" dirty="0"/>
              <a:t>10</a:t>
            </a:r>
          </a:p>
          <a:p>
            <a:r>
              <a:rPr lang="en-US" dirty="0"/>
              <a:t>Static Method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F0BB24-4679-5C82-75C0-FE80A8F3EE49}"/>
              </a:ext>
            </a:extLst>
          </p:cNvPr>
          <p:cNvSpPr txBox="1"/>
          <p:nvPr/>
        </p:nvSpPr>
        <p:spPr>
          <a:xfrm>
            <a:off x="742950" y="182880"/>
            <a:ext cx="4377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Static block with reference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80523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DB82387-90C3-CE64-0762-147978387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108" y="811530"/>
            <a:ext cx="9061132" cy="381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729BA5-7A53-72B5-EFB4-5A58E4FE35C2}"/>
              </a:ext>
            </a:extLst>
          </p:cNvPr>
          <p:cNvSpPr txBox="1"/>
          <p:nvPr/>
        </p:nvSpPr>
        <p:spPr>
          <a:xfrm>
            <a:off x="891540" y="5292090"/>
            <a:ext cx="44234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 </a:t>
            </a:r>
          </a:p>
          <a:p>
            <a:r>
              <a:rPr lang="en-US" dirty="0"/>
              <a:t>Static block</a:t>
            </a:r>
          </a:p>
          <a:p>
            <a:r>
              <a:rPr lang="en-US" dirty="0"/>
              <a:t>Main Method</a:t>
            </a:r>
          </a:p>
          <a:p>
            <a:r>
              <a:rPr lang="en-US" dirty="0"/>
              <a:t>10</a:t>
            </a:r>
          </a:p>
          <a:p>
            <a:r>
              <a:rPr lang="en-US" dirty="0"/>
              <a:t>Static Method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36417-3DEF-1B9E-22A5-190A80EAAC18}"/>
              </a:ext>
            </a:extLst>
          </p:cNvPr>
          <p:cNvSpPr txBox="1"/>
          <p:nvPr/>
        </p:nvSpPr>
        <p:spPr>
          <a:xfrm>
            <a:off x="1017270" y="331470"/>
            <a:ext cx="3829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Static block with the same class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788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178</Words>
  <Application>Microsoft Office PowerPoint</Application>
  <PresentationFormat>Widescreen</PresentationFormat>
  <Paragraphs>50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Swathi M</dc:creator>
  <cp:lastModifiedBy>Swathi M</cp:lastModifiedBy>
  <cp:revision>24</cp:revision>
  <dcterms:created xsi:type="dcterms:W3CDTF">2022-09-07T13:25:57Z</dcterms:created>
  <dcterms:modified xsi:type="dcterms:W3CDTF">2022-09-29T10:00:35Z</dcterms:modified>
</cp:coreProperties>
</file>