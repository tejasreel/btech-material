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0"/>
  </p:notesMasterIdLst>
  <p:sldIdLst>
    <p:sldId id="256" r:id="rId2"/>
    <p:sldId id="262" r:id="rId3"/>
    <p:sldId id="264" r:id="rId4"/>
    <p:sldId id="282" r:id="rId5"/>
    <p:sldId id="286" r:id="rId6"/>
    <p:sldId id="290" r:id="rId7"/>
    <p:sldId id="292" r:id="rId8"/>
    <p:sldId id="294" r:id="rId9"/>
    <p:sldId id="296" r:id="rId10"/>
    <p:sldId id="297" r:id="rId11"/>
    <p:sldId id="298" r:id="rId12"/>
    <p:sldId id="266" r:id="rId13"/>
    <p:sldId id="305" r:id="rId14"/>
    <p:sldId id="307" r:id="rId15"/>
    <p:sldId id="308" r:id="rId16"/>
    <p:sldId id="309" r:id="rId17"/>
    <p:sldId id="312" r:id="rId18"/>
    <p:sldId id="313" r:id="rId19"/>
    <p:sldId id="314" r:id="rId20"/>
    <p:sldId id="323" r:id="rId21"/>
    <p:sldId id="325" r:id="rId22"/>
    <p:sldId id="324" r:id="rId23"/>
    <p:sldId id="318" r:id="rId24"/>
    <p:sldId id="320" r:id="rId25"/>
    <p:sldId id="322" r:id="rId26"/>
    <p:sldId id="326" r:id="rId27"/>
    <p:sldId id="327" r:id="rId28"/>
    <p:sldId id="328" r:id="rId29"/>
  </p:sldIdLst>
  <p:sldSz cx="9144000" cy="6858000" type="screen4x3"/>
  <p:notesSz cx="6858000" cy="9144000"/>
  <p:embeddedFontLst>
    <p:embeddedFont>
      <p:font typeface="Algerian" panose="04020705040A02060702" pitchFamily="82" charset="0"/>
      <p:regular r:id="rId31"/>
    </p:embeddedFont>
    <p:embeddedFont>
      <p:font typeface="Century Gothic" panose="020B0502020202020204" pitchFamily="34" charset="0"/>
      <p:regular r:id="rId32"/>
      <p:bold r:id="rId33"/>
      <p:italic r:id="rId34"/>
      <p:boldItalic r:id="rId35"/>
    </p:embeddedFont>
    <p:embeddedFont>
      <p:font typeface="Rockwell" panose="02060603020205020403" pitchFamily="18" charset="0"/>
      <p:regular r:id="rId36"/>
      <p:bold r:id="rId37"/>
      <p:italic r:id="rId38"/>
      <p:boldItalic r:id="rId39"/>
    </p:embeddedFont>
    <p:embeddedFont>
      <p:font typeface="Verdana" panose="020B0604030504040204" pitchFamily="3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8" roundtripDataSignature="AMtx7mjX3REhojqyvfe6tojyccfUqk5K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1546"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58"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1.fntdata"/><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2" name="Google Shape;26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3" name="Google Shape;30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8" name="Google Shape;318;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0" name="Google Shape;400;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64418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7" name="Google Shape;407;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60793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4" name="Google Shape;414;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64387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1" name="Google Shape;42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97591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7" name="Google Shape;427;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49855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2" name="Google Shape;332;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28"/>
          <p:cNvSpPr txBox="1">
            <a:spLocks noGrp="1"/>
          </p:cNvSpPr>
          <p:nvPr>
            <p:ph type="title"/>
          </p:nvPr>
        </p:nvSpPr>
        <p:spPr>
          <a:xfrm>
            <a:off x="865970" y="927098"/>
            <a:ext cx="6343672" cy="70986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3200"/>
              <a:buFont typeface="Century Gothic"/>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8"/>
          <p:cNvSpPr txBox="1">
            <a:spLocks noGrp="1"/>
          </p:cNvSpPr>
          <p:nvPr>
            <p:ph type="body" idx="1"/>
          </p:nvPr>
        </p:nvSpPr>
        <p:spPr>
          <a:xfrm>
            <a:off x="864382" y="2489200"/>
            <a:ext cx="6345260" cy="35306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29" name="Google Shape;29;p28"/>
          <p:cNvSpPr txBox="1">
            <a:spLocks noGrp="1"/>
          </p:cNvSpPr>
          <p:nvPr>
            <p:ph type="dt" idx="10"/>
          </p:nvPr>
        </p:nvSpPr>
        <p:spPr>
          <a:xfrm>
            <a:off x="7574443" y="6365498"/>
            <a:ext cx="990599" cy="228659"/>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8"/>
          <p:cNvSpPr txBox="1">
            <a:spLocks noGrp="1"/>
          </p:cNvSpPr>
          <p:nvPr>
            <p:ph type="ftr" idx="11"/>
          </p:nvPr>
        </p:nvSpPr>
        <p:spPr>
          <a:xfrm>
            <a:off x="590843" y="6365497"/>
            <a:ext cx="3859795" cy="2286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8"/>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sz="2800" b="0" i="0" u="none" strike="noStrike" cap="none">
                <a:solidFill>
                  <a:schemeClr val="lt1"/>
                </a:solidFill>
                <a:latin typeface="Century Gothic"/>
                <a:ea typeface="Century Gothic"/>
                <a:cs typeface="Century Gothic"/>
                <a:sym typeface="Century Gothic"/>
              </a:defRPr>
            </a:lvl1pPr>
            <a:lvl2pPr marL="0" lvl="1" indent="0" algn="ctr">
              <a:spcBef>
                <a:spcPts val="0"/>
              </a:spcBef>
              <a:buNone/>
              <a:defRPr sz="2800" b="0" i="0" u="none" strike="noStrike" cap="none">
                <a:solidFill>
                  <a:schemeClr val="lt1"/>
                </a:solidFill>
                <a:latin typeface="Century Gothic"/>
                <a:ea typeface="Century Gothic"/>
                <a:cs typeface="Century Gothic"/>
                <a:sym typeface="Century Gothic"/>
              </a:defRPr>
            </a:lvl2pPr>
            <a:lvl3pPr marL="0" lvl="2" indent="0" algn="ctr">
              <a:spcBef>
                <a:spcPts val="0"/>
              </a:spcBef>
              <a:buNone/>
              <a:defRPr sz="2800" b="0" i="0" u="none" strike="noStrike" cap="none">
                <a:solidFill>
                  <a:schemeClr val="lt1"/>
                </a:solidFill>
                <a:latin typeface="Century Gothic"/>
                <a:ea typeface="Century Gothic"/>
                <a:cs typeface="Century Gothic"/>
                <a:sym typeface="Century Gothic"/>
              </a:defRPr>
            </a:lvl3pPr>
            <a:lvl4pPr marL="0" lvl="3" indent="0" algn="ctr">
              <a:spcBef>
                <a:spcPts val="0"/>
              </a:spcBef>
              <a:buNone/>
              <a:defRPr sz="2800" b="0" i="0" u="none" strike="noStrike" cap="none">
                <a:solidFill>
                  <a:schemeClr val="lt1"/>
                </a:solidFill>
                <a:latin typeface="Century Gothic"/>
                <a:ea typeface="Century Gothic"/>
                <a:cs typeface="Century Gothic"/>
                <a:sym typeface="Century Gothic"/>
              </a:defRPr>
            </a:lvl4pPr>
            <a:lvl5pPr marL="0" lvl="4" indent="0" algn="ctr">
              <a:spcBef>
                <a:spcPts val="0"/>
              </a:spcBef>
              <a:buNone/>
              <a:defRPr sz="2800" b="0" i="0" u="none" strike="noStrike" cap="none">
                <a:solidFill>
                  <a:schemeClr val="lt1"/>
                </a:solidFill>
                <a:latin typeface="Century Gothic"/>
                <a:ea typeface="Century Gothic"/>
                <a:cs typeface="Century Gothic"/>
                <a:sym typeface="Century Gothic"/>
              </a:defRPr>
            </a:lvl5pPr>
            <a:lvl6pPr marL="0" lvl="5" indent="0" algn="ctr">
              <a:spcBef>
                <a:spcPts val="0"/>
              </a:spcBef>
              <a:buNone/>
              <a:defRPr sz="2800" b="0" i="0" u="none" strike="noStrike" cap="none">
                <a:solidFill>
                  <a:schemeClr val="lt1"/>
                </a:solidFill>
                <a:latin typeface="Century Gothic"/>
                <a:ea typeface="Century Gothic"/>
                <a:cs typeface="Century Gothic"/>
                <a:sym typeface="Century Gothic"/>
              </a:defRPr>
            </a:lvl6pPr>
            <a:lvl7pPr marL="0" lvl="6" indent="0" algn="ctr">
              <a:spcBef>
                <a:spcPts val="0"/>
              </a:spcBef>
              <a:buNone/>
              <a:defRPr sz="2800" b="0" i="0" u="none" strike="noStrike" cap="none">
                <a:solidFill>
                  <a:schemeClr val="lt1"/>
                </a:solidFill>
                <a:latin typeface="Century Gothic"/>
                <a:ea typeface="Century Gothic"/>
                <a:cs typeface="Century Gothic"/>
                <a:sym typeface="Century Gothic"/>
              </a:defRPr>
            </a:lvl7pPr>
            <a:lvl8pPr marL="0" lvl="7" indent="0" algn="ctr">
              <a:spcBef>
                <a:spcPts val="0"/>
              </a:spcBef>
              <a:buNone/>
              <a:defRPr sz="2800" b="0" i="0" u="none" strike="noStrike" cap="none">
                <a:solidFill>
                  <a:schemeClr val="lt1"/>
                </a:solidFill>
                <a:latin typeface="Century Gothic"/>
                <a:ea typeface="Century Gothic"/>
                <a:cs typeface="Century Gothic"/>
                <a:sym typeface="Century Gothic"/>
              </a:defRPr>
            </a:lvl8pPr>
            <a:lvl9pPr marL="0" lvl="8" indent="0" algn="ctr">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with Footnote">
  <p:cSld name="Title and Content with Footnote">
    <p:spTree>
      <p:nvGrpSpPr>
        <p:cNvPr id="1" name="Shape 47"/>
        <p:cNvGrpSpPr/>
        <p:nvPr/>
      </p:nvGrpSpPr>
      <p:grpSpPr>
        <a:xfrm>
          <a:off x="0" y="0"/>
          <a:ext cx="0" cy="0"/>
          <a:chOff x="0" y="0"/>
          <a:chExt cx="0" cy="0"/>
        </a:xfrm>
      </p:grpSpPr>
      <p:sp>
        <p:nvSpPr>
          <p:cNvPr id="48" name="Google Shape;48;p30"/>
          <p:cNvSpPr txBox="1">
            <a:spLocks noGrp="1"/>
          </p:cNvSpPr>
          <p:nvPr>
            <p:ph type="title"/>
          </p:nvPr>
        </p:nvSpPr>
        <p:spPr>
          <a:xfrm>
            <a:off x="866440" y="927099"/>
            <a:ext cx="6345260" cy="70986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30"/>
          <p:cNvSpPr txBox="1">
            <a:spLocks noGrp="1"/>
          </p:cNvSpPr>
          <p:nvPr>
            <p:ph type="body" idx="1"/>
          </p:nvPr>
        </p:nvSpPr>
        <p:spPr>
          <a:xfrm>
            <a:off x="37800" y="1044000"/>
            <a:ext cx="9045000" cy="50040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0" name="Google Shape;50;p30"/>
          <p:cNvSpPr>
            <a:spLocks noGrp="1"/>
          </p:cNvSpPr>
          <p:nvPr>
            <p:ph type="body" idx="2"/>
          </p:nvPr>
        </p:nvSpPr>
        <p:spPr>
          <a:xfrm>
            <a:off x="37800" y="6084000"/>
            <a:ext cx="9045000" cy="360000"/>
          </a:xfrm>
          <a:prstGeom prst="hexagon">
            <a:avLst>
              <a:gd name="adj" fmla="val 25000"/>
              <a:gd name="vf" fmla="val 115470"/>
            </a:avLst>
          </a:prstGeom>
          <a:solidFill>
            <a:srgbClr val="993300"/>
          </a:solidFill>
          <a:ln>
            <a:noFill/>
          </a:ln>
        </p:spPr>
        <p:txBody>
          <a:bodyPr spcFirstLastPara="1" wrap="square" lIns="91425" tIns="45700" rIns="91425" bIns="45700" anchor="ctr" anchorCtr="0">
            <a:normAutofit/>
          </a:bodyPr>
          <a:lstStyle>
            <a:lvl1pPr marL="457200" lvl="0" indent="-228600" algn="ctr">
              <a:lnSpc>
                <a:spcPct val="81000"/>
              </a:lnSpc>
              <a:spcBef>
                <a:spcPts val="0"/>
              </a:spcBef>
              <a:spcAft>
                <a:spcPts val="0"/>
              </a:spcAft>
              <a:buSzPts val="1200"/>
              <a:buNone/>
              <a:defRPr sz="1500" cap="none">
                <a:solidFill>
                  <a:schemeClr val="lt1"/>
                </a:solidFill>
                <a:latin typeface="Rockwell"/>
                <a:ea typeface="Rockwell"/>
                <a:cs typeface="Rockwell"/>
                <a:sym typeface="Rockwell"/>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51"/>
        <p:cNvGrpSpPr/>
        <p:nvPr/>
      </p:nvGrpSpPr>
      <p:grpSpPr>
        <a:xfrm>
          <a:off x="0" y="0"/>
          <a:ext cx="0" cy="0"/>
          <a:chOff x="0" y="0"/>
          <a:chExt cx="0" cy="0"/>
        </a:xfrm>
      </p:grpSpPr>
      <p:grpSp>
        <p:nvGrpSpPr>
          <p:cNvPr id="52" name="Google Shape;52;p31"/>
          <p:cNvGrpSpPr/>
          <p:nvPr/>
        </p:nvGrpSpPr>
        <p:grpSpPr>
          <a:xfrm>
            <a:off x="-1588" y="0"/>
            <a:ext cx="9145588" cy="6860798"/>
            <a:chOff x="-1588" y="0"/>
            <a:chExt cx="9145588" cy="6860798"/>
          </a:xfrm>
        </p:grpSpPr>
        <p:sp>
          <p:nvSpPr>
            <p:cNvPr id="53" name="Google Shape;53;p31"/>
            <p:cNvSpPr/>
            <p:nvPr/>
          </p:nvSpPr>
          <p:spPr>
            <a:xfrm>
              <a:off x="0" y="0"/>
              <a:ext cx="9118832" cy="6858000"/>
            </a:xfrm>
            <a:prstGeom prst="rect">
              <a:avLst/>
            </a:prstGeom>
            <a:blipFill rotWithShape="1">
              <a:blip r:embed="rId2">
                <a:alphaModFix/>
              </a:blip>
              <a:stretch>
                <a:fillRect l="-16712" r="-16986"/>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1"/>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1"/>
            <p:cNvSpPr/>
            <p:nvPr/>
          </p:nvSpPr>
          <p:spPr>
            <a:xfrm>
              <a:off x="629943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1"/>
            <p:cNvSpPr/>
            <p:nvPr/>
          </p:nvSpPr>
          <p:spPr>
            <a:xfrm>
              <a:off x="5689832" y="0"/>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1"/>
            <p:cNvSpPr/>
            <p:nvPr/>
          </p:nvSpPr>
          <p:spPr>
            <a:xfrm>
              <a:off x="6299432" y="5870198"/>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1"/>
            <p:cNvSpPr/>
            <p:nvPr/>
          </p:nvSpPr>
          <p:spPr>
            <a:xfrm>
              <a:off x="-1588"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1"/>
            <p:cNvSpPr/>
            <p:nvPr/>
          </p:nvSpPr>
          <p:spPr>
            <a:xfrm>
              <a:off x="5283673" y="402165"/>
              <a:ext cx="3465769" cy="605367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1"/>
            <p:cNvSpPr/>
            <p:nvPr/>
          </p:nvSpPr>
          <p:spPr>
            <a:xfrm rot="-5400000">
              <a:off x="3105027" y="1765596"/>
              <a:ext cx="5995993" cy="3326809"/>
            </a:xfrm>
            <a:custGeom>
              <a:avLst/>
              <a:gdLst/>
              <a:ahLst/>
              <a:cxnLst/>
              <a:rect l="l" t="t" r="r" b="b"/>
              <a:pathLst>
                <a:path w="4960" h="2752" extrusionOk="0">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lt1"/>
            </a:solidFill>
            <a:ln>
              <a:noFill/>
            </a:ln>
          </p:spPr>
        </p:sp>
        <p:sp>
          <p:nvSpPr>
            <p:cNvPr id="61" name="Google Shape;61;p31"/>
            <p:cNvSpPr/>
            <p:nvPr/>
          </p:nvSpPr>
          <p:spPr>
            <a:xfrm rot="-5912394">
              <a:off x="3320102" y="1458373"/>
              <a:ext cx="2377690" cy="317748"/>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1"/>
            <p:cNvSpPr/>
            <p:nvPr/>
          </p:nvSpPr>
          <p:spPr>
            <a:xfrm>
              <a:off x="0" y="0"/>
              <a:ext cx="9144000" cy="6858000"/>
            </a:xfrm>
            <a:custGeom>
              <a:avLst/>
              <a:gdLst/>
              <a:ahLst/>
              <a:cxnLst/>
              <a:rect l="l" t="t" r="r" b="b"/>
              <a:pathLst>
                <a:path w="5760" h="4320" extrusionOk="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p:spPr>
        </p:sp>
      </p:grpSp>
      <p:sp>
        <p:nvSpPr>
          <p:cNvPr id="63" name="Google Shape;63;p31"/>
          <p:cNvSpPr txBox="1">
            <a:spLocks noGrp="1"/>
          </p:cNvSpPr>
          <p:nvPr>
            <p:ph type="title"/>
          </p:nvPr>
        </p:nvSpPr>
        <p:spPr>
          <a:xfrm>
            <a:off x="877534" y="2257588"/>
            <a:ext cx="3090672" cy="30203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3200"/>
              <a:buFont typeface="Century Gothic"/>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1"/>
          <p:cNvSpPr txBox="1">
            <a:spLocks noGrp="1"/>
          </p:cNvSpPr>
          <p:nvPr>
            <p:ph type="body" idx="1"/>
          </p:nvPr>
        </p:nvSpPr>
        <p:spPr>
          <a:xfrm>
            <a:off x="5119261" y="2257588"/>
            <a:ext cx="3082516" cy="3020344"/>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600"/>
              <a:buNone/>
              <a:defRPr sz="2000" cap="none">
                <a:solidFill>
                  <a:srgbClr val="EE52A4"/>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65" name="Google Shape;65;p31"/>
          <p:cNvSpPr txBox="1">
            <a:spLocks noGrp="1"/>
          </p:cNvSpPr>
          <p:nvPr>
            <p:ph type="dt" idx="10"/>
          </p:nvPr>
        </p:nvSpPr>
        <p:spPr>
          <a:xfrm>
            <a:off x="7574443" y="6365498"/>
            <a:ext cx="990599" cy="228659"/>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590843" y="6365497"/>
            <a:ext cx="3859795" cy="2286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1"/>
          <p:cNvSpPr/>
          <p:nvPr/>
        </p:nvSpPr>
        <p:spPr>
          <a:xfrm>
            <a:off x="7745644" y="0"/>
            <a:ext cx="685800" cy="1099458"/>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1"/>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sz="2800" b="0" i="0" u="none" strike="noStrike" cap="none">
                <a:solidFill>
                  <a:schemeClr val="lt1"/>
                </a:solidFill>
                <a:latin typeface="Century Gothic"/>
                <a:ea typeface="Century Gothic"/>
                <a:cs typeface="Century Gothic"/>
                <a:sym typeface="Century Gothic"/>
              </a:defRPr>
            </a:lvl1pPr>
            <a:lvl2pPr marL="0" lvl="1" indent="0" algn="ctr">
              <a:spcBef>
                <a:spcPts val="0"/>
              </a:spcBef>
              <a:buNone/>
              <a:defRPr sz="2800" b="0" i="0" u="none" strike="noStrike" cap="none">
                <a:solidFill>
                  <a:schemeClr val="lt1"/>
                </a:solidFill>
                <a:latin typeface="Century Gothic"/>
                <a:ea typeface="Century Gothic"/>
                <a:cs typeface="Century Gothic"/>
                <a:sym typeface="Century Gothic"/>
              </a:defRPr>
            </a:lvl2pPr>
            <a:lvl3pPr marL="0" lvl="2" indent="0" algn="ctr">
              <a:spcBef>
                <a:spcPts val="0"/>
              </a:spcBef>
              <a:buNone/>
              <a:defRPr sz="2800" b="0" i="0" u="none" strike="noStrike" cap="none">
                <a:solidFill>
                  <a:schemeClr val="lt1"/>
                </a:solidFill>
                <a:latin typeface="Century Gothic"/>
                <a:ea typeface="Century Gothic"/>
                <a:cs typeface="Century Gothic"/>
                <a:sym typeface="Century Gothic"/>
              </a:defRPr>
            </a:lvl3pPr>
            <a:lvl4pPr marL="0" lvl="3" indent="0" algn="ctr">
              <a:spcBef>
                <a:spcPts val="0"/>
              </a:spcBef>
              <a:buNone/>
              <a:defRPr sz="2800" b="0" i="0" u="none" strike="noStrike" cap="none">
                <a:solidFill>
                  <a:schemeClr val="lt1"/>
                </a:solidFill>
                <a:latin typeface="Century Gothic"/>
                <a:ea typeface="Century Gothic"/>
                <a:cs typeface="Century Gothic"/>
                <a:sym typeface="Century Gothic"/>
              </a:defRPr>
            </a:lvl4pPr>
            <a:lvl5pPr marL="0" lvl="4" indent="0" algn="ctr">
              <a:spcBef>
                <a:spcPts val="0"/>
              </a:spcBef>
              <a:buNone/>
              <a:defRPr sz="2800" b="0" i="0" u="none" strike="noStrike" cap="none">
                <a:solidFill>
                  <a:schemeClr val="lt1"/>
                </a:solidFill>
                <a:latin typeface="Century Gothic"/>
                <a:ea typeface="Century Gothic"/>
                <a:cs typeface="Century Gothic"/>
                <a:sym typeface="Century Gothic"/>
              </a:defRPr>
            </a:lvl5pPr>
            <a:lvl6pPr marL="0" lvl="5" indent="0" algn="ctr">
              <a:spcBef>
                <a:spcPts val="0"/>
              </a:spcBef>
              <a:buNone/>
              <a:defRPr sz="2800" b="0" i="0" u="none" strike="noStrike" cap="none">
                <a:solidFill>
                  <a:schemeClr val="lt1"/>
                </a:solidFill>
                <a:latin typeface="Century Gothic"/>
                <a:ea typeface="Century Gothic"/>
                <a:cs typeface="Century Gothic"/>
                <a:sym typeface="Century Gothic"/>
              </a:defRPr>
            </a:lvl6pPr>
            <a:lvl7pPr marL="0" lvl="6" indent="0" algn="ctr">
              <a:spcBef>
                <a:spcPts val="0"/>
              </a:spcBef>
              <a:buNone/>
              <a:defRPr sz="2800" b="0" i="0" u="none" strike="noStrike" cap="none">
                <a:solidFill>
                  <a:schemeClr val="lt1"/>
                </a:solidFill>
                <a:latin typeface="Century Gothic"/>
                <a:ea typeface="Century Gothic"/>
                <a:cs typeface="Century Gothic"/>
                <a:sym typeface="Century Gothic"/>
              </a:defRPr>
            </a:lvl7pPr>
            <a:lvl8pPr marL="0" lvl="7" indent="0" algn="ctr">
              <a:spcBef>
                <a:spcPts val="0"/>
              </a:spcBef>
              <a:buNone/>
              <a:defRPr sz="2800" b="0" i="0" u="none" strike="noStrike" cap="none">
                <a:solidFill>
                  <a:schemeClr val="lt1"/>
                </a:solidFill>
                <a:latin typeface="Century Gothic"/>
                <a:ea typeface="Century Gothic"/>
                <a:cs typeface="Century Gothic"/>
                <a:sym typeface="Century Gothic"/>
              </a:defRPr>
            </a:lvl8pPr>
            <a:lvl9pPr marL="0" lvl="8" indent="0" algn="ctr">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6"/>
        <p:cNvGrpSpPr/>
        <p:nvPr/>
      </p:nvGrpSpPr>
      <p:grpSpPr>
        <a:xfrm>
          <a:off x="0" y="0"/>
          <a:ext cx="0" cy="0"/>
          <a:chOff x="0" y="0"/>
          <a:chExt cx="0" cy="0"/>
        </a:xfrm>
      </p:grpSpPr>
      <p:sp>
        <p:nvSpPr>
          <p:cNvPr id="77" name="Google Shape;77;p33"/>
          <p:cNvSpPr txBox="1">
            <a:spLocks noGrp="1"/>
          </p:cNvSpPr>
          <p:nvPr>
            <p:ph type="title"/>
          </p:nvPr>
        </p:nvSpPr>
        <p:spPr>
          <a:xfrm>
            <a:off x="866440" y="927099"/>
            <a:ext cx="6345260" cy="70986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32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3"/>
          <p:cNvSpPr txBox="1">
            <a:spLocks noGrp="1"/>
          </p:cNvSpPr>
          <p:nvPr>
            <p:ph type="body" idx="1"/>
          </p:nvPr>
        </p:nvSpPr>
        <p:spPr>
          <a:xfrm>
            <a:off x="869918" y="2489200"/>
            <a:ext cx="3633502" cy="75929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EE52A4"/>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79" name="Google Shape;79;p33"/>
          <p:cNvSpPr txBox="1">
            <a:spLocks noGrp="1"/>
          </p:cNvSpPr>
          <p:nvPr>
            <p:ph type="body" idx="2"/>
          </p:nvPr>
        </p:nvSpPr>
        <p:spPr>
          <a:xfrm>
            <a:off x="866440" y="3248490"/>
            <a:ext cx="3636980" cy="2771311"/>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80" name="Google Shape;80;p33"/>
          <p:cNvSpPr txBox="1">
            <a:spLocks noGrp="1"/>
          </p:cNvSpPr>
          <p:nvPr>
            <p:ph type="body" idx="3"/>
          </p:nvPr>
        </p:nvSpPr>
        <p:spPr>
          <a:xfrm>
            <a:off x="4640581" y="2489200"/>
            <a:ext cx="3636979" cy="756635"/>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EE52A4"/>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81" name="Google Shape;81;p33"/>
          <p:cNvSpPr txBox="1">
            <a:spLocks noGrp="1"/>
          </p:cNvSpPr>
          <p:nvPr>
            <p:ph type="body" idx="4"/>
          </p:nvPr>
        </p:nvSpPr>
        <p:spPr>
          <a:xfrm>
            <a:off x="4640581" y="3245835"/>
            <a:ext cx="3636980" cy="277396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82" name="Google Shape;82;p33"/>
          <p:cNvSpPr txBox="1">
            <a:spLocks noGrp="1"/>
          </p:cNvSpPr>
          <p:nvPr>
            <p:ph type="dt" idx="10"/>
          </p:nvPr>
        </p:nvSpPr>
        <p:spPr>
          <a:xfrm>
            <a:off x="7574443" y="6365498"/>
            <a:ext cx="990599" cy="228659"/>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3"/>
          <p:cNvSpPr txBox="1">
            <a:spLocks noGrp="1"/>
          </p:cNvSpPr>
          <p:nvPr>
            <p:ph type="ftr" idx="11"/>
          </p:nvPr>
        </p:nvSpPr>
        <p:spPr>
          <a:xfrm>
            <a:off x="590843" y="6365497"/>
            <a:ext cx="3859795" cy="2286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33"/>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sz="2800" b="0" i="0" u="none" strike="noStrike" cap="none">
                <a:solidFill>
                  <a:schemeClr val="lt1"/>
                </a:solidFill>
                <a:latin typeface="Century Gothic"/>
                <a:ea typeface="Century Gothic"/>
                <a:cs typeface="Century Gothic"/>
                <a:sym typeface="Century Gothic"/>
              </a:defRPr>
            </a:lvl1pPr>
            <a:lvl2pPr marL="0" lvl="1" indent="0" algn="ctr">
              <a:spcBef>
                <a:spcPts val="0"/>
              </a:spcBef>
              <a:buNone/>
              <a:defRPr sz="2800" b="0" i="0" u="none" strike="noStrike" cap="none">
                <a:solidFill>
                  <a:schemeClr val="lt1"/>
                </a:solidFill>
                <a:latin typeface="Century Gothic"/>
                <a:ea typeface="Century Gothic"/>
                <a:cs typeface="Century Gothic"/>
                <a:sym typeface="Century Gothic"/>
              </a:defRPr>
            </a:lvl2pPr>
            <a:lvl3pPr marL="0" lvl="2" indent="0" algn="ctr">
              <a:spcBef>
                <a:spcPts val="0"/>
              </a:spcBef>
              <a:buNone/>
              <a:defRPr sz="2800" b="0" i="0" u="none" strike="noStrike" cap="none">
                <a:solidFill>
                  <a:schemeClr val="lt1"/>
                </a:solidFill>
                <a:latin typeface="Century Gothic"/>
                <a:ea typeface="Century Gothic"/>
                <a:cs typeface="Century Gothic"/>
                <a:sym typeface="Century Gothic"/>
              </a:defRPr>
            </a:lvl3pPr>
            <a:lvl4pPr marL="0" lvl="3" indent="0" algn="ctr">
              <a:spcBef>
                <a:spcPts val="0"/>
              </a:spcBef>
              <a:buNone/>
              <a:defRPr sz="2800" b="0" i="0" u="none" strike="noStrike" cap="none">
                <a:solidFill>
                  <a:schemeClr val="lt1"/>
                </a:solidFill>
                <a:latin typeface="Century Gothic"/>
                <a:ea typeface="Century Gothic"/>
                <a:cs typeface="Century Gothic"/>
                <a:sym typeface="Century Gothic"/>
              </a:defRPr>
            </a:lvl4pPr>
            <a:lvl5pPr marL="0" lvl="4" indent="0" algn="ctr">
              <a:spcBef>
                <a:spcPts val="0"/>
              </a:spcBef>
              <a:buNone/>
              <a:defRPr sz="2800" b="0" i="0" u="none" strike="noStrike" cap="none">
                <a:solidFill>
                  <a:schemeClr val="lt1"/>
                </a:solidFill>
                <a:latin typeface="Century Gothic"/>
                <a:ea typeface="Century Gothic"/>
                <a:cs typeface="Century Gothic"/>
                <a:sym typeface="Century Gothic"/>
              </a:defRPr>
            </a:lvl5pPr>
            <a:lvl6pPr marL="0" lvl="5" indent="0" algn="ctr">
              <a:spcBef>
                <a:spcPts val="0"/>
              </a:spcBef>
              <a:buNone/>
              <a:defRPr sz="2800" b="0" i="0" u="none" strike="noStrike" cap="none">
                <a:solidFill>
                  <a:schemeClr val="lt1"/>
                </a:solidFill>
                <a:latin typeface="Century Gothic"/>
                <a:ea typeface="Century Gothic"/>
                <a:cs typeface="Century Gothic"/>
                <a:sym typeface="Century Gothic"/>
              </a:defRPr>
            </a:lvl6pPr>
            <a:lvl7pPr marL="0" lvl="6" indent="0" algn="ctr">
              <a:spcBef>
                <a:spcPts val="0"/>
              </a:spcBef>
              <a:buNone/>
              <a:defRPr sz="2800" b="0" i="0" u="none" strike="noStrike" cap="none">
                <a:solidFill>
                  <a:schemeClr val="lt1"/>
                </a:solidFill>
                <a:latin typeface="Century Gothic"/>
                <a:ea typeface="Century Gothic"/>
                <a:cs typeface="Century Gothic"/>
                <a:sym typeface="Century Gothic"/>
              </a:defRPr>
            </a:lvl7pPr>
            <a:lvl8pPr marL="0" lvl="7" indent="0" algn="ctr">
              <a:spcBef>
                <a:spcPts val="0"/>
              </a:spcBef>
              <a:buNone/>
              <a:defRPr sz="2800" b="0" i="0" u="none" strike="noStrike" cap="none">
                <a:solidFill>
                  <a:schemeClr val="lt1"/>
                </a:solidFill>
                <a:latin typeface="Century Gothic"/>
                <a:ea typeface="Century Gothic"/>
                <a:cs typeface="Century Gothic"/>
                <a:sym typeface="Century Gothic"/>
              </a:defRPr>
            </a:lvl8pPr>
            <a:lvl9pPr marL="0" lvl="8" indent="0" algn="ctr">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5"/>
        <p:cNvGrpSpPr/>
        <p:nvPr/>
      </p:nvGrpSpPr>
      <p:grpSpPr>
        <a:xfrm>
          <a:off x="0" y="0"/>
          <a:ext cx="0" cy="0"/>
          <a:chOff x="0" y="0"/>
          <a:chExt cx="0" cy="0"/>
        </a:xfrm>
      </p:grpSpPr>
      <p:sp>
        <p:nvSpPr>
          <p:cNvPr id="86" name="Google Shape;86;p34"/>
          <p:cNvSpPr txBox="1">
            <a:spLocks noGrp="1"/>
          </p:cNvSpPr>
          <p:nvPr>
            <p:ph type="title"/>
          </p:nvPr>
        </p:nvSpPr>
        <p:spPr>
          <a:xfrm>
            <a:off x="866440" y="927099"/>
            <a:ext cx="6345260" cy="70986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34"/>
          <p:cNvSpPr txBox="1">
            <a:spLocks noGrp="1"/>
          </p:cNvSpPr>
          <p:nvPr>
            <p:ph type="dt" idx="10"/>
          </p:nvPr>
        </p:nvSpPr>
        <p:spPr>
          <a:xfrm>
            <a:off x="7574443" y="6365498"/>
            <a:ext cx="990599" cy="228659"/>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34"/>
          <p:cNvSpPr txBox="1">
            <a:spLocks noGrp="1"/>
          </p:cNvSpPr>
          <p:nvPr>
            <p:ph type="ftr" idx="11"/>
          </p:nvPr>
        </p:nvSpPr>
        <p:spPr>
          <a:xfrm>
            <a:off x="590843" y="6365497"/>
            <a:ext cx="3859795" cy="2286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34"/>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sz="2800" b="0" i="0" u="none" strike="noStrike" cap="none">
                <a:solidFill>
                  <a:schemeClr val="lt1"/>
                </a:solidFill>
                <a:latin typeface="Century Gothic"/>
                <a:ea typeface="Century Gothic"/>
                <a:cs typeface="Century Gothic"/>
                <a:sym typeface="Century Gothic"/>
              </a:defRPr>
            </a:lvl1pPr>
            <a:lvl2pPr marL="0" lvl="1" indent="0" algn="ctr">
              <a:spcBef>
                <a:spcPts val="0"/>
              </a:spcBef>
              <a:buNone/>
              <a:defRPr sz="2800" b="0" i="0" u="none" strike="noStrike" cap="none">
                <a:solidFill>
                  <a:schemeClr val="lt1"/>
                </a:solidFill>
                <a:latin typeface="Century Gothic"/>
                <a:ea typeface="Century Gothic"/>
                <a:cs typeface="Century Gothic"/>
                <a:sym typeface="Century Gothic"/>
              </a:defRPr>
            </a:lvl2pPr>
            <a:lvl3pPr marL="0" lvl="2" indent="0" algn="ctr">
              <a:spcBef>
                <a:spcPts val="0"/>
              </a:spcBef>
              <a:buNone/>
              <a:defRPr sz="2800" b="0" i="0" u="none" strike="noStrike" cap="none">
                <a:solidFill>
                  <a:schemeClr val="lt1"/>
                </a:solidFill>
                <a:latin typeface="Century Gothic"/>
                <a:ea typeface="Century Gothic"/>
                <a:cs typeface="Century Gothic"/>
                <a:sym typeface="Century Gothic"/>
              </a:defRPr>
            </a:lvl3pPr>
            <a:lvl4pPr marL="0" lvl="3" indent="0" algn="ctr">
              <a:spcBef>
                <a:spcPts val="0"/>
              </a:spcBef>
              <a:buNone/>
              <a:defRPr sz="2800" b="0" i="0" u="none" strike="noStrike" cap="none">
                <a:solidFill>
                  <a:schemeClr val="lt1"/>
                </a:solidFill>
                <a:latin typeface="Century Gothic"/>
                <a:ea typeface="Century Gothic"/>
                <a:cs typeface="Century Gothic"/>
                <a:sym typeface="Century Gothic"/>
              </a:defRPr>
            </a:lvl4pPr>
            <a:lvl5pPr marL="0" lvl="4" indent="0" algn="ctr">
              <a:spcBef>
                <a:spcPts val="0"/>
              </a:spcBef>
              <a:buNone/>
              <a:defRPr sz="2800" b="0" i="0" u="none" strike="noStrike" cap="none">
                <a:solidFill>
                  <a:schemeClr val="lt1"/>
                </a:solidFill>
                <a:latin typeface="Century Gothic"/>
                <a:ea typeface="Century Gothic"/>
                <a:cs typeface="Century Gothic"/>
                <a:sym typeface="Century Gothic"/>
              </a:defRPr>
            </a:lvl5pPr>
            <a:lvl6pPr marL="0" lvl="5" indent="0" algn="ctr">
              <a:spcBef>
                <a:spcPts val="0"/>
              </a:spcBef>
              <a:buNone/>
              <a:defRPr sz="2800" b="0" i="0" u="none" strike="noStrike" cap="none">
                <a:solidFill>
                  <a:schemeClr val="lt1"/>
                </a:solidFill>
                <a:latin typeface="Century Gothic"/>
                <a:ea typeface="Century Gothic"/>
                <a:cs typeface="Century Gothic"/>
                <a:sym typeface="Century Gothic"/>
              </a:defRPr>
            </a:lvl6pPr>
            <a:lvl7pPr marL="0" lvl="6" indent="0" algn="ctr">
              <a:spcBef>
                <a:spcPts val="0"/>
              </a:spcBef>
              <a:buNone/>
              <a:defRPr sz="2800" b="0" i="0" u="none" strike="noStrike" cap="none">
                <a:solidFill>
                  <a:schemeClr val="lt1"/>
                </a:solidFill>
                <a:latin typeface="Century Gothic"/>
                <a:ea typeface="Century Gothic"/>
                <a:cs typeface="Century Gothic"/>
                <a:sym typeface="Century Gothic"/>
              </a:defRPr>
            </a:lvl7pPr>
            <a:lvl8pPr marL="0" lvl="7" indent="0" algn="ctr">
              <a:spcBef>
                <a:spcPts val="0"/>
              </a:spcBef>
              <a:buNone/>
              <a:defRPr sz="2800" b="0" i="0" u="none" strike="noStrike" cap="none">
                <a:solidFill>
                  <a:schemeClr val="lt1"/>
                </a:solidFill>
                <a:latin typeface="Century Gothic"/>
                <a:ea typeface="Century Gothic"/>
                <a:cs typeface="Century Gothic"/>
                <a:sym typeface="Century Gothic"/>
              </a:defRPr>
            </a:lvl8pPr>
            <a:lvl9pPr marL="0" lvl="8" indent="0" algn="ctr">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0"/>
        <p:cNvGrpSpPr/>
        <p:nvPr/>
      </p:nvGrpSpPr>
      <p:grpSpPr>
        <a:xfrm>
          <a:off x="0" y="0"/>
          <a:ext cx="0" cy="0"/>
          <a:chOff x="0" y="0"/>
          <a:chExt cx="0" cy="0"/>
        </a:xfrm>
      </p:grpSpPr>
      <p:sp>
        <p:nvSpPr>
          <p:cNvPr id="91" name="Google Shape;91;p35"/>
          <p:cNvSpPr/>
          <p:nvPr/>
        </p:nvSpPr>
        <p:spPr>
          <a:xfrm>
            <a:off x="7745644" y="0"/>
            <a:ext cx="685800" cy="1099458"/>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35"/>
          <p:cNvSpPr txBox="1">
            <a:spLocks noGrp="1"/>
          </p:cNvSpPr>
          <p:nvPr>
            <p:ph type="dt" idx="10"/>
          </p:nvPr>
        </p:nvSpPr>
        <p:spPr>
          <a:xfrm>
            <a:off x="7574443" y="6365498"/>
            <a:ext cx="990599" cy="228659"/>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35"/>
          <p:cNvSpPr txBox="1">
            <a:spLocks noGrp="1"/>
          </p:cNvSpPr>
          <p:nvPr>
            <p:ph type="ftr" idx="11"/>
          </p:nvPr>
        </p:nvSpPr>
        <p:spPr>
          <a:xfrm>
            <a:off x="590843" y="6365497"/>
            <a:ext cx="3859795" cy="2286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35"/>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sz="2800" b="0" i="0" u="none" strike="noStrike" cap="none">
                <a:solidFill>
                  <a:schemeClr val="lt1"/>
                </a:solidFill>
                <a:latin typeface="Century Gothic"/>
                <a:ea typeface="Century Gothic"/>
                <a:cs typeface="Century Gothic"/>
                <a:sym typeface="Century Gothic"/>
              </a:defRPr>
            </a:lvl1pPr>
            <a:lvl2pPr marL="0" lvl="1" indent="0" algn="ctr">
              <a:spcBef>
                <a:spcPts val="0"/>
              </a:spcBef>
              <a:buNone/>
              <a:defRPr sz="2800" b="0" i="0" u="none" strike="noStrike" cap="none">
                <a:solidFill>
                  <a:schemeClr val="lt1"/>
                </a:solidFill>
                <a:latin typeface="Century Gothic"/>
                <a:ea typeface="Century Gothic"/>
                <a:cs typeface="Century Gothic"/>
                <a:sym typeface="Century Gothic"/>
              </a:defRPr>
            </a:lvl2pPr>
            <a:lvl3pPr marL="0" lvl="2" indent="0" algn="ctr">
              <a:spcBef>
                <a:spcPts val="0"/>
              </a:spcBef>
              <a:buNone/>
              <a:defRPr sz="2800" b="0" i="0" u="none" strike="noStrike" cap="none">
                <a:solidFill>
                  <a:schemeClr val="lt1"/>
                </a:solidFill>
                <a:latin typeface="Century Gothic"/>
                <a:ea typeface="Century Gothic"/>
                <a:cs typeface="Century Gothic"/>
                <a:sym typeface="Century Gothic"/>
              </a:defRPr>
            </a:lvl3pPr>
            <a:lvl4pPr marL="0" lvl="3" indent="0" algn="ctr">
              <a:spcBef>
                <a:spcPts val="0"/>
              </a:spcBef>
              <a:buNone/>
              <a:defRPr sz="2800" b="0" i="0" u="none" strike="noStrike" cap="none">
                <a:solidFill>
                  <a:schemeClr val="lt1"/>
                </a:solidFill>
                <a:latin typeface="Century Gothic"/>
                <a:ea typeface="Century Gothic"/>
                <a:cs typeface="Century Gothic"/>
                <a:sym typeface="Century Gothic"/>
              </a:defRPr>
            </a:lvl4pPr>
            <a:lvl5pPr marL="0" lvl="4" indent="0" algn="ctr">
              <a:spcBef>
                <a:spcPts val="0"/>
              </a:spcBef>
              <a:buNone/>
              <a:defRPr sz="2800" b="0" i="0" u="none" strike="noStrike" cap="none">
                <a:solidFill>
                  <a:schemeClr val="lt1"/>
                </a:solidFill>
                <a:latin typeface="Century Gothic"/>
                <a:ea typeface="Century Gothic"/>
                <a:cs typeface="Century Gothic"/>
                <a:sym typeface="Century Gothic"/>
              </a:defRPr>
            </a:lvl5pPr>
            <a:lvl6pPr marL="0" lvl="5" indent="0" algn="ctr">
              <a:spcBef>
                <a:spcPts val="0"/>
              </a:spcBef>
              <a:buNone/>
              <a:defRPr sz="2800" b="0" i="0" u="none" strike="noStrike" cap="none">
                <a:solidFill>
                  <a:schemeClr val="lt1"/>
                </a:solidFill>
                <a:latin typeface="Century Gothic"/>
                <a:ea typeface="Century Gothic"/>
                <a:cs typeface="Century Gothic"/>
                <a:sym typeface="Century Gothic"/>
              </a:defRPr>
            </a:lvl6pPr>
            <a:lvl7pPr marL="0" lvl="6" indent="0" algn="ctr">
              <a:spcBef>
                <a:spcPts val="0"/>
              </a:spcBef>
              <a:buNone/>
              <a:defRPr sz="2800" b="0" i="0" u="none" strike="noStrike" cap="none">
                <a:solidFill>
                  <a:schemeClr val="lt1"/>
                </a:solidFill>
                <a:latin typeface="Century Gothic"/>
                <a:ea typeface="Century Gothic"/>
                <a:cs typeface="Century Gothic"/>
                <a:sym typeface="Century Gothic"/>
              </a:defRPr>
            </a:lvl7pPr>
            <a:lvl8pPr marL="0" lvl="7" indent="0" algn="ctr">
              <a:spcBef>
                <a:spcPts val="0"/>
              </a:spcBef>
              <a:buNone/>
              <a:defRPr sz="2800" b="0" i="0" u="none" strike="noStrike" cap="none">
                <a:solidFill>
                  <a:schemeClr val="lt1"/>
                </a:solidFill>
                <a:latin typeface="Century Gothic"/>
                <a:ea typeface="Century Gothic"/>
                <a:cs typeface="Century Gothic"/>
                <a:sym typeface="Century Gothic"/>
              </a:defRPr>
            </a:lvl8pPr>
            <a:lvl9pPr marL="0" lvl="8" indent="0" algn="ctr">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95"/>
        <p:cNvGrpSpPr/>
        <p:nvPr/>
      </p:nvGrpSpPr>
      <p:grpSpPr>
        <a:xfrm>
          <a:off x="0" y="0"/>
          <a:ext cx="0" cy="0"/>
          <a:chOff x="0" y="0"/>
          <a:chExt cx="0" cy="0"/>
        </a:xfrm>
      </p:grpSpPr>
      <p:grpSp>
        <p:nvGrpSpPr>
          <p:cNvPr id="96" name="Google Shape;96;p36"/>
          <p:cNvGrpSpPr/>
          <p:nvPr/>
        </p:nvGrpSpPr>
        <p:grpSpPr>
          <a:xfrm>
            <a:off x="-1588" y="0"/>
            <a:ext cx="9145588" cy="6860798"/>
            <a:chOff x="-1588" y="0"/>
            <a:chExt cx="9145588" cy="6860798"/>
          </a:xfrm>
        </p:grpSpPr>
        <p:sp>
          <p:nvSpPr>
            <p:cNvPr id="97" name="Google Shape;97;p36"/>
            <p:cNvSpPr/>
            <p:nvPr/>
          </p:nvSpPr>
          <p:spPr>
            <a:xfrm>
              <a:off x="0" y="0"/>
              <a:ext cx="9118832" cy="6858000"/>
            </a:xfrm>
            <a:prstGeom prst="rect">
              <a:avLst/>
            </a:prstGeom>
            <a:blipFill rotWithShape="1">
              <a:blip r:embed="rId2">
                <a:alphaModFix/>
              </a:blip>
              <a:stretch>
                <a:fillRect l="-16712" r="-16986"/>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6"/>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36"/>
            <p:cNvSpPr/>
            <p:nvPr/>
          </p:nvSpPr>
          <p:spPr>
            <a:xfrm>
              <a:off x="629943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36"/>
            <p:cNvSpPr/>
            <p:nvPr/>
          </p:nvSpPr>
          <p:spPr>
            <a:xfrm>
              <a:off x="5689832" y="0"/>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6"/>
            <p:cNvSpPr/>
            <p:nvPr/>
          </p:nvSpPr>
          <p:spPr>
            <a:xfrm>
              <a:off x="6299432" y="5870198"/>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6"/>
            <p:cNvSpPr/>
            <p:nvPr/>
          </p:nvSpPr>
          <p:spPr>
            <a:xfrm>
              <a:off x="-1588"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36"/>
            <p:cNvSpPr/>
            <p:nvPr/>
          </p:nvSpPr>
          <p:spPr>
            <a:xfrm>
              <a:off x="5283673" y="402165"/>
              <a:ext cx="3465769" cy="605367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36"/>
            <p:cNvSpPr/>
            <p:nvPr/>
          </p:nvSpPr>
          <p:spPr>
            <a:xfrm rot="-5400000">
              <a:off x="2548536" y="1765596"/>
              <a:ext cx="5995993" cy="3326809"/>
            </a:xfrm>
            <a:custGeom>
              <a:avLst/>
              <a:gdLst/>
              <a:ahLst/>
              <a:cxnLst/>
              <a:rect l="l" t="t" r="r" b="b"/>
              <a:pathLst>
                <a:path w="4960" h="2752" extrusionOk="0">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lt1"/>
            </a:solidFill>
            <a:ln>
              <a:noFill/>
            </a:ln>
          </p:spPr>
        </p:sp>
        <p:sp>
          <p:nvSpPr>
            <p:cNvPr id="105" name="Google Shape;105;p36"/>
            <p:cNvSpPr/>
            <p:nvPr/>
          </p:nvSpPr>
          <p:spPr>
            <a:xfrm rot="-5912394">
              <a:off x="2769747" y="1458373"/>
              <a:ext cx="2377690" cy="317748"/>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6"/>
            <p:cNvSpPr/>
            <p:nvPr/>
          </p:nvSpPr>
          <p:spPr>
            <a:xfrm>
              <a:off x="0" y="0"/>
              <a:ext cx="9144000" cy="6858000"/>
            </a:xfrm>
            <a:custGeom>
              <a:avLst/>
              <a:gdLst/>
              <a:ahLst/>
              <a:cxnLst/>
              <a:rect l="l" t="t" r="r" b="b"/>
              <a:pathLst>
                <a:path w="5760" h="4320" extrusionOk="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p:spPr>
        </p:sp>
      </p:grpSp>
      <p:sp>
        <p:nvSpPr>
          <p:cNvPr id="107" name="Google Shape;107;p36"/>
          <p:cNvSpPr txBox="1">
            <a:spLocks noGrp="1"/>
          </p:cNvSpPr>
          <p:nvPr>
            <p:ph type="title"/>
          </p:nvPr>
        </p:nvSpPr>
        <p:spPr>
          <a:xfrm>
            <a:off x="866440" y="1447800"/>
            <a:ext cx="2712590" cy="14955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1"/>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36"/>
          <p:cNvSpPr txBox="1">
            <a:spLocks noGrp="1"/>
          </p:cNvSpPr>
          <p:nvPr>
            <p:ph type="body" idx="1"/>
          </p:nvPr>
        </p:nvSpPr>
        <p:spPr>
          <a:xfrm>
            <a:off x="4568927" y="1447800"/>
            <a:ext cx="3632850" cy="4572000"/>
          </a:xfrm>
          <a:prstGeom prst="rect">
            <a:avLst/>
          </a:prstGeom>
          <a:noFill/>
          <a:ln>
            <a:noFill/>
          </a:ln>
        </p:spPr>
        <p:txBody>
          <a:bodyPr spcFirstLastPara="1" wrap="square" lIns="91425" tIns="45700" rIns="91425" bIns="45700" anchor="ctr"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09" name="Google Shape;109;p36"/>
          <p:cNvSpPr txBox="1">
            <a:spLocks noGrp="1"/>
          </p:cNvSpPr>
          <p:nvPr>
            <p:ph type="body" idx="2"/>
          </p:nvPr>
        </p:nvSpPr>
        <p:spPr>
          <a:xfrm>
            <a:off x="866441" y="3086845"/>
            <a:ext cx="2712589" cy="2933701"/>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solidFill>
                  <a:srgbClr val="EE52A4"/>
                </a:solidFill>
              </a:defRPr>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10" name="Google Shape;110;p36"/>
          <p:cNvSpPr txBox="1">
            <a:spLocks noGrp="1"/>
          </p:cNvSpPr>
          <p:nvPr>
            <p:ph type="dt" idx="10"/>
          </p:nvPr>
        </p:nvSpPr>
        <p:spPr>
          <a:xfrm>
            <a:off x="7574443" y="6365498"/>
            <a:ext cx="990599" cy="228659"/>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36"/>
          <p:cNvSpPr txBox="1">
            <a:spLocks noGrp="1"/>
          </p:cNvSpPr>
          <p:nvPr>
            <p:ph type="ftr" idx="11"/>
          </p:nvPr>
        </p:nvSpPr>
        <p:spPr>
          <a:xfrm>
            <a:off x="590843" y="6365497"/>
            <a:ext cx="3859795" cy="2286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36"/>
          <p:cNvSpPr/>
          <p:nvPr/>
        </p:nvSpPr>
        <p:spPr>
          <a:xfrm>
            <a:off x="7745644" y="0"/>
            <a:ext cx="685800" cy="1099458"/>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6"/>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sz="2800" b="0" i="0" u="none" strike="noStrike" cap="none">
                <a:solidFill>
                  <a:schemeClr val="lt1"/>
                </a:solidFill>
                <a:latin typeface="Century Gothic"/>
                <a:ea typeface="Century Gothic"/>
                <a:cs typeface="Century Gothic"/>
                <a:sym typeface="Century Gothic"/>
              </a:defRPr>
            </a:lvl1pPr>
            <a:lvl2pPr marL="0" lvl="1" indent="0" algn="ctr">
              <a:spcBef>
                <a:spcPts val="0"/>
              </a:spcBef>
              <a:buNone/>
              <a:defRPr sz="2800" b="0" i="0" u="none" strike="noStrike" cap="none">
                <a:solidFill>
                  <a:schemeClr val="lt1"/>
                </a:solidFill>
                <a:latin typeface="Century Gothic"/>
                <a:ea typeface="Century Gothic"/>
                <a:cs typeface="Century Gothic"/>
                <a:sym typeface="Century Gothic"/>
              </a:defRPr>
            </a:lvl2pPr>
            <a:lvl3pPr marL="0" lvl="2" indent="0" algn="ctr">
              <a:spcBef>
                <a:spcPts val="0"/>
              </a:spcBef>
              <a:buNone/>
              <a:defRPr sz="2800" b="0" i="0" u="none" strike="noStrike" cap="none">
                <a:solidFill>
                  <a:schemeClr val="lt1"/>
                </a:solidFill>
                <a:latin typeface="Century Gothic"/>
                <a:ea typeface="Century Gothic"/>
                <a:cs typeface="Century Gothic"/>
                <a:sym typeface="Century Gothic"/>
              </a:defRPr>
            </a:lvl3pPr>
            <a:lvl4pPr marL="0" lvl="3" indent="0" algn="ctr">
              <a:spcBef>
                <a:spcPts val="0"/>
              </a:spcBef>
              <a:buNone/>
              <a:defRPr sz="2800" b="0" i="0" u="none" strike="noStrike" cap="none">
                <a:solidFill>
                  <a:schemeClr val="lt1"/>
                </a:solidFill>
                <a:latin typeface="Century Gothic"/>
                <a:ea typeface="Century Gothic"/>
                <a:cs typeface="Century Gothic"/>
                <a:sym typeface="Century Gothic"/>
              </a:defRPr>
            </a:lvl4pPr>
            <a:lvl5pPr marL="0" lvl="4" indent="0" algn="ctr">
              <a:spcBef>
                <a:spcPts val="0"/>
              </a:spcBef>
              <a:buNone/>
              <a:defRPr sz="2800" b="0" i="0" u="none" strike="noStrike" cap="none">
                <a:solidFill>
                  <a:schemeClr val="lt1"/>
                </a:solidFill>
                <a:latin typeface="Century Gothic"/>
                <a:ea typeface="Century Gothic"/>
                <a:cs typeface="Century Gothic"/>
                <a:sym typeface="Century Gothic"/>
              </a:defRPr>
            </a:lvl5pPr>
            <a:lvl6pPr marL="0" lvl="5" indent="0" algn="ctr">
              <a:spcBef>
                <a:spcPts val="0"/>
              </a:spcBef>
              <a:buNone/>
              <a:defRPr sz="2800" b="0" i="0" u="none" strike="noStrike" cap="none">
                <a:solidFill>
                  <a:schemeClr val="lt1"/>
                </a:solidFill>
                <a:latin typeface="Century Gothic"/>
                <a:ea typeface="Century Gothic"/>
                <a:cs typeface="Century Gothic"/>
                <a:sym typeface="Century Gothic"/>
              </a:defRPr>
            </a:lvl6pPr>
            <a:lvl7pPr marL="0" lvl="6" indent="0" algn="ctr">
              <a:spcBef>
                <a:spcPts val="0"/>
              </a:spcBef>
              <a:buNone/>
              <a:defRPr sz="2800" b="0" i="0" u="none" strike="noStrike" cap="none">
                <a:solidFill>
                  <a:schemeClr val="lt1"/>
                </a:solidFill>
                <a:latin typeface="Century Gothic"/>
                <a:ea typeface="Century Gothic"/>
                <a:cs typeface="Century Gothic"/>
                <a:sym typeface="Century Gothic"/>
              </a:defRPr>
            </a:lvl7pPr>
            <a:lvl8pPr marL="0" lvl="7" indent="0" algn="ctr">
              <a:spcBef>
                <a:spcPts val="0"/>
              </a:spcBef>
              <a:buNone/>
              <a:defRPr sz="2800" b="0" i="0" u="none" strike="noStrike" cap="none">
                <a:solidFill>
                  <a:schemeClr val="lt1"/>
                </a:solidFill>
                <a:latin typeface="Century Gothic"/>
                <a:ea typeface="Century Gothic"/>
                <a:cs typeface="Century Gothic"/>
                <a:sym typeface="Century Gothic"/>
              </a:defRPr>
            </a:lvl8pPr>
            <a:lvl9pPr marL="0" lvl="8" indent="0" algn="ctr">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114"/>
        <p:cNvGrpSpPr/>
        <p:nvPr/>
      </p:nvGrpSpPr>
      <p:grpSpPr>
        <a:xfrm>
          <a:off x="0" y="0"/>
          <a:ext cx="0" cy="0"/>
          <a:chOff x="0" y="0"/>
          <a:chExt cx="0" cy="0"/>
        </a:xfrm>
      </p:grpSpPr>
      <p:grpSp>
        <p:nvGrpSpPr>
          <p:cNvPr id="115" name="Google Shape;115;p37"/>
          <p:cNvGrpSpPr/>
          <p:nvPr/>
        </p:nvGrpSpPr>
        <p:grpSpPr>
          <a:xfrm>
            <a:off x="-1588" y="0"/>
            <a:ext cx="9145588" cy="6860798"/>
            <a:chOff x="-1588" y="0"/>
            <a:chExt cx="9145588" cy="6860798"/>
          </a:xfrm>
        </p:grpSpPr>
        <p:sp>
          <p:nvSpPr>
            <p:cNvPr id="116" name="Google Shape;116;p37"/>
            <p:cNvSpPr/>
            <p:nvPr/>
          </p:nvSpPr>
          <p:spPr>
            <a:xfrm>
              <a:off x="0" y="0"/>
              <a:ext cx="9118832" cy="6858000"/>
            </a:xfrm>
            <a:prstGeom prst="rect">
              <a:avLst/>
            </a:prstGeom>
            <a:blipFill rotWithShape="1">
              <a:blip r:embed="rId2">
                <a:alphaModFix/>
              </a:blip>
              <a:stretch>
                <a:fillRect l="-16712" r="-16986"/>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37"/>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37"/>
            <p:cNvSpPr/>
            <p:nvPr/>
          </p:nvSpPr>
          <p:spPr>
            <a:xfrm>
              <a:off x="629943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37"/>
            <p:cNvSpPr/>
            <p:nvPr/>
          </p:nvSpPr>
          <p:spPr>
            <a:xfrm>
              <a:off x="5689832" y="0"/>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37"/>
            <p:cNvSpPr/>
            <p:nvPr/>
          </p:nvSpPr>
          <p:spPr>
            <a:xfrm>
              <a:off x="6299432" y="5870198"/>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7"/>
            <p:cNvSpPr/>
            <p:nvPr/>
          </p:nvSpPr>
          <p:spPr>
            <a:xfrm>
              <a:off x="-1588"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7"/>
            <p:cNvSpPr/>
            <p:nvPr/>
          </p:nvSpPr>
          <p:spPr>
            <a:xfrm>
              <a:off x="5283673" y="402165"/>
              <a:ext cx="3465769" cy="605367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7"/>
            <p:cNvSpPr/>
            <p:nvPr/>
          </p:nvSpPr>
          <p:spPr>
            <a:xfrm rot="-5400000">
              <a:off x="2852610" y="1765596"/>
              <a:ext cx="5995993" cy="3326809"/>
            </a:xfrm>
            <a:custGeom>
              <a:avLst/>
              <a:gdLst/>
              <a:ahLst/>
              <a:cxnLst/>
              <a:rect l="l" t="t" r="r" b="b"/>
              <a:pathLst>
                <a:path w="4960" h="2752" extrusionOk="0">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lt1"/>
            </a:solidFill>
            <a:ln>
              <a:noFill/>
            </a:ln>
          </p:spPr>
        </p:sp>
        <p:sp>
          <p:nvSpPr>
            <p:cNvPr id="124" name="Google Shape;124;p37"/>
            <p:cNvSpPr/>
            <p:nvPr/>
          </p:nvSpPr>
          <p:spPr>
            <a:xfrm rot="-5912394">
              <a:off x="3074559" y="1458373"/>
              <a:ext cx="2377690" cy="317748"/>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37"/>
            <p:cNvSpPr/>
            <p:nvPr/>
          </p:nvSpPr>
          <p:spPr>
            <a:xfrm>
              <a:off x="0" y="0"/>
              <a:ext cx="9144000" cy="6858000"/>
            </a:xfrm>
            <a:custGeom>
              <a:avLst/>
              <a:gdLst/>
              <a:ahLst/>
              <a:cxnLst/>
              <a:rect l="l" t="t" r="r" b="b"/>
              <a:pathLst>
                <a:path w="5760" h="4320" extrusionOk="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p:spPr>
        </p:sp>
      </p:grpSp>
      <p:sp>
        <p:nvSpPr>
          <p:cNvPr id="126" name="Google Shape;126;p37"/>
          <p:cNvSpPr txBox="1">
            <a:spLocks noGrp="1"/>
          </p:cNvSpPr>
          <p:nvPr>
            <p:ph type="title"/>
          </p:nvPr>
        </p:nvSpPr>
        <p:spPr>
          <a:xfrm>
            <a:off x="866440" y="1381390"/>
            <a:ext cx="2987089" cy="157480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37"/>
          <p:cNvSpPr>
            <a:spLocks noGrp="1"/>
          </p:cNvSpPr>
          <p:nvPr>
            <p:ph type="pic" idx="2"/>
          </p:nvPr>
        </p:nvSpPr>
        <p:spPr>
          <a:xfrm>
            <a:off x="4722909" y="1320800"/>
            <a:ext cx="2791102" cy="42164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28" name="Google Shape;128;p37"/>
          <p:cNvSpPr txBox="1">
            <a:spLocks noGrp="1"/>
          </p:cNvSpPr>
          <p:nvPr>
            <p:ph type="body" idx="1"/>
          </p:nvPr>
        </p:nvSpPr>
        <p:spPr>
          <a:xfrm>
            <a:off x="866440" y="3086100"/>
            <a:ext cx="2987089" cy="24511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solidFill>
                  <a:srgbClr val="EE52A4"/>
                </a:solidFill>
              </a:defRPr>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29" name="Google Shape;129;p37"/>
          <p:cNvSpPr txBox="1">
            <a:spLocks noGrp="1"/>
          </p:cNvSpPr>
          <p:nvPr>
            <p:ph type="dt" idx="10"/>
          </p:nvPr>
        </p:nvSpPr>
        <p:spPr>
          <a:xfrm>
            <a:off x="7574443" y="6365498"/>
            <a:ext cx="990599" cy="228659"/>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37"/>
          <p:cNvSpPr txBox="1">
            <a:spLocks noGrp="1"/>
          </p:cNvSpPr>
          <p:nvPr>
            <p:ph type="ftr" idx="11"/>
          </p:nvPr>
        </p:nvSpPr>
        <p:spPr>
          <a:xfrm>
            <a:off x="590843" y="6365497"/>
            <a:ext cx="3859795" cy="2286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37"/>
          <p:cNvSpPr/>
          <p:nvPr/>
        </p:nvSpPr>
        <p:spPr>
          <a:xfrm>
            <a:off x="7745644" y="0"/>
            <a:ext cx="685800" cy="1099458"/>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7"/>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sz="2800" b="0" i="0" u="none" strike="noStrike" cap="none">
                <a:solidFill>
                  <a:schemeClr val="lt1"/>
                </a:solidFill>
                <a:latin typeface="Century Gothic"/>
                <a:ea typeface="Century Gothic"/>
                <a:cs typeface="Century Gothic"/>
                <a:sym typeface="Century Gothic"/>
              </a:defRPr>
            </a:lvl1pPr>
            <a:lvl2pPr marL="0" lvl="1" indent="0" algn="ctr">
              <a:spcBef>
                <a:spcPts val="0"/>
              </a:spcBef>
              <a:buNone/>
              <a:defRPr sz="2800" b="0" i="0" u="none" strike="noStrike" cap="none">
                <a:solidFill>
                  <a:schemeClr val="lt1"/>
                </a:solidFill>
                <a:latin typeface="Century Gothic"/>
                <a:ea typeface="Century Gothic"/>
                <a:cs typeface="Century Gothic"/>
                <a:sym typeface="Century Gothic"/>
              </a:defRPr>
            </a:lvl2pPr>
            <a:lvl3pPr marL="0" lvl="2" indent="0" algn="ctr">
              <a:spcBef>
                <a:spcPts val="0"/>
              </a:spcBef>
              <a:buNone/>
              <a:defRPr sz="2800" b="0" i="0" u="none" strike="noStrike" cap="none">
                <a:solidFill>
                  <a:schemeClr val="lt1"/>
                </a:solidFill>
                <a:latin typeface="Century Gothic"/>
                <a:ea typeface="Century Gothic"/>
                <a:cs typeface="Century Gothic"/>
                <a:sym typeface="Century Gothic"/>
              </a:defRPr>
            </a:lvl3pPr>
            <a:lvl4pPr marL="0" lvl="3" indent="0" algn="ctr">
              <a:spcBef>
                <a:spcPts val="0"/>
              </a:spcBef>
              <a:buNone/>
              <a:defRPr sz="2800" b="0" i="0" u="none" strike="noStrike" cap="none">
                <a:solidFill>
                  <a:schemeClr val="lt1"/>
                </a:solidFill>
                <a:latin typeface="Century Gothic"/>
                <a:ea typeface="Century Gothic"/>
                <a:cs typeface="Century Gothic"/>
                <a:sym typeface="Century Gothic"/>
              </a:defRPr>
            </a:lvl4pPr>
            <a:lvl5pPr marL="0" lvl="4" indent="0" algn="ctr">
              <a:spcBef>
                <a:spcPts val="0"/>
              </a:spcBef>
              <a:buNone/>
              <a:defRPr sz="2800" b="0" i="0" u="none" strike="noStrike" cap="none">
                <a:solidFill>
                  <a:schemeClr val="lt1"/>
                </a:solidFill>
                <a:latin typeface="Century Gothic"/>
                <a:ea typeface="Century Gothic"/>
                <a:cs typeface="Century Gothic"/>
                <a:sym typeface="Century Gothic"/>
              </a:defRPr>
            </a:lvl5pPr>
            <a:lvl6pPr marL="0" lvl="5" indent="0" algn="ctr">
              <a:spcBef>
                <a:spcPts val="0"/>
              </a:spcBef>
              <a:buNone/>
              <a:defRPr sz="2800" b="0" i="0" u="none" strike="noStrike" cap="none">
                <a:solidFill>
                  <a:schemeClr val="lt1"/>
                </a:solidFill>
                <a:latin typeface="Century Gothic"/>
                <a:ea typeface="Century Gothic"/>
                <a:cs typeface="Century Gothic"/>
                <a:sym typeface="Century Gothic"/>
              </a:defRPr>
            </a:lvl6pPr>
            <a:lvl7pPr marL="0" lvl="6" indent="0" algn="ctr">
              <a:spcBef>
                <a:spcPts val="0"/>
              </a:spcBef>
              <a:buNone/>
              <a:defRPr sz="2800" b="0" i="0" u="none" strike="noStrike" cap="none">
                <a:solidFill>
                  <a:schemeClr val="lt1"/>
                </a:solidFill>
                <a:latin typeface="Century Gothic"/>
                <a:ea typeface="Century Gothic"/>
                <a:cs typeface="Century Gothic"/>
                <a:sym typeface="Century Gothic"/>
              </a:defRPr>
            </a:lvl7pPr>
            <a:lvl8pPr marL="0" lvl="7" indent="0" algn="ctr">
              <a:spcBef>
                <a:spcPts val="0"/>
              </a:spcBef>
              <a:buNone/>
              <a:defRPr sz="2800" b="0" i="0" u="none" strike="noStrike" cap="none">
                <a:solidFill>
                  <a:schemeClr val="lt1"/>
                </a:solidFill>
                <a:latin typeface="Century Gothic"/>
                <a:ea typeface="Century Gothic"/>
                <a:cs typeface="Century Gothic"/>
                <a:sym typeface="Century Gothic"/>
              </a:defRPr>
            </a:lvl8pPr>
            <a:lvl9pPr marL="0" lvl="8" indent="0" algn="ctr">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anoramic Picture with Caption">
  <p:cSld name="Panoramic Picture with Caption">
    <p:spTree>
      <p:nvGrpSpPr>
        <p:cNvPr id="1" name="Shape 133"/>
        <p:cNvGrpSpPr/>
        <p:nvPr/>
      </p:nvGrpSpPr>
      <p:grpSpPr>
        <a:xfrm>
          <a:off x="0" y="0"/>
          <a:ext cx="0" cy="0"/>
          <a:chOff x="0" y="0"/>
          <a:chExt cx="0" cy="0"/>
        </a:xfrm>
      </p:grpSpPr>
      <p:grpSp>
        <p:nvGrpSpPr>
          <p:cNvPr id="134" name="Google Shape;134;p38"/>
          <p:cNvGrpSpPr/>
          <p:nvPr/>
        </p:nvGrpSpPr>
        <p:grpSpPr>
          <a:xfrm>
            <a:off x="-1588" y="0"/>
            <a:ext cx="9145588" cy="6860798"/>
            <a:chOff x="-1588" y="0"/>
            <a:chExt cx="9145588" cy="6860798"/>
          </a:xfrm>
        </p:grpSpPr>
        <p:sp>
          <p:nvSpPr>
            <p:cNvPr id="135" name="Google Shape;135;p38"/>
            <p:cNvSpPr/>
            <p:nvPr/>
          </p:nvSpPr>
          <p:spPr>
            <a:xfrm>
              <a:off x="0" y="0"/>
              <a:ext cx="9118832" cy="6858000"/>
            </a:xfrm>
            <a:prstGeom prst="rect">
              <a:avLst/>
            </a:prstGeom>
            <a:blipFill rotWithShape="1">
              <a:blip r:embed="rId2">
                <a:alphaModFix/>
              </a:blip>
              <a:stretch>
                <a:fillRect l="-16712" r="-16986"/>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38"/>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38"/>
            <p:cNvSpPr/>
            <p:nvPr/>
          </p:nvSpPr>
          <p:spPr>
            <a:xfrm>
              <a:off x="629943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8"/>
            <p:cNvSpPr/>
            <p:nvPr/>
          </p:nvSpPr>
          <p:spPr>
            <a:xfrm>
              <a:off x="5689832" y="0"/>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8"/>
            <p:cNvSpPr/>
            <p:nvPr/>
          </p:nvSpPr>
          <p:spPr>
            <a:xfrm>
              <a:off x="6299432" y="5870198"/>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38"/>
            <p:cNvSpPr/>
            <p:nvPr/>
          </p:nvSpPr>
          <p:spPr>
            <a:xfrm>
              <a:off x="-1588"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38"/>
            <p:cNvSpPr/>
            <p:nvPr/>
          </p:nvSpPr>
          <p:spPr>
            <a:xfrm rot="10204164">
              <a:off x="426788" y="4564241"/>
              <a:ext cx="2377690" cy="317748"/>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38"/>
            <p:cNvSpPr/>
            <p:nvPr/>
          </p:nvSpPr>
          <p:spPr>
            <a:xfrm>
              <a:off x="421503" y="402165"/>
              <a:ext cx="8327939" cy="3141135"/>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38"/>
            <p:cNvSpPr/>
            <p:nvPr/>
          </p:nvSpPr>
          <p:spPr>
            <a:xfrm rot="10800000">
              <a:off x="485023" y="2670079"/>
              <a:ext cx="8182128" cy="2130508"/>
            </a:xfrm>
            <a:custGeom>
              <a:avLst/>
              <a:gdLst/>
              <a:ahLst/>
              <a:cxnLst/>
              <a:rect l="l" t="t" r="r" b="b"/>
              <a:pathLst>
                <a:path w="10000" h="9621" extrusionOk="0">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38"/>
            <p:cNvSpPr/>
            <p:nvPr/>
          </p:nvSpPr>
          <p:spPr>
            <a:xfrm>
              <a:off x="0" y="0"/>
              <a:ext cx="9144000" cy="6858000"/>
            </a:xfrm>
            <a:custGeom>
              <a:avLst/>
              <a:gdLst/>
              <a:ahLst/>
              <a:cxnLst/>
              <a:rect l="l" t="t" r="r" b="b"/>
              <a:pathLst>
                <a:path w="5760" h="4320" extrusionOk="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p:spPr>
        </p:sp>
      </p:grpSp>
      <p:sp>
        <p:nvSpPr>
          <p:cNvPr id="145" name="Google Shape;145;p38"/>
          <p:cNvSpPr txBox="1">
            <a:spLocks noGrp="1"/>
          </p:cNvSpPr>
          <p:nvPr>
            <p:ph type="title"/>
          </p:nvPr>
        </p:nvSpPr>
        <p:spPr>
          <a:xfrm>
            <a:off x="866441" y="4961454"/>
            <a:ext cx="6422004"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38"/>
          <p:cNvSpPr>
            <a:spLocks noGrp="1"/>
          </p:cNvSpPr>
          <p:nvPr>
            <p:ph type="pic" idx="2"/>
          </p:nvPr>
        </p:nvSpPr>
        <p:spPr>
          <a:xfrm>
            <a:off x="866441" y="685800"/>
            <a:ext cx="6422004" cy="3429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47" name="Google Shape;147;p38"/>
          <p:cNvSpPr txBox="1">
            <a:spLocks noGrp="1"/>
          </p:cNvSpPr>
          <p:nvPr>
            <p:ph type="body" idx="1"/>
          </p:nvPr>
        </p:nvSpPr>
        <p:spPr>
          <a:xfrm>
            <a:off x="866440" y="5528192"/>
            <a:ext cx="6422004" cy="49371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solidFill>
                  <a:srgbClr val="EE52A4"/>
                </a:solidFill>
              </a:defRPr>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48" name="Google Shape;148;p38"/>
          <p:cNvSpPr txBox="1">
            <a:spLocks noGrp="1"/>
          </p:cNvSpPr>
          <p:nvPr>
            <p:ph type="dt" idx="10"/>
          </p:nvPr>
        </p:nvSpPr>
        <p:spPr>
          <a:xfrm>
            <a:off x="7574443" y="6365498"/>
            <a:ext cx="990599" cy="228659"/>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38"/>
          <p:cNvSpPr txBox="1">
            <a:spLocks noGrp="1"/>
          </p:cNvSpPr>
          <p:nvPr>
            <p:ph type="ftr" idx="11"/>
          </p:nvPr>
        </p:nvSpPr>
        <p:spPr>
          <a:xfrm>
            <a:off x="590843" y="6365497"/>
            <a:ext cx="3859795" cy="2286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38"/>
          <p:cNvSpPr/>
          <p:nvPr/>
        </p:nvSpPr>
        <p:spPr>
          <a:xfrm>
            <a:off x="7745644" y="0"/>
            <a:ext cx="685800" cy="1099458"/>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38"/>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sz="2800" b="0" i="0" u="none" strike="noStrike" cap="none">
                <a:solidFill>
                  <a:schemeClr val="lt1"/>
                </a:solidFill>
                <a:latin typeface="Century Gothic"/>
                <a:ea typeface="Century Gothic"/>
                <a:cs typeface="Century Gothic"/>
                <a:sym typeface="Century Gothic"/>
              </a:defRPr>
            </a:lvl1pPr>
            <a:lvl2pPr marL="0" lvl="1" indent="0" algn="ctr">
              <a:spcBef>
                <a:spcPts val="0"/>
              </a:spcBef>
              <a:buNone/>
              <a:defRPr sz="2800" b="0" i="0" u="none" strike="noStrike" cap="none">
                <a:solidFill>
                  <a:schemeClr val="lt1"/>
                </a:solidFill>
                <a:latin typeface="Century Gothic"/>
                <a:ea typeface="Century Gothic"/>
                <a:cs typeface="Century Gothic"/>
                <a:sym typeface="Century Gothic"/>
              </a:defRPr>
            </a:lvl2pPr>
            <a:lvl3pPr marL="0" lvl="2" indent="0" algn="ctr">
              <a:spcBef>
                <a:spcPts val="0"/>
              </a:spcBef>
              <a:buNone/>
              <a:defRPr sz="2800" b="0" i="0" u="none" strike="noStrike" cap="none">
                <a:solidFill>
                  <a:schemeClr val="lt1"/>
                </a:solidFill>
                <a:latin typeface="Century Gothic"/>
                <a:ea typeface="Century Gothic"/>
                <a:cs typeface="Century Gothic"/>
                <a:sym typeface="Century Gothic"/>
              </a:defRPr>
            </a:lvl3pPr>
            <a:lvl4pPr marL="0" lvl="3" indent="0" algn="ctr">
              <a:spcBef>
                <a:spcPts val="0"/>
              </a:spcBef>
              <a:buNone/>
              <a:defRPr sz="2800" b="0" i="0" u="none" strike="noStrike" cap="none">
                <a:solidFill>
                  <a:schemeClr val="lt1"/>
                </a:solidFill>
                <a:latin typeface="Century Gothic"/>
                <a:ea typeface="Century Gothic"/>
                <a:cs typeface="Century Gothic"/>
                <a:sym typeface="Century Gothic"/>
              </a:defRPr>
            </a:lvl4pPr>
            <a:lvl5pPr marL="0" lvl="4" indent="0" algn="ctr">
              <a:spcBef>
                <a:spcPts val="0"/>
              </a:spcBef>
              <a:buNone/>
              <a:defRPr sz="2800" b="0" i="0" u="none" strike="noStrike" cap="none">
                <a:solidFill>
                  <a:schemeClr val="lt1"/>
                </a:solidFill>
                <a:latin typeface="Century Gothic"/>
                <a:ea typeface="Century Gothic"/>
                <a:cs typeface="Century Gothic"/>
                <a:sym typeface="Century Gothic"/>
              </a:defRPr>
            </a:lvl5pPr>
            <a:lvl6pPr marL="0" lvl="5" indent="0" algn="ctr">
              <a:spcBef>
                <a:spcPts val="0"/>
              </a:spcBef>
              <a:buNone/>
              <a:defRPr sz="2800" b="0" i="0" u="none" strike="noStrike" cap="none">
                <a:solidFill>
                  <a:schemeClr val="lt1"/>
                </a:solidFill>
                <a:latin typeface="Century Gothic"/>
                <a:ea typeface="Century Gothic"/>
                <a:cs typeface="Century Gothic"/>
                <a:sym typeface="Century Gothic"/>
              </a:defRPr>
            </a:lvl6pPr>
            <a:lvl7pPr marL="0" lvl="6" indent="0" algn="ctr">
              <a:spcBef>
                <a:spcPts val="0"/>
              </a:spcBef>
              <a:buNone/>
              <a:defRPr sz="2800" b="0" i="0" u="none" strike="noStrike" cap="none">
                <a:solidFill>
                  <a:schemeClr val="lt1"/>
                </a:solidFill>
                <a:latin typeface="Century Gothic"/>
                <a:ea typeface="Century Gothic"/>
                <a:cs typeface="Century Gothic"/>
                <a:sym typeface="Century Gothic"/>
              </a:defRPr>
            </a:lvl7pPr>
            <a:lvl8pPr marL="0" lvl="7" indent="0" algn="ctr">
              <a:spcBef>
                <a:spcPts val="0"/>
              </a:spcBef>
              <a:buNone/>
              <a:defRPr sz="2800" b="0" i="0" u="none" strike="noStrike" cap="none">
                <a:solidFill>
                  <a:schemeClr val="lt1"/>
                </a:solidFill>
                <a:latin typeface="Century Gothic"/>
                <a:ea typeface="Century Gothic"/>
                <a:cs typeface="Century Gothic"/>
                <a:sym typeface="Century Gothic"/>
              </a:defRPr>
            </a:lvl8pPr>
            <a:lvl9pPr marL="0" lvl="8" indent="0" algn="ctr">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152"/>
        <p:cNvGrpSpPr/>
        <p:nvPr/>
      </p:nvGrpSpPr>
      <p:grpSpPr>
        <a:xfrm>
          <a:off x="0" y="0"/>
          <a:ext cx="0" cy="0"/>
          <a:chOff x="0" y="0"/>
          <a:chExt cx="0" cy="0"/>
        </a:xfrm>
      </p:grpSpPr>
      <p:grpSp>
        <p:nvGrpSpPr>
          <p:cNvPr id="153" name="Google Shape;153;p39"/>
          <p:cNvGrpSpPr/>
          <p:nvPr/>
        </p:nvGrpSpPr>
        <p:grpSpPr>
          <a:xfrm>
            <a:off x="-1588" y="0"/>
            <a:ext cx="9145588" cy="6860798"/>
            <a:chOff x="-1588" y="0"/>
            <a:chExt cx="9145588" cy="6860798"/>
          </a:xfrm>
        </p:grpSpPr>
        <p:sp>
          <p:nvSpPr>
            <p:cNvPr id="154" name="Google Shape;154;p39"/>
            <p:cNvSpPr/>
            <p:nvPr/>
          </p:nvSpPr>
          <p:spPr>
            <a:xfrm>
              <a:off x="0" y="0"/>
              <a:ext cx="9118832" cy="6858000"/>
            </a:xfrm>
            <a:prstGeom prst="rect">
              <a:avLst/>
            </a:prstGeom>
            <a:blipFill rotWithShape="1">
              <a:blip r:embed="rId2">
                <a:alphaModFix/>
              </a:blip>
              <a:stretch>
                <a:fillRect l="-16712" r="-16986"/>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39"/>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39"/>
            <p:cNvSpPr/>
            <p:nvPr/>
          </p:nvSpPr>
          <p:spPr>
            <a:xfrm>
              <a:off x="629943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9"/>
            <p:cNvSpPr/>
            <p:nvPr/>
          </p:nvSpPr>
          <p:spPr>
            <a:xfrm>
              <a:off x="5689832" y="0"/>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9"/>
            <p:cNvSpPr/>
            <p:nvPr/>
          </p:nvSpPr>
          <p:spPr>
            <a:xfrm>
              <a:off x="6299432" y="5870198"/>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39"/>
            <p:cNvSpPr/>
            <p:nvPr/>
          </p:nvSpPr>
          <p:spPr>
            <a:xfrm>
              <a:off x="-1588"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39"/>
            <p:cNvSpPr/>
            <p:nvPr/>
          </p:nvSpPr>
          <p:spPr>
            <a:xfrm rot="-589932">
              <a:off x="6359946" y="2780895"/>
              <a:ext cx="2377690" cy="317748"/>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9"/>
            <p:cNvSpPr/>
            <p:nvPr/>
          </p:nvSpPr>
          <p:spPr>
            <a:xfrm>
              <a:off x="485023" y="4343399"/>
              <a:ext cx="8182128" cy="2112436"/>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39"/>
            <p:cNvSpPr/>
            <p:nvPr/>
          </p:nvSpPr>
          <p:spPr>
            <a:xfrm>
              <a:off x="485023" y="2854646"/>
              <a:ext cx="8182128" cy="2130508"/>
            </a:xfrm>
            <a:custGeom>
              <a:avLst/>
              <a:gdLst/>
              <a:ahLst/>
              <a:cxnLst/>
              <a:rect l="l" t="t" r="r" b="b"/>
              <a:pathLst>
                <a:path w="10000" h="9621" extrusionOk="0">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9"/>
            <p:cNvSpPr/>
            <p:nvPr/>
          </p:nvSpPr>
          <p:spPr>
            <a:xfrm>
              <a:off x="0" y="0"/>
              <a:ext cx="9144000" cy="6858000"/>
            </a:xfrm>
            <a:custGeom>
              <a:avLst/>
              <a:gdLst/>
              <a:ahLst/>
              <a:cxnLst/>
              <a:rect l="l" t="t" r="r" b="b"/>
              <a:pathLst>
                <a:path w="5760" h="4320" extrusionOk="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p:spPr>
        </p:sp>
      </p:grpSp>
      <p:sp>
        <p:nvSpPr>
          <p:cNvPr id="164" name="Google Shape;164;p39"/>
          <p:cNvSpPr txBox="1">
            <a:spLocks noGrp="1"/>
          </p:cNvSpPr>
          <p:nvPr>
            <p:ph type="title"/>
          </p:nvPr>
        </p:nvSpPr>
        <p:spPr>
          <a:xfrm>
            <a:off x="866440" y="927100"/>
            <a:ext cx="6422005" cy="16927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3600"/>
              <a:buFont typeface="Century Gothic"/>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5" name="Google Shape;165;p39"/>
          <p:cNvSpPr txBox="1">
            <a:spLocks noGrp="1"/>
          </p:cNvSpPr>
          <p:nvPr>
            <p:ph type="body" idx="1"/>
          </p:nvPr>
        </p:nvSpPr>
        <p:spPr>
          <a:xfrm>
            <a:off x="866440" y="3488023"/>
            <a:ext cx="6422005" cy="2536857"/>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66" name="Google Shape;166;p39"/>
          <p:cNvSpPr txBox="1">
            <a:spLocks noGrp="1"/>
          </p:cNvSpPr>
          <p:nvPr>
            <p:ph type="dt" idx="10"/>
          </p:nvPr>
        </p:nvSpPr>
        <p:spPr>
          <a:xfrm>
            <a:off x="7574443" y="6365498"/>
            <a:ext cx="990599" cy="228659"/>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 name="Google Shape;167;p39"/>
          <p:cNvSpPr txBox="1">
            <a:spLocks noGrp="1"/>
          </p:cNvSpPr>
          <p:nvPr>
            <p:ph type="ftr" idx="11"/>
          </p:nvPr>
        </p:nvSpPr>
        <p:spPr>
          <a:xfrm>
            <a:off x="590843" y="6365497"/>
            <a:ext cx="3859795" cy="2286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8" name="Google Shape;168;p39"/>
          <p:cNvSpPr/>
          <p:nvPr/>
        </p:nvSpPr>
        <p:spPr>
          <a:xfrm>
            <a:off x="7745644" y="0"/>
            <a:ext cx="685800" cy="1099458"/>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9"/>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sz="2800" b="0" i="0" u="none" strike="noStrike" cap="none">
                <a:solidFill>
                  <a:schemeClr val="lt1"/>
                </a:solidFill>
                <a:latin typeface="Century Gothic"/>
                <a:ea typeface="Century Gothic"/>
                <a:cs typeface="Century Gothic"/>
                <a:sym typeface="Century Gothic"/>
              </a:defRPr>
            </a:lvl1pPr>
            <a:lvl2pPr marL="0" lvl="1" indent="0" algn="ctr">
              <a:spcBef>
                <a:spcPts val="0"/>
              </a:spcBef>
              <a:buNone/>
              <a:defRPr sz="2800" b="0" i="0" u="none" strike="noStrike" cap="none">
                <a:solidFill>
                  <a:schemeClr val="lt1"/>
                </a:solidFill>
                <a:latin typeface="Century Gothic"/>
                <a:ea typeface="Century Gothic"/>
                <a:cs typeface="Century Gothic"/>
                <a:sym typeface="Century Gothic"/>
              </a:defRPr>
            </a:lvl2pPr>
            <a:lvl3pPr marL="0" lvl="2" indent="0" algn="ctr">
              <a:spcBef>
                <a:spcPts val="0"/>
              </a:spcBef>
              <a:buNone/>
              <a:defRPr sz="2800" b="0" i="0" u="none" strike="noStrike" cap="none">
                <a:solidFill>
                  <a:schemeClr val="lt1"/>
                </a:solidFill>
                <a:latin typeface="Century Gothic"/>
                <a:ea typeface="Century Gothic"/>
                <a:cs typeface="Century Gothic"/>
                <a:sym typeface="Century Gothic"/>
              </a:defRPr>
            </a:lvl3pPr>
            <a:lvl4pPr marL="0" lvl="3" indent="0" algn="ctr">
              <a:spcBef>
                <a:spcPts val="0"/>
              </a:spcBef>
              <a:buNone/>
              <a:defRPr sz="2800" b="0" i="0" u="none" strike="noStrike" cap="none">
                <a:solidFill>
                  <a:schemeClr val="lt1"/>
                </a:solidFill>
                <a:latin typeface="Century Gothic"/>
                <a:ea typeface="Century Gothic"/>
                <a:cs typeface="Century Gothic"/>
                <a:sym typeface="Century Gothic"/>
              </a:defRPr>
            </a:lvl4pPr>
            <a:lvl5pPr marL="0" lvl="4" indent="0" algn="ctr">
              <a:spcBef>
                <a:spcPts val="0"/>
              </a:spcBef>
              <a:buNone/>
              <a:defRPr sz="2800" b="0" i="0" u="none" strike="noStrike" cap="none">
                <a:solidFill>
                  <a:schemeClr val="lt1"/>
                </a:solidFill>
                <a:latin typeface="Century Gothic"/>
                <a:ea typeface="Century Gothic"/>
                <a:cs typeface="Century Gothic"/>
                <a:sym typeface="Century Gothic"/>
              </a:defRPr>
            </a:lvl5pPr>
            <a:lvl6pPr marL="0" lvl="5" indent="0" algn="ctr">
              <a:spcBef>
                <a:spcPts val="0"/>
              </a:spcBef>
              <a:buNone/>
              <a:defRPr sz="2800" b="0" i="0" u="none" strike="noStrike" cap="none">
                <a:solidFill>
                  <a:schemeClr val="lt1"/>
                </a:solidFill>
                <a:latin typeface="Century Gothic"/>
                <a:ea typeface="Century Gothic"/>
                <a:cs typeface="Century Gothic"/>
                <a:sym typeface="Century Gothic"/>
              </a:defRPr>
            </a:lvl6pPr>
            <a:lvl7pPr marL="0" lvl="6" indent="0" algn="ctr">
              <a:spcBef>
                <a:spcPts val="0"/>
              </a:spcBef>
              <a:buNone/>
              <a:defRPr sz="2800" b="0" i="0" u="none" strike="noStrike" cap="none">
                <a:solidFill>
                  <a:schemeClr val="lt1"/>
                </a:solidFill>
                <a:latin typeface="Century Gothic"/>
                <a:ea typeface="Century Gothic"/>
                <a:cs typeface="Century Gothic"/>
                <a:sym typeface="Century Gothic"/>
              </a:defRPr>
            </a:lvl7pPr>
            <a:lvl8pPr marL="0" lvl="7" indent="0" algn="ctr">
              <a:spcBef>
                <a:spcPts val="0"/>
              </a:spcBef>
              <a:buNone/>
              <a:defRPr sz="2800" b="0" i="0" u="none" strike="noStrike" cap="none">
                <a:solidFill>
                  <a:schemeClr val="lt1"/>
                </a:solidFill>
                <a:latin typeface="Century Gothic"/>
                <a:ea typeface="Century Gothic"/>
                <a:cs typeface="Century Gothic"/>
                <a:sym typeface="Century Gothic"/>
              </a:defRPr>
            </a:lvl8pPr>
            <a:lvl9pPr marL="0" lvl="8" indent="0" algn="ctr">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170"/>
        <p:cNvGrpSpPr/>
        <p:nvPr/>
      </p:nvGrpSpPr>
      <p:grpSpPr>
        <a:xfrm>
          <a:off x="0" y="0"/>
          <a:ext cx="0" cy="0"/>
          <a:chOff x="0" y="0"/>
          <a:chExt cx="0" cy="0"/>
        </a:xfrm>
      </p:grpSpPr>
      <p:grpSp>
        <p:nvGrpSpPr>
          <p:cNvPr id="171" name="Google Shape;171;p40"/>
          <p:cNvGrpSpPr/>
          <p:nvPr/>
        </p:nvGrpSpPr>
        <p:grpSpPr>
          <a:xfrm>
            <a:off x="-1588" y="0"/>
            <a:ext cx="9145588" cy="6860798"/>
            <a:chOff x="-1588" y="0"/>
            <a:chExt cx="9145588" cy="6860798"/>
          </a:xfrm>
        </p:grpSpPr>
        <p:sp>
          <p:nvSpPr>
            <p:cNvPr id="172" name="Google Shape;172;p40"/>
            <p:cNvSpPr/>
            <p:nvPr/>
          </p:nvSpPr>
          <p:spPr>
            <a:xfrm>
              <a:off x="0" y="0"/>
              <a:ext cx="9118832" cy="6858000"/>
            </a:xfrm>
            <a:prstGeom prst="rect">
              <a:avLst/>
            </a:prstGeom>
            <a:blipFill rotWithShape="1">
              <a:blip r:embed="rId2">
                <a:alphaModFix/>
              </a:blip>
              <a:stretch>
                <a:fillRect l="-16712" r="-16986"/>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0"/>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0"/>
            <p:cNvSpPr/>
            <p:nvPr/>
          </p:nvSpPr>
          <p:spPr>
            <a:xfrm>
              <a:off x="629943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40"/>
            <p:cNvSpPr/>
            <p:nvPr/>
          </p:nvSpPr>
          <p:spPr>
            <a:xfrm>
              <a:off x="5689832" y="0"/>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40"/>
            <p:cNvSpPr/>
            <p:nvPr/>
          </p:nvSpPr>
          <p:spPr>
            <a:xfrm>
              <a:off x="6299432" y="5870198"/>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40"/>
            <p:cNvSpPr/>
            <p:nvPr/>
          </p:nvSpPr>
          <p:spPr>
            <a:xfrm>
              <a:off x="-1588"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40"/>
            <p:cNvSpPr/>
            <p:nvPr/>
          </p:nvSpPr>
          <p:spPr>
            <a:xfrm rot="-589932">
              <a:off x="6359946" y="4309201"/>
              <a:ext cx="2377690" cy="317748"/>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40"/>
            <p:cNvSpPr/>
            <p:nvPr/>
          </p:nvSpPr>
          <p:spPr>
            <a:xfrm>
              <a:off x="485023" y="4381500"/>
              <a:ext cx="8182128" cy="2130508"/>
            </a:xfrm>
            <a:custGeom>
              <a:avLst/>
              <a:gdLst/>
              <a:ahLst/>
              <a:cxnLst/>
              <a:rect l="l" t="t" r="r" b="b"/>
              <a:pathLst>
                <a:path w="10000" h="9621" extrusionOk="0">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40"/>
            <p:cNvSpPr/>
            <p:nvPr/>
          </p:nvSpPr>
          <p:spPr>
            <a:xfrm>
              <a:off x="0" y="0"/>
              <a:ext cx="9144000" cy="6858000"/>
            </a:xfrm>
            <a:custGeom>
              <a:avLst/>
              <a:gdLst/>
              <a:ahLst/>
              <a:cxnLst/>
              <a:rect l="l" t="t" r="r" b="b"/>
              <a:pathLst>
                <a:path w="5760" h="4320" extrusionOk="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p:spPr>
        </p:sp>
      </p:grpSp>
      <p:sp>
        <p:nvSpPr>
          <p:cNvPr id="181" name="Google Shape;181;p40"/>
          <p:cNvSpPr txBox="1"/>
          <p:nvPr/>
        </p:nvSpPr>
        <p:spPr>
          <a:xfrm>
            <a:off x="647430" y="651690"/>
            <a:ext cx="601591" cy="1323439"/>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8000" b="0" i="0" u="none" strike="noStrike" cap="none">
                <a:solidFill>
                  <a:srgbClr val="EE52A4"/>
                </a:solidFill>
                <a:latin typeface="Arial"/>
                <a:ea typeface="Arial"/>
                <a:cs typeface="Arial"/>
                <a:sym typeface="Arial"/>
              </a:rPr>
              <a:t>“</a:t>
            </a:r>
            <a:endParaRPr/>
          </a:p>
        </p:txBody>
      </p:sp>
      <p:sp>
        <p:nvSpPr>
          <p:cNvPr id="182" name="Google Shape;182;p40"/>
          <p:cNvSpPr txBox="1"/>
          <p:nvPr/>
        </p:nvSpPr>
        <p:spPr>
          <a:xfrm>
            <a:off x="7069418" y="2900292"/>
            <a:ext cx="619063" cy="1323439"/>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8000" b="0" i="0" u="none" strike="noStrike" cap="none">
                <a:solidFill>
                  <a:srgbClr val="EE52A4"/>
                </a:solidFill>
                <a:latin typeface="Arial"/>
                <a:ea typeface="Arial"/>
                <a:cs typeface="Arial"/>
                <a:sym typeface="Arial"/>
              </a:rPr>
              <a:t>”</a:t>
            </a:r>
            <a:endParaRPr/>
          </a:p>
        </p:txBody>
      </p:sp>
      <p:sp>
        <p:nvSpPr>
          <p:cNvPr id="183" name="Google Shape;183;p40"/>
          <p:cNvSpPr txBox="1">
            <a:spLocks noGrp="1"/>
          </p:cNvSpPr>
          <p:nvPr>
            <p:ph type="title"/>
          </p:nvPr>
        </p:nvSpPr>
        <p:spPr>
          <a:xfrm>
            <a:off x="1128060" y="927099"/>
            <a:ext cx="6160385" cy="28821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3600"/>
              <a:buFont typeface="Century Gothic"/>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4" name="Google Shape;184;p40"/>
          <p:cNvSpPr txBox="1">
            <a:spLocks noGrp="1"/>
          </p:cNvSpPr>
          <p:nvPr>
            <p:ph type="body" idx="1"/>
          </p:nvPr>
        </p:nvSpPr>
        <p:spPr>
          <a:xfrm>
            <a:off x="1387278" y="3809278"/>
            <a:ext cx="5646143" cy="333113"/>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b="0" i="0" cap="small">
                <a:solidFill>
                  <a:srgbClr val="EE52A4"/>
                </a:solidFill>
                <a:latin typeface="Century Gothic"/>
                <a:ea typeface="Century Gothic"/>
                <a:cs typeface="Century Gothic"/>
                <a:sym typeface="Century Gothic"/>
              </a:defRPr>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85" name="Google Shape;185;p40"/>
          <p:cNvSpPr txBox="1">
            <a:spLocks noGrp="1"/>
          </p:cNvSpPr>
          <p:nvPr>
            <p:ph type="body" idx="2"/>
          </p:nvPr>
        </p:nvSpPr>
        <p:spPr>
          <a:xfrm>
            <a:off x="866440" y="5000816"/>
            <a:ext cx="6343673" cy="1010619"/>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86" name="Google Shape;186;p40"/>
          <p:cNvSpPr txBox="1">
            <a:spLocks noGrp="1"/>
          </p:cNvSpPr>
          <p:nvPr>
            <p:ph type="dt" idx="10"/>
          </p:nvPr>
        </p:nvSpPr>
        <p:spPr>
          <a:xfrm>
            <a:off x="7574443" y="6365498"/>
            <a:ext cx="990599" cy="228659"/>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40"/>
          <p:cNvSpPr txBox="1">
            <a:spLocks noGrp="1"/>
          </p:cNvSpPr>
          <p:nvPr>
            <p:ph type="ftr" idx="11"/>
          </p:nvPr>
        </p:nvSpPr>
        <p:spPr>
          <a:xfrm>
            <a:off x="590843" y="6365497"/>
            <a:ext cx="3859795" cy="2286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8" name="Google Shape;188;p40"/>
          <p:cNvSpPr/>
          <p:nvPr/>
        </p:nvSpPr>
        <p:spPr>
          <a:xfrm>
            <a:off x="7745644" y="0"/>
            <a:ext cx="685800" cy="1099458"/>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40"/>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sz="2800" b="0" i="0" u="none" strike="noStrike" cap="none">
                <a:solidFill>
                  <a:schemeClr val="lt1"/>
                </a:solidFill>
                <a:latin typeface="Century Gothic"/>
                <a:ea typeface="Century Gothic"/>
                <a:cs typeface="Century Gothic"/>
                <a:sym typeface="Century Gothic"/>
              </a:defRPr>
            </a:lvl1pPr>
            <a:lvl2pPr marL="0" lvl="1" indent="0" algn="ctr">
              <a:spcBef>
                <a:spcPts val="0"/>
              </a:spcBef>
              <a:buNone/>
              <a:defRPr sz="2800" b="0" i="0" u="none" strike="noStrike" cap="none">
                <a:solidFill>
                  <a:schemeClr val="lt1"/>
                </a:solidFill>
                <a:latin typeface="Century Gothic"/>
                <a:ea typeface="Century Gothic"/>
                <a:cs typeface="Century Gothic"/>
                <a:sym typeface="Century Gothic"/>
              </a:defRPr>
            </a:lvl2pPr>
            <a:lvl3pPr marL="0" lvl="2" indent="0" algn="ctr">
              <a:spcBef>
                <a:spcPts val="0"/>
              </a:spcBef>
              <a:buNone/>
              <a:defRPr sz="2800" b="0" i="0" u="none" strike="noStrike" cap="none">
                <a:solidFill>
                  <a:schemeClr val="lt1"/>
                </a:solidFill>
                <a:latin typeface="Century Gothic"/>
                <a:ea typeface="Century Gothic"/>
                <a:cs typeface="Century Gothic"/>
                <a:sym typeface="Century Gothic"/>
              </a:defRPr>
            </a:lvl3pPr>
            <a:lvl4pPr marL="0" lvl="3" indent="0" algn="ctr">
              <a:spcBef>
                <a:spcPts val="0"/>
              </a:spcBef>
              <a:buNone/>
              <a:defRPr sz="2800" b="0" i="0" u="none" strike="noStrike" cap="none">
                <a:solidFill>
                  <a:schemeClr val="lt1"/>
                </a:solidFill>
                <a:latin typeface="Century Gothic"/>
                <a:ea typeface="Century Gothic"/>
                <a:cs typeface="Century Gothic"/>
                <a:sym typeface="Century Gothic"/>
              </a:defRPr>
            </a:lvl4pPr>
            <a:lvl5pPr marL="0" lvl="4" indent="0" algn="ctr">
              <a:spcBef>
                <a:spcPts val="0"/>
              </a:spcBef>
              <a:buNone/>
              <a:defRPr sz="2800" b="0" i="0" u="none" strike="noStrike" cap="none">
                <a:solidFill>
                  <a:schemeClr val="lt1"/>
                </a:solidFill>
                <a:latin typeface="Century Gothic"/>
                <a:ea typeface="Century Gothic"/>
                <a:cs typeface="Century Gothic"/>
                <a:sym typeface="Century Gothic"/>
              </a:defRPr>
            </a:lvl5pPr>
            <a:lvl6pPr marL="0" lvl="5" indent="0" algn="ctr">
              <a:spcBef>
                <a:spcPts val="0"/>
              </a:spcBef>
              <a:buNone/>
              <a:defRPr sz="2800" b="0" i="0" u="none" strike="noStrike" cap="none">
                <a:solidFill>
                  <a:schemeClr val="lt1"/>
                </a:solidFill>
                <a:latin typeface="Century Gothic"/>
                <a:ea typeface="Century Gothic"/>
                <a:cs typeface="Century Gothic"/>
                <a:sym typeface="Century Gothic"/>
              </a:defRPr>
            </a:lvl6pPr>
            <a:lvl7pPr marL="0" lvl="6" indent="0" algn="ctr">
              <a:spcBef>
                <a:spcPts val="0"/>
              </a:spcBef>
              <a:buNone/>
              <a:defRPr sz="2800" b="0" i="0" u="none" strike="noStrike" cap="none">
                <a:solidFill>
                  <a:schemeClr val="lt1"/>
                </a:solidFill>
                <a:latin typeface="Century Gothic"/>
                <a:ea typeface="Century Gothic"/>
                <a:cs typeface="Century Gothic"/>
                <a:sym typeface="Century Gothic"/>
              </a:defRPr>
            </a:lvl7pPr>
            <a:lvl8pPr marL="0" lvl="7" indent="0" algn="ctr">
              <a:spcBef>
                <a:spcPts val="0"/>
              </a:spcBef>
              <a:buNone/>
              <a:defRPr sz="2800" b="0" i="0" u="none" strike="noStrike" cap="none">
                <a:solidFill>
                  <a:schemeClr val="lt1"/>
                </a:solidFill>
                <a:latin typeface="Century Gothic"/>
                <a:ea typeface="Century Gothic"/>
                <a:cs typeface="Century Gothic"/>
                <a:sym typeface="Century Gothic"/>
              </a:defRPr>
            </a:lvl8pPr>
            <a:lvl9pPr marL="0" lvl="8" indent="0" algn="ctr">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190"/>
        <p:cNvGrpSpPr/>
        <p:nvPr/>
      </p:nvGrpSpPr>
      <p:grpSpPr>
        <a:xfrm>
          <a:off x="0" y="0"/>
          <a:ext cx="0" cy="0"/>
          <a:chOff x="0" y="0"/>
          <a:chExt cx="0" cy="0"/>
        </a:xfrm>
      </p:grpSpPr>
      <p:grpSp>
        <p:nvGrpSpPr>
          <p:cNvPr id="191" name="Google Shape;191;p41"/>
          <p:cNvGrpSpPr/>
          <p:nvPr/>
        </p:nvGrpSpPr>
        <p:grpSpPr>
          <a:xfrm>
            <a:off x="-1588" y="0"/>
            <a:ext cx="9145588" cy="6860798"/>
            <a:chOff x="-1588" y="0"/>
            <a:chExt cx="9145588" cy="6860798"/>
          </a:xfrm>
        </p:grpSpPr>
        <p:sp>
          <p:nvSpPr>
            <p:cNvPr id="192" name="Google Shape;192;p41"/>
            <p:cNvSpPr/>
            <p:nvPr/>
          </p:nvSpPr>
          <p:spPr>
            <a:xfrm>
              <a:off x="0" y="0"/>
              <a:ext cx="9118832" cy="6858000"/>
            </a:xfrm>
            <a:prstGeom prst="rect">
              <a:avLst/>
            </a:prstGeom>
            <a:blipFill rotWithShape="1">
              <a:blip r:embed="rId2">
                <a:alphaModFix/>
              </a:blip>
              <a:stretch>
                <a:fillRect l="-16712" r="-16986"/>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41"/>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41"/>
            <p:cNvSpPr/>
            <p:nvPr/>
          </p:nvSpPr>
          <p:spPr>
            <a:xfrm>
              <a:off x="629943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41"/>
            <p:cNvSpPr/>
            <p:nvPr/>
          </p:nvSpPr>
          <p:spPr>
            <a:xfrm>
              <a:off x="5689832" y="0"/>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41"/>
            <p:cNvSpPr/>
            <p:nvPr/>
          </p:nvSpPr>
          <p:spPr>
            <a:xfrm>
              <a:off x="6299432" y="5870198"/>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41"/>
            <p:cNvSpPr/>
            <p:nvPr/>
          </p:nvSpPr>
          <p:spPr>
            <a:xfrm>
              <a:off x="-1588"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41"/>
            <p:cNvSpPr/>
            <p:nvPr/>
          </p:nvSpPr>
          <p:spPr>
            <a:xfrm rot="-589932">
              <a:off x="6359946" y="4311243"/>
              <a:ext cx="2377690" cy="317748"/>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41"/>
            <p:cNvSpPr/>
            <p:nvPr/>
          </p:nvSpPr>
          <p:spPr>
            <a:xfrm>
              <a:off x="485023" y="4381500"/>
              <a:ext cx="8182128" cy="2130508"/>
            </a:xfrm>
            <a:custGeom>
              <a:avLst/>
              <a:gdLst/>
              <a:ahLst/>
              <a:cxnLst/>
              <a:rect l="l" t="t" r="r" b="b"/>
              <a:pathLst>
                <a:path w="10000" h="9621" extrusionOk="0">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41"/>
            <p:cNvSpPr/>
            <p:nvPr/>
          </p:nvSpPr>
          <p:spPr>
            <a:xfrm>
              <a:off x="0" y="0"/>
              <a:ext cx="9144000" cy="6858000"/>
            </a:xfrm>
            <a:custGeom>
              <a:avLst/>
              <a:gdLst/>
              <a:ahLst/>
              <a:cxnLst/>
              <a:rect l="l" t="t" r="r" b="b"/>
              <a:pathLst>
                <a:path w="5760" h="4320" extrusionOk="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p:spPr>
        </p:sp>
      </p:grpSp>
      <p:sp>
        <p:nvSpPr>
          <p:cNvPr id="201" name="Google Shape;201;p41"/>
          <p:cNvSpPr txBox="1">
            <a:spLocks noGrp="1"/>
          </p:cNvSpPr>
          <p:nvPr>
            <p:ph type="title"/>
          </p:nvPr>
        </p:nvSpPr>
        <p:spPr>
          <a:xfrm>
            <a:off x="866440" y="2057400"/>
            <a:ext cx="6422005" cy="20955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1"/>
              </a:buClr>
              <a:buSzPts val="4000"/>
              <a:buFont typeface="Century Gothic"/>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2" name="Google Shape;202;p41"/>
          <p:cNvSpPr txBox="1">
            <a:spLocks noGrp="1"/>
          </p:cNvSpPr>
          <p:nvPr>
            <p:ph type="body" idx="1"/>
          </p:nvPr>
        </p:nvSpPr>
        <p:spPr>
          <a:xfrm>
            <a:off x="866441" y="5024908"/>
            <a:ext cx="6422004" cy="994891"/>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cap="none">
                <a:solidFill>
                  <a:srgbClr val="EE52A4"/>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203" name="Google Shape;203;p41"/>
          <p:cNvSpPr txBox="1">
            <a:spLocks noGrp="1"/>
          </p:cNvSpPr>
          <p:nvPr>
            <p:ph type="dt" idx="10"/>
          </p:nvPr>
        </p:nvSpPr>
        <p:spPr>
          <a:xfrm>
            <a:off x="7574443" y="6365498"/>
            <a:ext cx="990599" cy="228659"/>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4" name="Google Shape;204;p41"/>
          <p:cNvSpPr txBox="1">
            <a:spLocks noGrp="1"/>
          </p:cNvSpPr>
          <p:nvPr>
            <p:ph type="ftr" idx="11"/>
          </p:nvPr>
        </p:nvSpPr>
        <p:spPr>
          <a:xfrm>
            <a:off x="590843" y="6365497"/>
            <a:ext cx="3859795" cy="2286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5" name="Google Shape;205;p41"/>
          <p:cNvSpPr/>
          <p:nvPr/>
        </p:nvSpPr>
        <p:spPr>
          <a:xfrm>
            <a:off x="7745644" y="0"/>
            <a:ext cx="685800" cy="1099458"/>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41"/>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sz="2800" b="0" i="0" u="none" strike="noStrike" cap="none">
                <a:solidFill>
                  <a:schemeClr val="lt1"/>
                </a:solidFill>
                <a:latin typeface="Century Gothic"/>
                <a:ea typeface="Century Gothic"/>
                <a:cs typeface="Century Gothic"/>
                <a:sym typeface="Century Gothic"/>
              </a:defRPr>
            </a:lvl1pPr>
            <a:lvl2pPr marL="0" lvl="1" indent="0" algn="ctr">
              <a:spcBef>
                <a:spcPts val="0"/>
              </a:spcBef>
              <a:buNone/>
              <a:defRPr sz="2800" b="0" i="0" u="none" strike="noStrike" cap="none">
                <a:solidFill>
                  <a:schemeClr val="lt1"/>
                </a:solidFill>
                <a:latin typeface="Century Gothic"/>
                <a:ea typeface="Century Gothic"/>
                <a:cs typeface="Century Gothic"/>
                <a:sym typeface="Century Gothic"/>
              </a:defRPr>
            </a:lvl2pPr>
            <a:lvl3pPr marL="0" lvl="2" indent="0" algn="ctr">
              <a:spcBef>
                <a:spcPts val="0"/>
              </a:spcBef>
              <a:buNone/>
              <a:defRPr sz="2800" b="0" i="0" u="none" strike="noStrike" cap="none">
                <a:solidFill>
                  <a:schemeClr val="lt1"/>
                </a:solidFill>
                <a:latin typeface="Century Gothic"/>
                <a:ea typeface="Century Gothic"/>
                <a:cs typeface="Century Gothic"/>
                <a:sym typeface="Century Gothic"/>
              </a:defRPr>
            </a:lvl3pPr>
            <a:lvl4pPr marL="0" lvl="3" indent="0" algn="ctr">
              <a:spcBef>
                <a:spcPts val="0"/>
              </a:spcBef>
              <a:buNone/>
              <a:defRPr sz="2800" b="0" i="0" u="none" strike="noStrike" cap="none">
                <a:solidFill>
                  <a:schemeClr val="lt1"/>
                </a:solidFill>
                <a:latin typeface="Century Gothic"/>
                <a:ea typeface="Century Gothic"/>
                <a:cs typeface="Century Gothic"/>
                <a:sym typeface="Century Gothic"/>
              </a:defRPr>
            </a:lvl4pPr>
            <a:lvl5pPr marL="0" lvl="4" indent="0" algn="ctr">
              <a:spcBef>
                <a:spcPts val="0"/>
              </a:spcBef>
              <a:buNone/>
              <a:defRPr sz="2800" b="0" i="0" u="none" strike="noStrike" cap="none">
                <a:solidFill>
                  <a:schemeClr val="lt1"/>
                </a:solidFill>
                <a:latin typeface="Century Gothic"/>
                <a:ea typeface="Century Gothic"/>
                <a:cs typeface="Century Gothic"/>
                <a:sym typeface="Century Gothic"/>
              </a:defRPr>
            </a:lvl5pPr>
            <a:lvl6pPr marL="0" lvl="5" indent="0" algn="ctr">
              <a:spcBef>
                <a:spcPts val="0"/>
              </a:spcBef>
              <a:buNone/>
              <a:defRPr sz="2800" b="0" i="0" u="none" strike="noStrike" cap="none">
                <a:solidFill>
                  <a:schemeClr val="lt1"/>
                </a:solidFill>
                <a:latin typeface="Century Gothic"/>
                <a:ea typeface="Century Gothic"/>
                <a:cs typeface="Century Gothic"/>
                <a:sym typeface="Century Gothic"/>
              </a:defRPr>
            </a:lvl6pPr>
            <a:lvl7pPr marL="0" lvl="6" indent="0" algn="ctr">
              <a:spcBef>
                <a:spcPts val="0"/>
              </a:spcBef>
              <a:buNone/>
              <a:defRPr sz="2800" b="0" i="0" u="none" strike="noStrike" cap="none">
                <a:solidFill>
                  <a:schemeClr val="lt1"/>
                </a:solidFill>
                <a:latin typeface="Century Gothic"/>
                <a:ea typeface="Century Gothic"/>
                <a:cs typeface="Century Gothic"/>
                <a:sym typeface="Century Gothic"/>
              </a:defRPr>
            </a:lvl7pPr>
            <a:lvl8pPr marL="0" lvl="7" indent="0" algn="ctr">
              <a:spcBef>
                <a:spcPts val="0"/>
              </a:spcBef>
              <a:buNone/>
              <a:defRPr sz="2800" b="0" i="0" u="none" strike="noStrike" cap="none">
                <a:solidFill>
                  <a:schemeClr val="lt1"/>
                </a:solidFill>
                <a:latin typeface="Century Gothic"/>
                <a:ea typeface="Century Gothic"/>
                <a:cs typeface="Century Gothic"/>
                <a:sym typeface="Century Gothic"/>
              </a:defRPr>
            </a:lvl8pPr>
            <a:lvl9pPr marL="0" lvl="8" indent="0" algn="ctr">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207"/>
        <p:cNvGrpSpPr/>
        <p:nvPr/>
      </p:nvGrpSpPr>
      <p:grpSpPr>
        <a:xfrm>
          <a:off x="0" y="0"/>
          <a:ext cx="0" cy="0"/>
          <a:chOff x="0" y="0"/>
          <a:chExt cx="0" cy="0"/>
        </a:xfrm>
      </p:grpSpPr>
      <p:sp>
        <p:nvSpPr>
          <p:cNvPr id="208" name="Google Shape;208;p42"/>
          <p:cNvSpPr txBox="1">
            <a:spLocks noGrp="1"/>
          </p:cNvSpPr>
          <p:nvPr>
            <p:ph type="title"/>
          </p:nvPr>
        </p:nvSpPr>
        <p:spPr>
          <a:xfrm>
            <a:off x="866440" y="927100"/>
            <a:ext cx="6423593" cy="70986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3200"/>
              <a:buFont typeface="Century Gothic"/>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9" name="Google Shape;209;p42"/>
          <p:cNvSpPr txBox="1">
            <a:spLocks noGrp="1"/>
          </p:cNvSpPr>
          <p:nvPr>
            <p:ph type="body" idx="1"/>
          </p:nvPr>
        </p:nvSpPr>
        <p:spPr>
          <a:xfrm>
            <a:off x="866440" y="2489200"/>
            <a:ext cx="2313432" cy="6579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600"/>
              <a:buNone/>
              <a:defRPr sz="2000" b="0">
                <a:solidFill>
                  <a:srgbClr val="EE52A4"/>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210" name="Google Shape;210;p42"/>
          <p:cNvSpPr txBox="1">
            <a:spLocks noGrp="1"/>
          </p:cNvSpPr>
          <p:nvPr>
            <p:ph type="body" idx="2"/>
          </p:nvPr>
        </p:nvSpPr>
        <p:spPr>
          <a:xfrm>
            <a:off x="866440" y="3147164"/>
            <a:ext cx="2313432" cy="2888366"/>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211" name="Google Shape;211;p42"/>
          <p:cNvSpPr txBox="1">
            <a:spLocks noGrp="1"/>
          </p:cNvSpPr>
          <p:nvPr>
            <p:ph type="body" idx="3"/>
          </p:nvPr>
        </p:nvSpPr>
        <p:spPr>
          <a:xfrm>
            <a:off x="3405614" y="2489200"/>
            <a:ext cx="2318918" cy="6579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600"/>
              <a:buNone/>
              <a:defRPr sz="2000" b="0">
                <a:solidFill>
                  <a:srgbClr val="EE52A4"/>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212" name="Google Shape;212;p42"/>
          <p:cNvSpPr txBox="1">
            <a:spLocks noGrp="1"/>
          </p:cNvSpPr>
          <p:nvPr>
            <p:ph type="body" idx="4"/>
          </p:nvPr>
        </p:nvSpPr>
        <p:spPr>
          <a:xfrm>
            <a:off x="3408471" y="3147164"/>
            <a:ext cx="2318918" cy="2888366"/>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213" name="Google Shape;213;p42"/>
          <p:cNvSpPr txBox="1">
            <a:spLocks noGrp="1"/>
          </p:cNvSpPr>
          <p:nvPr>
            <p:ph type="body" idx="5"/>
          </p:nvPr>
        </p:nvSpPr>
        <p:spPr>
          <a:xfrm>
            <a:off x="5958642" y="2489200"/>
            <a:ext cx="2318918" cy="6579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600"/>
              <a:buNone/>
              <a:defRPr sz="2000" b="0">
                <a:solidFill>
                  <a:srgbClr val="EE52A4"/>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214" name="Google Shape;214;p42"/>
          <p:cNvSpPr txBox="1">
            <a:spLocks noGrp="1"/>
          </p:cNvSpPr>
          <p:nvPr>
            <p:ph type="body" idx="6"/>
          </p:nvPr>
        </p:nvSpPr>
        <p:spPr>
          <a:xfrm>
            <a:off x="5960935" y="3147164"/>
            <a:ext cx="2316625" cy="2888366"/>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cxnSp>
        <p:nvCxnSpPr>
          <p:cNvPr id="215" name="Google Shape;215;p42"/>
          <p:cNvCxnSpPr/>
          <p:nvPr/>
        </p:nvCxnSpPr>
        <p:spPr>
          <a:xfrm>
            <a:off x="3294530" y="2489201"/>
            <a:ext cx="0" cy="3546328"/>
          </a:xfrm>
          <a:prstGeom prst="straightConnector1">
            <a:avLst/>
          </a:prstGeom>
          <a:noFill/>
          <a:ln w="12700" cap="flat" cmpd="sng">
            <a:solidFill>
              <a:schemeClr val="accent1">
                <a:alpha val="40000"/>
              </a:schemeClr>
            </a:solidFill>
            <a:prstDash val="solid"/>
            <a:round/>
            <a:headEnd type="none" w="sm" len="sm"/>
            <a:tailEnd type="none" w="sm" len="sm"/>
          </a:ln>
        </p:spPr>
      </p:cxnSp>
      <p:cxnSp>
        <p:nvCxnSpPr>
          <p:cNvPr id="216" name="Google Shape;216;p42"/>
          <p:cNvCxnSpPr/>
          <p:nvPr/>
        </p:nvCxnSpPr>
        <p:spPr>
          <a:xfrm>
            <a:off x="5849521" y="2489201"/>
            <a:ext cx="0" cy="3546328"/>
          </a:xfrm>
          <a:prstGeom prst="straightConnector1">
            <a:avLst/>
          </a:prstGeom>
          <a:noFill/>
          <a:ln w="12700" cap="flat" cmpd="sng">
            <a:solidFill>
              <a:schemeClr val="accent1">
                <a:alpha val="40000"/>
              </a:schemeClr>
            </a:solidFill>
            <a:prstDash val="solid"/>
            <a:round/>
            <a:headEnd type="none" w="sm" len="sm"/>
            <a:tailEnd type="none" w="sm" len="sm"/>
          </a:ln>
        </p:spPr>
      </p:cxnSp>
      <p:sp>
        <p:nvSpPr>
          <p:cNvPr id="217" name="Google Shape;217;p42"/>
          <p:cNvSpPr txBox="1">
            <a:spLocks noGrp="1"/>
          </p:cNvSpPr>
          <p:nvPr>
            <p:ph type="dt" idx="10"/>
          </p:nvPr>
        </p:nvSpPr>
        <p:spPr>
          <a:xfrm>
            <a:off x="7574443" y="6365498"/>
            <a:ext cx="990599" cy="228659"/>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8" name="Google Shape;218;p42"/>
          <p:cNvSpPr txBox="1">
            <a:spLocks noGrp="1"/>
          </p:cNvSpPr>
          <p:nvPr>
            <p:ph type="ftr" idx="11"/>
          </p:nvPr>
        </p:nvSpPr>
        <p:spPr>
          <a:xfrm>
            <a:off x="590843" y="6365497"/>
            <a:ext cx="3859795" cy="2286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9" name="Google Shape;219;p42"/>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sz="2800" b="0" i="0" u="none" strike="noStrike" cap="none">
                <a:solidFill>
                  <a:schemeClr val="lt1"/>
                </a:solidFill>
                <a:latin typeface="Century Gothic"/>
                <a:ea typeface="Century Gothic"/>
                <a:cs typeface="Century Gothic"/>
                <a:sym typeface="Century Gothic"/>
              </a:defRPr>
            </a:lvl1pPr>
            <a:lvl2pPr marL="0" lvl="1" indent="0" algn="ctr">
              <a:spcBef>
                <a:spcPts val="0"/>
              </a:spcBef>
              <a:buNone/>
              <a:defRPr sz="2800" b="0" i="0" u="none" strike="noStrike" cap="none">
                <a:solidFill>
                  <a:schemeClr val="lt1"/>
                </a:solidFill>
                <a:latin typeface="Century Gothic"/>
                <a:ea typeface="Century Gothic"/>
                <a:cs typeface="Century Gothic"/>
                <a:sym typeface="Century Gothic"/>
              </a:defRPr>
            </a:lvl2pPr>
            <a:lvl3pPr marL="0" lvl="2" indent="0" algn="ctr">
              <a:spcBef>
                <a:spcPts val="0"/>
              </a:spcBef>
              <a:buNone/>
              <a:defRPr sz="2800" b="0" i="0" u="none" strike="noStrike" cap="none">
                <a:solidFill>
                  <a:schemeClr val="lt1"/>
                </a:solidFill>
                <a:latin typeface="Century Gothic"/>
                <a:ea typeface="Century Gothic"/>
                <a:cs typeface="Century Gothic"/>
                <a:sym typeface="Century Gothic"/>
              </a:defRPr>
            </a:lvl3pPr>
            <a:lvl4pPr marL="0" lvl="3" indent="0" algn="ctr">
              <a:spcBef>
                <a:spcPts val="0"/>
              </a:spcBef>
              <a:buNone/>
              <a:defRPr sz="2800" b="0" i="0" u="none" strike="noStrike" cap="none">
                <a:solidFill>
                  <a:schemeClr val="lt1"/>
                </a:solidFill>
                <a:latin typeface="Century Gothic"/>
                <a:ea typeface="Century Gothic"/>
                <a:cs typeface="Century Gothic"/>
                <a:sym typeface="Century Gothic"/>
              </a:defRPr>
            </a:lvl4pPr>
            <a:lvl5pPr marL="0" lvl="4" indent="0" algn="ctr">
              <a:spcBef>
                <a:spcPts val="0"/>
              </a:spcBef>
              <a:buNone/>
              <a:defRPr sz="2800" b="0" i="0" u="none" strike="noStrike" cap="none">
                <a:solidFill>
                  <a:schemeClr val="lt1"/>
                </a:solidFill>
                <a:latin typeface="Century Gothic"/>
                <a:ea typeface="Century Gothic"/>
                <a:cs typeface="Century Gothic"/>
                <a:sym typeface="Century Gothic"/>
              </a:defRPr>
            </a:lvl5pPr>
            <a:lvl6pPr marL="0" lvl="5" indent="0" algn="ctr">
              <a:spcBef>
                <a:spcPts val="0"/>
              </a:spcBef>
              <a:buNone/>
              <a:defRPr sz="2800" b="0" i="0" u="none" strike="noStrike" cap="none">
                <a:solidFill>
                  <a:schemeClr val="lt1"/>
                </a:solidFill>
                <a:latin typeface="Century Gothic"/>
                <a:ea typeface="Century Gothic"/>
                <a:cs typeface="Century Gothic"/>
                <a:sym typeface="Century Gothic"/>
              </a:defRPr>
            </a:lvl6pPr>
            <a:lvl7pPr marL="0" lvl="6" indent="0" algn="ctr">
              <a:spcBef>
                <a:spcPts val="0"/>
              </a:spcBef>
              <a:buNone/>
              <a:defRPr sz="2800" b="0" i="0" u="none" strike="noStrike" cap="none">
                <a:solidFill>
                  <a:schemeClr val="lt1"/>
                </a:solidFill>
                <a:latin typeface="Century Gothic"/>
                <a:ea typeface="Century Gothic"/>
                <a:cs typeface="Century Gothic"/>
                <a:sym typeface="Century Gothic"/>
              </a:defRPr>
            </a:lvl7pPr>
            <a:lvl8pPr marL="0" lvl="7" indent="0" algn="ctr">
              <a:spcBef>
                <a:spcPts val="0"/>
              </a:spcBef>
              <a:buNone/>
              <a:defRPr sz="2800" b="0" i="0" u="none" strike="noStrike" cap="none">
                <a:solidFill>
                  <a:schemeClr val="lt1"/>
                </a:solidFill>
                <a:latin typeface="Century Gothic"/>
                <a:ea typeface="Century Gothic"/>
                <a:cs typeface="Century Gothic"/>
                <a:sym typeface="Century Gothic"/>
              </a:defRPr>
            </a:lvl8pPr>
            <a:lvl9pPr marL="0" lvl="8" indent="0" algn="ctr">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220"/>
        <p:cNvGrpSpPr/>
        <p:nvPr/>
      </p:nvGrpSpPr>
      <p:grpSpPr>
        <a:xfrm>
          <a:off x="0" y="0"/>
          <a:ext cx="0" cy="0"/>
          <a:chOff x="0" y="0"/>
          <a:chExt cx="0" cy="0"/>
        </a:xfrm>
      </p:grpSpPr>
      <p:sp>
        <p:nvSpPr>
          <p:cNvPr id="221" name="Google Shape;221;p43"/>
          <p:cNvSpPr txBox="1">
            <a:spLocks noGrp="1"/>
          </p:cNvSpPr>
          <p:nvPr>
            <p:ph type="title"/>
          </p:nvPr>
        </p:nvSpPr>
        <p:spPr>
          <a:xfrm>
            <a:off x="866440" y="927100"/>
            <a:ext cx="6345260" cy="70986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3200"/>
              <a:buFont typeface="Century Gothic"/>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2" name="Google Shape;222;p43"/>
          <p:cNvSpPr txBox="1">
            <a:spLocks noGrp="1"/>
          </p:cNvSpPr>
          <p:nvPr>
            <p:ph type="body" idx="1"/>
          </p:nvPr>
        </p:nvSpPr>
        <p:spPr>
          <a:xfrm>
            <a:off x="866440" y="4179596"/>
            <a:ext cx="2313432" cy="6579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600"/>
              <a:buNone/>
              <a:defRPr sz="2000" b="0">
                <a:solidFill>
                  <a:srgbClr val="EE52A4"/>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223" name="Google Shape;223;p43"/>
          <p:cNvSpPr>
            <a:spLocks noGrp="1"/>
          </p:cNvSpPr>
          <p:nvPr>
            <p:ph type="pic" idx="2"/>
          </p:nvPr>
        </p:nvSpPr>
        <p:spPr>
          <a:xfrm>
            <a:off x="1019055" y="2489200"/>
            <a:ext cx="2015144" cy="1447342"/>
          </a:xfrm>
          <a:prstGeom prst="roundRect">
            <a:avLst>
              <a:gd name="adj" fmla="val 1858"/>
            </a:avLst>
          </a:prstGeom>
          <a:noFill/>
          <a:ln>
            <a:noFill/>
          </a:ln>
          <a:effectLst>
            <a:outerShdw blurRad="50800" dist="50800" dir="5400000" algn="tl" rotWithShape="0">
              <a:srgbClr val="000000">
                <a:alpha val="42745"/>
              </a:srgbClr>
            </a:outerShdw>
          </a:effectLst>
        </p:spPr>
      </p:sp>
      <p:sp>
        <p:nvSpPr>
          <p:cNvPr id="224" name="Google Shape;224;p43"/>
          <p:cNvSpPr txBox="1">
            <a:spLocks noGrp="1"/>
          </p:cNvSpPr>
          <p:nvPr>
            <p:ph type="body" idx="3"/>
          </p:nvPr>
        </p:nvSpPr>
        <p:spPr>
          <a:xfrm>
            <a:off x="866439" y="4837558"/>
            <a:ext cx="2313432" cy="1187321"/>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225" name="Google Shape;225;p43"/>
          <p:cNvSpPr txBox="1">
            <a:spLocks noGrp="1"/>
          </p:cNvSpPr>
          <p:nvPr>
            <p:ph type="body" idx="4"/>
          </p:nvPr>
        </p:nvSpPr>
        <p:spPr>
          <a:xfrm>
            <a:off x="3411125" y="4179595"/>
            <a:ext cx="2318918" cy="6579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600"/>
              <a:buNone/>
              <a:defRPr sz="2000" b="0">
                <a:solidFill>
                  <a:srgbClr val="EE52A4"/>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226" name="Google Shape;226;p43"/>
          <p:cNvSpPr>
            <a:spLocks noGrp="1"/>
          </p:cNvSpPr>
          <p:nvPr>
            <p:ph type="pic" idx="5"/>
          </p:nvPr>
        </p:nvSpPr>
        <p:spPr>
          <a:xfrm>
            <a:off x="3553189" y="2489200"/>
            <a:ext cx="2015144" cy="1447342"/>
          </a:xfrm>
          <a:prstGeom prst="roundRect">
            <a:avLst>
              <a:gd name="adj" fmla="val 1858"/>
            </a:avLst>
          </a:prstGeom>
          <a:noFill/>
          <a:ln>
            <a:noFill/>
          </a:ln>
          <a:effectLst>
            <a:outerShdw blurRad="50800" dist="50800" dir="5400000" algn="tl" rotWithShape="0">
              <a:srgbClr val="000000">
                <a:alpha val="42745"/>
              </a:srgbClr>
            </a:outerShdw>
          </a:effectLst>
        </p:spPr>
      </p:sp>
      <p:sp>
        <p:nvSpPr>
          <p:cNvPr id="227" name="Google Shape;227;p43"/>
          <p:cNvSpPr txBox="1">
            <a:spLocks noGrp="1"/>
          </p:cNvSpPr>
          <p:nvPr>
            <p:ph type="body" idx="6"/>
          </p:nvPr>
        </p:nvSpPr>
        <p:spPr>
          <a:xfrm>
            <a:off x="3411125" y="4848208"/>
            <a:ext cx="2318918" cy="1187321"/>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228" name="Google Shape;228;p43"/>
          <p:cNvSpPr txBox="1">
            <a:spLocks noGrp="1"/>
          </p:cNvSpPr>
          <p:nvPr>
            <p:ph type="body" idx="7"/>
          </p:nvPr>
        </p:nvSpPr>
        <p:spPr>
          <a:xfrm>
            <a:off x="5958642" y="4179596"/>
            <a:ext cx="2318918" cy="6579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600"/>
              <a:buNone/>
              <a:defRPr sz="2000" b="0">
                <a:solidFill>
                  <a:srgbClr val="EE52A4"/>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229" name="Google Shape;229;p43"/>
          <p:cNvSpPr>
            <a:spLocks noGrp="1"/>
          </p:cNvSpPr>
          <p:nvPr>
            <p:ph type="pic" idx="8"/>
          </p:nvPr>
        </p:nvSpPr>
        <p:spPr>
          <a:xfrm>
            <a:off x="6108641" y="2489200"/>
            <a:ext cx="2015144" cy="1447342"/>
          </a:xfrm>
          <a:prstGeom prst="roundRect">
            <a:avLst>
              <a:gd name="adj" fmla="val 1858"/>
            </a:avLst>
          </a:prstGeom>
          <a:noFill/>
          <a:ln>
            <a:noFill/>
          </a:ln>
          <a:effectLst>
            <a:outerShdw blurRad="50800" dist="50800" dir="5400000" algn="tl" rotWithShape="0">
              <a:srgbClr val="000000">
                <a:alpha val="42745"/>
              </a:srgbClr>
            </a:outerShdw>
          </a:effectLst>
        </p:spPr>
      </p:sp>
      <p:sp>
        <p:nvSpPr>
          <p:cNvPr id="230" name="Google Shape;230;p43"/>
          <p:cNvSpPr txBox="1">
            <a:spLocks noGrp="1"/>
          </p:cNvSpPr>
          <p:nvPr>
            <p:ph type="body" idx="9"/>
          </p:nvPr>
        </p:nvSpPr>
        <p:spPr>
          <a:xfrm>
            <a:off x="5958642" y="4837558"/>
            <a:ext cx="2318918" cy="1187321"/>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cxnSp>
        <p:nvCxnSpPr>
          <p:cNvPr id="231" name="Google Shape;231;p43"/>
          <p:cNvCxnSpPr/>
          <p:nvPr/>
        </p:nvCxnSpPr>
        <p:spPr>
          <a:xfrm>
            <a:off x="3290019" y="2489201"/>
            <a:ext cx="0" cy="3546328"/>
          </a:xfrm>
          <a:prstGeom prst="straightConnector1">
            <a:avLst/>
          </a:prstGeom>
          <a:noFill/>
          <a:ln w="12700" cap="flat" cmpd="sng">
            <a:solidFill>
              <a:schemeClr val="accent1">
                <a:alpha val="40000"/>
              </a:schemeClr>
            </a:solidFill>
            <a:prstDash val="solid"/>
            <a:round/>
            <a:headEnd type="none" w="sm" len="sm"/>
            <a:tailEnd type="none" w="sm" len="sm"/>
          </a:ln>
        </p:spPr>
      </p:cxnSp>
      <p:cxnSp>
        <p:nvCxnSpPr>
          <p:cNvPr id="232" name="Google Shape;232;p43"/>
          <p:cNvCxnSpPr/>
          <p:nvPr/>
        </p:nvCxnSpPr>
        <p:spPr>
          <a:xfrm>
            <a:off x="5849521" y="2489201"/>
            <a:ext cx="0" cy="3546328"/>
          </a:xfrm>
          <a:prstGeom prst="straightConnector1">
            <a:avLst/>
          </a:prstGeom>
          <a:noFill/>
          <a:ln w="12700" cap="flat" cmpd="sng">
            <a:solidFill>
              <a:schemeClr val="accent1">
                <a:alpha val="40000"/>
              </a:schemeClr>
            </a:solidFill>
            <a:prstDash val="solid"/>
            <a:round/>
            <a:headEnd type="none" w="sm" len="sm"/>
            <a:tailEnd type="none" w="sm" len="sm"/>
          </a:ln>
        </p:spPr>
      </p:cxnSp>
      <p:sp>
        <p:nvSpPr>
          <p:cNvPr id="233" name="Google Shape;233;p43"/>
          <p:cNvSpPr txBox="1">
            <a:spLocks noGrp="1"/>
          </p:cNvSpPr>
          <p:nvPr>
            <p:ph type="dt" idx="10"/>
          </p:nvPr>
        </p:nvSpPr>
        <p:spPr>
          <a:xfrm>
            <a:off x="7574443" y="6365498"/>
            <a:ext cx="990599" cy="228659"/>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4" name="Google Shape;234;p43"/>
          <p:cNvSpPr txBox="1">
            <a:spLocks noGrp="1"/>
          </p:cNvSpPr>
          <p:nvPr>
            <p:ph type="ftr" idx="11"/>
          </p:nvPr>
        </p:nvSpPr>
        <p:spPr>
          <a:xfrm>
            <a:off x="590843" y="6365497"/>
            <a:ext cx="3859795" cy="2286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5" name="Google Shape;235;p43"/>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sz="2800" b="0" i="0" u="none" strike="noStrike" cap="none">
                <a:solidFill>
                  <a:schemeClr val="lt1"/>
                </a:solidFill>
                <a:latin typeface="Century Gothic"/>
                <a:ea typeface="Century Gothic"/>
                <a:cs typeface="Century Gothic"/>
                <a:sym typeface="Century Gothic"/>
              </a:defRPr>
            </a:lvl1pPr>
            <a:lvl2pPr marL="0" lvl="1" indent="0" algn="ctr">
              <a:spcBef>
                <a:spcPts val="0"/>
              </a:spcBef>
              <a:buNone/>
              <a:defRPr sz="2800" b="0" i="0" u="none" strike="noStrike" cap="none">
                <a:solidFill>
                  <a:schemeClr val="lt1"/>
                </a:solidFill>
                <a:latin typeface="Century Gothic"/>
                <a:ea typeface="Century Gothic"/>
                <a:cs typeface="Century Gothic"/>
                <a:sym typeface="Century Gothic"/>
              </a:defRPr>
            </a:lvl2pPr>
            <a:lvl3pPr marL="0" lvl="2" indent="0" algn="ctr">
              <a:spcBef>
                <a:spcPts val="0"/>
              </a:spcBef>
              <a:buNone/>
              <a:defRPr sz="2800" b="0" i="0" u="none" strike="noStrike" cap="none">
                <a:solidFill>
                  <a:schemeClr val="lt1"/>
                </a:solidFill>
                <a:latin typeface="Century Gothic"/>
                <a:ea typeface="Century Gothic"/>
                <a:cs typeface="Century Gothic"/>
                <a:sym typeface="Century Gothic"/>
              </a:defRPr>
            </a:lvl3pPr>
            <a:lvl4pPr marL="0" lvl="3" indent="0" algn="ctr">
              <a:spcBef>
                <a:spcPts val="0"/>
              </a:spcBef>
              <a:buNone/>
              <a:defRPr sz="2800" b="0" i="0" u="none" strike="noStrike" cap="none">
                <a:solidFill>
                  <a:schemeClr val="lt1"/>
                </a:solidFill>
                <a:latin typeface="Century Gothic"/>
                <a:ea typeface="Century Gothic"/>
                <a:cs typeface="Century Gothic"/>
                <a:sym typeface="Century Gothic"/>
              </a:defRPr>
            </a:lvl4pPr>
            <a:lvl5pPr marL="0" lvl="4" indent="0" algn="ctr">
              <a:spcBef>
                <a:spcPts val="0"/>
              </a:spcBef>
              <a:buNone/>
              <a:defRPr sz="2800" b="0" i="0" u="none" strike="noStrike" cap="none">
                <a:solidFill>
                  <a:schemeClr val="lt1"/>
                </a:solidFill>
                <a:latin typeface="Century Gothic"/>
                <a:ea typeface="Century Gothic"/>
                <a:cs typeface="Century Gothic"/>
                <a:sym typeface="Century Gothic"/>
              </a:defRPr>
            </a:lvl5pPr>
            <a:lvl6pPr marL="0" lvl="5" indent="0" algn="ctr">
              <a:spcBef>
                <a:spcPts val="0"/>
              </a:spcBef>
              <a:buNone/>
              <a:defRPr sz="2800" b="0" i="0" u="none" strike="noStrike" cap="none">
                <a:solidFill>
                  <a:schemeClr val="lt1"/>
                </a:solidFill>
                <a:latin typeface="Century Gothic"/>
                <a:ea typeface="Century Gothic"/>
                <a:cs typeface="Century Gothic"/>
                <a:sym typeface="Century Gothic"/>
              </a:defRPr>
            </a:lvl6pPr>
            <a:lvl7pPr marL="0" lvl="6" indent="0" algn="ctr">
              <a:spcBef>
                <a:spcPts val="0"/>
              </a:spcBef>
              <a:buNone/>
              <a:defRPr sz="2800" b="0" i="0" u="none" strike="noStrike" cap="none">
                <a:solidFill>
                  <a:schemeClr val="lt1"/>
                </a:solidFill>
                <a:latin typeface="Century Gothic"/>
                <a:ea typeface="Century Gothic"/>
                <a:cs typeface="Century Gothic"/>
                <a:sym typeface="Century Gothic"/>
              </a:defRPr>
            </a:lvl7pPr>
            <a:lvl8pPr marL="0" lvl="7" indent="0" algn="ctr">
              <a:spcBef>
                <a:spcPts val="0"/>
              </a:spcBef>
              <a:buNone/>
              <a:defRPr sz="2800" b="0" i="0" u="none" strike="noStrike" cap="none">
                <a:solidFill>
                  <a:schemeClr val="lt1"/>
                </a:solidFill>
                <a:latin typeface="Century Gothic"/>
                <a:ea typeface="Century Gothic"/>
                <a:cs typeface="Century Gothic"/>
                <a:sym typeface="Century Gothic"/>
              </a:defRPr>
            </a:lvl8pPr>
            <a:lvl9pPr marL="0" lvl="8" indent="0" algn="ctr">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36"/>
        <p:cNvGrpSpPr/>
        <p:nvPr/>
      </p:nvGrpSpPr>
      <p:grpSpPr>
        <a:xfrm>
          <a:off x="0" y="0"/>
          <a:ext cx="0" cy="0"/>
          <a:chOff x="0" y="0"/>
          <a:chExt cx="0" cy="0"/>
        </a:xfrm>
      </p:grpSpPr>
      <p:sp>
        <p:nvSpPr>
          <p:cNvPr id="237" name="Google Shape;237;p44"/>
          <p:cNvSpPr txBox="1">
            <a:spLocks noGrp="1"/>
          </p:cNvSpPr>
          <p:nvPr>
            <p:ph type="title"/>
          </p:nvPr>
        </p:nvSpPr>
        <p:spPr>
          <a:xfrm>
            <a:off x="866440" y="927099"/>
            <a:ext cx="6345260" cy="70986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8" name="Google Shape;238;p44"/>
          <p:cNvSpPr txBox="1">
            <a:spLocks noGrp="1"/>
          </p:cNvSpPr>
          <p:nvPr>
            <p:ph type="body" idx="1"/>
          </p:nvPr>
        </p:nvSpPr>
        <p:spPr>
          <a:xfrm rot="5400000">
            <a:off x="2271712" y="1081870"/>
            <a:ext cx="3530600" cy="634526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239" name="Google Shape;239;p44"/>
          <p:cNvSpPr txBox="1">
            <a:spLocks noGrp="1"/>
          </p:cNvSpPr>
          <p:nvPr>
            <p:ph type="dt" idx="10"/>
          </p:nvPr>
        </p:nvSpPr>
        <p:spPr>
          <a:xfrm>
            <a:off x="7621301" y="6387910"/>
            <a:ext cx="990599" cy="228659"/>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0" name="Google Shape;240;p44"/>
          <p:cNvSpPr txBox="1">
            <a:spLocks noGrp="1"/>
          </p:cNvSpPr>
          <p:nvPr>
            <p:ph type="ftr" idx="11"/>
          </p:nvPr>
        </p:nvSpPr>
        <p:spPr>
          <a:xfrm>
            <a:off x="516133" y="6387910"/>
            <a:ext cx="3859795" cy="2286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1" name="Google Shape;241;p44"/>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sz="2800" b="0" i="0" u="none" strike="noStrike" cap="none">
                <a:solidFill>
                  <a:schemeClr val="lt1"/>
                </a:solidFill>
                <a:latin typeface="Century Gothic"/>
                <a:ea typeface="Century Gothic"/>
                <a:cs typeface="Century Gothic"/>
                <a:sym typeface="Century Gothic"/>
              </a:defRPr>
            </a:lvl1pPr>
            <a:lvl2pPr marL="0" lvl="1" indent="0" algn="ctr">
              <a:spcBef>
                <a:spcPts val="0"/>
              </a:spcBef>
              <a:buNone/>
              <a:defRPr sz="2800" b="0" i="0" u="none" strike="noStrike" cap="none">
                <a:solidFill>
                  <a:schemeClr val="lt1"/>
                </a:solidFill>
                <a:latin typeface="Century Gothic"/>
                <a:ea typeface="Century Gothic"/>
                <a:cs typeface="Century Gothic"/>
                <a:sym typeface="Century Gothic"/>
              </a:defRPr>
            </a:lvl2pPr>
            <a:lvl3pPr marL="0" lvl="2" indent="0" algn="ctr">
              <a:spcBef>
                <a:spcPts val="0"/>
              </a:spcBef>
              <a:buNone/>
              <a:defRPr sz="2800" b="0" i="0" u="none" strike="noStrike" cap="none">
                <a:solidFill>
                  <a:schemeClr val="lt1"/>
                </a:solidFill>
                <a:latin typeface="Century Gothic"/>
                <a:ea typeface="Century Gothic"/>
                <a:cs typeface="Century Gothic"/>
                <a:sym typeface="Century Gothic"/>
              </a:defRPr>
            </a:lvl3pPr>
            <a:lvl4pPr marL="0" lvl="3" indent="0" algn="ctr">
              <a:spcBef>
                <a:spcPts val="0"/>
              </a:spcBef>
              <a:buNone/>
              <a:defRPr sz="2800" b="0" i="0" u="none" strike="noStrike" cap="none">
                <a:solidFill>
                  <a:schemeClr val="lt1"/>
                </a:solidFill>
                <a:latin typeface="Century Gothic"/>
                <a:ea typeface="Century Gothic"/>
                <a:cs typeface="Century Gothic"/>
                <a:sym typeface="Century Gothic"/>
              </a:defRPr>
            </a:lvl4pPr>
            <a:lvl5pPr marL="0" lvl="4" indent="0" algn="ctr">
              <a:spcBef>
                <a:spcPts val="0"/>
              </a:spcBef>
              <a:buNone/>
              <a:defRPr sz="2800" b="0" i="0" u="none" strike="noStrike" cap="none">
                <a:solidFill>
                  <a:schemeClr val="lt1"/>
                </a:solidFill>
                <a:latin typeface="Century Gothic"/>
                <a:ea typeface="Century Gothic"/>
                <a:cs typeface="Century Gothic"/>
                <a:sym typeface="Century Gothic"/>
              </a:defRPr>
            </a:lvl5pPr>
            <a:lvl6pPr marL="0" lvl="5" indent="0" algn="ctr">
              <a:spcBef>
                <a:spcPts val="0"/>
              </a:spcBef>
              <a:buNone/>
              <a:defRPr sz="2800" b="0" i="0" u="none" strike="noStrike" cap="none">
                <a:solidFill>
                  <a:schemeClr val="lt1"/>
                </a:solidFill>
                <a:latin typeface="Century Gothic"/>
                <a:ea typeface="Century Gothic"/>
                <a:cs typeface="Century Gothic"/>
                <a:sym typeface="Century Gothic"/>
              </a:defRPr>
            </a:lvl6pPr>
            <a:lvl7pPr marL="0" lvl="6" indent="0" algn="ctr">
              <a:spcBef>
                <a:spcPts val="0"/>
              </a:spcBef>
              <a:buNone/>
              <a:defRPr sz="2800" b="0" i="0" u="none" strike="noStrike" cap="none">
                <a:solidFill>
                  <a:schemeClr val="lt1"/>
                </a:solidFill>
                <a:latin typeface="Century Gothic"/>
                <a:ea typeface="Century Gothic"/>
                <a:cs typeface="Century Gothic"/>
                <a:sym typeface="Century Gothic"/>
              </a:defRPr>
            </a:lvl7pPr>
            <a:lvl8pPr marL="0" lvl="7" indent="0" algn="ctr">
              <a:spcBef>
                <a:spcPts val="0"/>
              </a:spcBef>
              <a:buNone/>
              <a:defRPr sz="2800" b="0" i="0" u="none" strike="noStrike" cap="none">
                <a:solidFill>
                  <a:schemeClr val="lt1"/>
                </a:solidFill>
                <a:latin typeface="Century Gothic"/>
                <a:ea typeface="Century Gothic"/>
                <a:cs typeface="Century Gothic"/>
                <a:sym typeface="Century Gothic"/>
              </a:defRPr>
            </a:lvl8pPr>
            <a:lvl9pPr marL="0" lvl="8" indent="0" algn="ctr">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242"/>
        <p:cNvGrpSpPr/>
        <p:nvPr/>
      </p:nvGrpSpPr>
      <p:grpSpPr>
        <a:xfrm>
          <a:off x="0" y="0"/>
          <a:ext cx="0" cy="0"/>
          <a:chOff x="0" y="0"/>
          <a:chExt cx="0" cy="0"/>
        </a:xfrm>
      </p:grpSpPr>
      <p:grpSp>
        <p:nvGrpSpPr>
          <p:cNvPr id="243" name="Google Shape;243;p45"/>
          <p:cNvGrpSpPr/>
          <p:nvPr/>
        </p:nvGrpSpPr>
        <p:grpSpPr>
          <a:xfrm>
            <a:off x="-1588" y="0"/>
            <a:ext cx="9120420" cy="6860798"/>
            <a:chOff x="-1588" y="0"/>
            <a:chExt cx="9120420" cy="6860798"/>
          </a:xfrm>
        </p:grpSpPr>
        <p:sp>
          <p:nvSpPr>
            <p:cNvPr id="244" name="Google Shape;244;p45"/>
            <p:cNvSpPr/>
            <p:nvPr/>
          </p:nvSpPr>
          <p:spPr>
            <a:xfrm>
              <a:off x="0" y="0"/>
              <a:ext cx="9118832" cy="6858000"/>
            </a:xfrm>
            <a:prstGeom prst="rect">
              <a:avLst/>
            </a:prstGeom>
            <a:blipFill rotWithShape="1">
              <a:blip r:embed="rId2">
                <a:alphaModFix/>
              </a:blip>
              <a:stretch>
                <a:fillRect l="-16712" r="-16986"/>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45"/>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45"/>
            <p:cNvSpPr/>
            <p:nvPr/>
          </p:nvSpPr>
          <p:spPr>
            <a:xfrm>
              <a:off x="629943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45"/>
            <p:cNvSpPr/>
            <p:nvPr/>
          </p:nvSpPr>
          <p:spPr>
            <a:xfrm>
              <a:off x="5689832" y="0"/>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45"/>
            <p:cNvSpPr/>
            <p:nvPr/>
          </p:nvSpPr>
          <p:spPr>
            <a:xfrm>
              <a:off x="6299432" y="5870198"/>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45"/>
            <p:cNvSpPr/>
            <p:nvPr/>
          </p:nvSpPr>
          <p:spPr>
            <a:xfrm>
              <a:off x="-1588"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45"/>
            <p:cNvSpPr/>
            <p:nvPr/>
          </p:nvSpPr>
          <p:spPr>
            <a:xfrm rot="4966650">
              <a:off x="4673046" y="5107506"/>
              <a:ext cx="2377690" cy="317748"/>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1" name="Google Shape;251;p45"/>
          <p:cNvSpPr/>
          <p:nvPr/>
        </p:nvSpPr>
        <p:spPr>
          <a:xfrm>
            <a:off x="414867" y="402165"/>
            <a:ext cx="4610565" cy="605367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45"/>
          <p:cNvSpPr/>
          <p:nvPr/>
        </p:nvSpPr>
        <p:spPr>
          <a:xfrm rot="5400000">
            <a:off x="1299309" y="1765596"/>
            <a:ext cx="5995993" cy="3326809"/>
          </a:xfrm>
          <a:custGeom>
            <a:avLst/>
            <a:gdLst/>
            <a:ahLst/>
            <a:cxnLst/>
            <a:rect l="l" t="t" r="r" b="b"/>
            <a:pathLst>
              <a:path w="4960" h="2752" extrusionOk="0">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lt1"/>
          </a:solidFill>
          <a:ln>
            <a:noFill/>
          </a:ln>
        </p:spPr>
      </p:sp>
      <p:sp>
        <p:nvSpPr>
          <p:cNvPr id="253" name="Google Shape;253;p45"/>
          <p:cNvSpPr/>
          <p:nvPr/>
        </p:nvSpPr>
        <p:spPr>
          <a:xfrm>
            <a:off x="0" y="0"/>
            <a:ext cx="9144000" cy="6858000"/>
          </a:xfrm>
          <a:custGeom>
            <a:avLst/>
            <a:gdLst/>
            <a:ahLst/>
            <a:cxnLst/>
            <a:rect l="l" t="t" r="r" b="b"/>
            <a:pathLst>
              <a:path w="5760" h="4320" extrusionOk="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p:spPr>
      </p:sp>
      <p:sp>
        <p:nvSpPr>
          <p:cNvPr id="254" name="Google Shape;254;p45"/>
          <p:cNvSpPr txBox="1">
            <a:spLocks noGrp="1"/>
          </p:cNvSpPr>
          <p:nvPr>
            <p:ph type="title"/>
          </p:nvPr>
        </p:nvSpPr>
        <p:spPr>
          <a:xfrm rot="5400000">
            <a:off x="4445686" y="3177042"/>
            <a:ext cx="4572001" cy="11135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5" name="Google Shape;255;p45"/>
          <p:cNvSpPr txBox="1">
            <a:spLocks noGrp="1"/>
          </p:cNvSpPr>
          <p:nvPr>
            <p:ph type="body" idx="1"/>
          </p:nvPr>
        </p:nvSpPr>
        <p:spPr>
          <a:xfrm rot="5400000">
            <a:off x="789205" y="1525332"/>
            <a:ext cx="4572001" cy="4416936"/>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256" name="Google Shape;256;p45"/>
          <p:cNvSpPr txBox="1">
            <a:spLocks noGrp="1"/>
          </p:cNvSpPr>
          <p:nvPr>
            <p:ph type="dt" idx="10"/>
          </p:nvPr>
        </p:nvSpPr>
        <p:spPr>
          <a:xfrm>
            <a:off x="7574443" y="6365498"/>
            <a:ext cx="990599" cy="228659"/>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7" name="Google Shape;257;p45"/>
          <p:cNvSpPr txBox="1">
            <a:spLocks noGrp="1"/>
          </p:cNvSpPr>
          <p:nvPr>
            <p:ph type="ftr" idx="11"/>
          </p:nvPr>
        </p:nvSpPr>
        <p:spPr>
          <a:xfrm>
            <a:off x="538546" y="6365498"/>
            <a:ext cx="3859795" cy="2286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8" name="Google Shape;258;p45"/>
          <p:cNvSpPr/>
          <p:nvPr/>
        </p:nvSpPr>
        <p:spPr>
          <a:xfrm>
            <a:off x="7745644" y="0"/>
            <a:ext cx="685800" cy="1099458"/>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45"/>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sz="2800" b="0" i="0" u="none" strike="noStrike" cap="none">
                <a:solidFill>
                  <a:schemeClr val="lt1"/>
                </a:solidFill>
                <a:latin typeface="Century Gothic"/>
                <a:ea typeface="Century Gothic"/>
                <a:cs typeface="Century Gothic"/>
                <a:sym typeface="Century Gothic"/>
              </a:defRPr>
            </a:lvl1pPr>
            <a:lvl2pPr marL="0" lvl="1" indent="0" algn="ctr">
              <a:spcBef>
                <a:spcPts val="0"/>
              </a:spcBef>
              <a:buNone/>
              <a:defRPr sz="2800" b="0" i="0" u="none" strike="noStrike" cap="none">
                <a:solidFill>
                  <a:schemeClr val="lt1"/>
                </a:solidFill>
                <a:latin typeface="Century Gothic"/>
                <a:ea typeface="Century Gothic"/>
                <a:cs typeface="Century Gothic"/>
                <a:sym typeface="Century Gothic"/>
              </a:defRPr>
            </a:lvl2pPr>
            <a:lvl3pPr marL="0" lvl="2" indent="0" algn="ctr">
              <a:spcBef>
                <a:spcPts val="0"/>
              </a:spcBef>
              <a:buNone/>
              <a:defRPr sz="2800" b="0" i="0" u="none" strike="noStrike" cap="none">
                <a:solidFill>
                  <a:schemeClr val="lt1"/>
                </a:solidFill>
                <a:latin typeface="Century Gothic"/>
                <a:ea typeface="Century Gothic"/>
                <a:cs typeface="Century Gothic"/>
                <a:sym typeface="Century Gothic"/>
              </a:defRPr>
            </a:lvl3pPr>
            <a:lvl4pPr marL="0" lvl="3" indent="0" algn="ctr">
              <a:spcBef>
                <a:spcPts val="0"/>
              </a:spcBef>
              <a:buNone/>
              <a:defRPr sz="2800" b="0" i="0" u="none" strike="noStrike" cap="none">
                <a:solidFill>
                  <a:schemeClr val="lt1"/>
                </a:solidFill>
                <a:latin typeface="Century Gothic"/>
                <a:ea typeface="Century Gothic"/>
                <a:cs typeface="Century Gothic"/>
                <a:sym typeface="Century Gothic"/>
              </a:defRPr>
            </a:lvl4pPr>
            <a:lvl5pPr marL="0" lvl="4" indent="0" algn="ctr">
              <a:spcBef>
                <a:spcPts val="0"/>
              </a:spcBef>
              <a:buNone/>
              <a:defRPr sz="2800" b="0" i="0" u="none" strike="noStrike" cap="none">
                <a:solidFill>
                  <a:schemeClr val="lt1"/>
                </a:solidFill>
                <a:latin typeface="Century Gothic"/>
                <a:ea typeface="Century Gothic"/>
                <a:cs typeface="Century Gothic"/>
                <a:sym typeface="Century Gothic"/>
              </a:defRPr>
            </a:lvl5pPr>
            <a:lvl6pPr marL="0" lvl="5" indent="0" algn="ctr">
              <a:spcBef>
                <a:spcPts val="0"/>
              </a:spcBef>
              <a:buNone/>
              <a:defRPr sz="2800" b="0" i="0" u="none" strike="noStrike" cap="none">
                <a:solidFill>
                  <a:schemeClr val="lt1"/>
                </a:solidFill>
                <a:latin typeface="Century Gothic"/>
                <a:ea typeface="Century Gothic"/>
                <a:cs typeface="Century Gothic"/>
                <a:sym typeface="Century Gothic"/>
              </a:defRPr>
            </a:lvl6pPr>
            <a:lvl7pPr marL="0" lvl="6" indent="0" algn="ctr">
              <a:spcBef>
                <a:spcPts val="0"/>
              </a:spcBef>
              <a:buNone/>
              <a:defRPr sz="2800" b="0" i="0" u="none" strike="noStrike" cap="none">
                <a:solidFill>
                  <a:schemeClr val="lt1"/>
                </a:solidFill>
                <a:latin typeface="Century Gothic"/>
                <a:ea typeface="Century Gothic"/>
                <a:cs typeface="Century Gothic"/>
                <a:sym typeface="Century Gothic"/>
              </a:defRPr>
            </a:lvl7pPr>
            <a:lvl8pPr marL="0" lvl="7" indent="0" algn="ctr">
              <a:spcBef>
                <a:spcPts val="0"/>
              </a:spcBef>
              <a:buNone/>
              <a:defRPr sz="2800" b="0" i="0" u="none" strike="noStrike" cap="none">
                <a:solidFill>
                  <a:schemeClr val="lt1"/>
                </a:solidFill>
                <a:latin typeface="Century Gothic"/>
                <a:ea typeface="Century Gothic"/>
                <a:cs typeface="Century Gothic"/>
                <a:sym typeface="Century Gothic"/>
              </a:defRPr>
            </a:lvl8pPr>
            <a:lvl9pPr marL="0" lvl="8" indent="0" algn="ctr">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27"/>
          <p:cNvGrpSpPr/>
          <p:nvPr/>
        </p:nvGrpSpPr>
        <p:grpSpPr>
          <a:xfrm>
            <a:off x="-1588" y="0"/>
            <a:ext cx="9145588" cy="6860798"/>
            <a:chOff x="-1588" y="0"/>
            <a:chExt cx="9145588" cy="6860798"/>
          </a:xfrm>
        </p:grpSpPr>
        <p:sp>
          <p:nvSpPr>
            <p:cNvPr id="11" name="Google Shape;11;p27"/>
            <p:cNvSpPr/>
            <p:nvPr/>
          </p:nvSpPr>
          <p:spPr>
            <a:xfrm>
              <a:off x="0" y="0"/>
              <a:ext cx="9118832" cy="6858000"/>
            </a:xfrm>
            <a:prstGeom prst="rect">
              <a:avLst/>
            </a:prstGeom>
            <a:blipFill rotWithShape="1">
              <a:blip r:embed="rId18">
                <a:alphaModFix/>
              </a:blip>
              <a:stretch>
                <a:fillRect l="-16712" r="-16986"/>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7"/>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7"/>
            <p:cNvSpPr/>
            <p:nvPr/>
          </p:nvSpPr>
          <p:spPr>
            <a:xfrm>
              <a:off x="629943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7"/>
            <p:cNvSpPr/>
            <p:nvPr/>
          </p:nvSpPr>
          <p:spPr>
            <a:xfrm>
              <a:off x="5689832" y="0"/>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7"/>
            <p:cNvSpPr/>
            <p:nvPr/>
          </p:nvSpPr>
          <p:spPr>
            <a:xfrm>
              <a:off x="6299432" y="5870198"/>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7"/>
            <p:cNvSpPr/>
            <p:nvPr/>
          </p:nvSpPr>
          <p:spPr>
            <a:xfrm>
              <a:off x="-1588"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7"/>
            <p:cNvSpPr/>
            <p:nvPr/>
          </p:nvSpPr>
          <p:spPr>
            <a:xfrm rot="-589932">
              <a:off x="6359946" y="1790293"/>
              <a:ext cx="2377690" cy="317748"/>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7"/>
            <p:cNvSpPr/>
            <p:nvPr/>
          </p:nvSpPr>
          <p:spPr>
            <a:xfrm>
              <a:off x="485023" y="1856450"/>
              <a:ext cx="8173954" cy="4535226"/>
            </a:xfrm>
            <a:custGeom>
              <a:avLst/>
              <a:gdLst/>
              <a:ahLst/>
              <a:cxnLst/>
              <a:rect l="l" t="t" r="r" b="b"/>
              <a:pathLst>
                <a:path w="4960" h="2752" extrusionOk="0">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lt1"/>
            </a:solidFill>
            <a:ln>
              <a:noFill/>
            </a:ln>
          </p:spPr>
        </p:sp>
        <p:sp>
          <p:nvSpPr>
            <p:cNvPr id="19" name="Google Shape;19;p27"/>
            <p:cNvSpPr/>
            <p:nvPr/>
          </p:nvSpPr>
          <p:spPr>
            <a:xfrm>
              <a:off x="0" y="0"/>
              <a:ext cx="9144000" cy="6858000"/>
            </a:xfrm>
            <a:custGeom>
              <a:avLst/>
              <a:gdLst/>
              <a:ahLst/>
              <a:cxnLst/>
              <a:rect l="l" t="t" r="r" b="b"/>
              <a:pathLst>
                <a:path w="5760" h="4320" extrusionOk="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p:spPr>
        </p:sp>
      </p:grpSp>
      <p:sp>
        <p:nvSpPr>
          <p:cNvPr id="20" name="Google Shape;20;p27"/>
          <p:cNvSpPr txBox="1">
            <a:spLocks noGrp="1"/>
          </p:cNvSpPr>
          <p:nvPr>
            <p:ph type="title"/>
          </p:nvPr>
        </p:nvSpPr>
        <p:spPr>
          <a:xfrm>
            <a:off x="866440" y="927099"/>
            <a:ext cx="6345260" cy="70986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lt1"/>
              </a:buClr>
              <a:buSzPts val="3200"/>
              <a:buFont typeface="Century Gothic"/>
              <a:buNone/>
              <a:defRPr sz="32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21" name="Google Shape;21;p27"/>
          <p:cNvSpPr txBox="1">
            <a:spLocks noGrp="1"/>
          </p:cNvSpPr>
          <p:nvPr>
            <p:ph type="body" idx="1"/>
          </p:nvPr>
        </p:nvSpPr>
        <p:spPr>
          <a:xfrm>
            <a:off x="864382" y="2489200"/>
            <a:ext cx="6345260" cy="3530600"/>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Century Gothic"/>
                <a:ea typeface="Century Gothic"/>
                <a:cs typeface="Century Gothic"/>
                <a:sym typeface="Century Gothic"/>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Century Gothic"/>
                <a:ea typeface="Century Gothic"/>
                <a:cs typeface="Century Gothic"/>
                <a:sym typeface="Century Gothic"/>
              </a:defRPr>
            </a:lvl2pPr>
            <a:lvl3pPr marL="1371600" marR="0" lvl="2" indent="-299719" algn="l" rtl="0">
              <a:spcBef>
                <a:spcPts val="1000"/>
              </a:spcBef>
              <a:spcAft>
                <a:spcPts val="0"/>
              </a:spcAft>
              <a:buClr>
                <a:schemeClr val="accent1"/>
              </a:buClr>
              <a:buSzPts val="1120"/>
              <a:buFont typeface="Noto Sans Symbols"/>
              <a:buChar char="►"/>
              <a:defRPr sz="1400" b="0" i="0" u="none" strike="noStrike" cap="none">
                <a:solidFill>
                  <a:srgbClr val="3F3F3F"/>
                </a:solidFill>
                <a:latin typeface="Century Gothic"/>
                <a:ea typeface="Century Gothic"/>
                <a:cs typeface="Century Gothic"/>
                <a:sym typeface="Century Gothic"/>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7pPr>
            <a:lvl8pPr marL="3657600" marR="0" lvl="7"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8pPr>
            <a:lvl9pPr marL="4114800" marR="0" lvl="8"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9pPr>
          </a:lstStyle>
          <a:p>
            <a:endParaRPr/>
          </a:p>
        </p:txBody>
      </p:sp>
      <p:sp>
        <p:nvSpPr>
          <p:cNvPr id="22" name="Google Shape;22;p27"/>
          <p:cNvSpPr txBox="1">
            <a:spLocks noGrp="1"/>
          </p:cNvSpPr>
          <p:nvPr>
            <p:ph type="dt" idx="10"/>
          </p:nvPr>
        </p:nvSpPr>
        <p:spPr>
          <a:xfrm>
            <a:off x="7574443" y="6365498"/>
            <a:ext cx="990599" cy="228659"/>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900" b="1" i="0" u="none" strike="noStrike" cap="none">
                <a:solidFill>
                  <a:schemeClr val="accen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23" name="Google Shape;23;p27"/>
          <p:cNvSpPr txBox="1">
            <a:spLocks noGrp="1"/>
          </p:cNvSpPr>
          <p:nvPr>
            <p:ph type="ftr" idx="11"/>
          </p:nvPr>
        </p:nvSpPr>
        <p:spPr>
          <a:xfrm>
            <a:off x="590843" y="6365497"/>
            <a:ext cx="3859795" cy="22866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900" b="1" i="0" u="none" strike="noStrike" cap="none">
                <a:solidFill>
                  <a:schemeClr val="accen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24" name="Google Shape;24;p27"/>
          <p:cNvSpPr/>
          <p:nvPr/>
        </p:nvSpPr>
        <p:spPr>
          <a:xfrm>
            <a:off x="7745644" y="0"/>
            <a:ext cx="685800" cy="1099458"/>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7"/>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lvl1pPr marL="0" marR="0" lvl="0" indent="0" algn="ctr" rtl="0">
              <a:spcBef>
                <a:spcPts val="0"/>
              </a:spcBef>
              <a:buNone/>
              <a:defRPr sz="2800" b="0" i="0" u="none" strike="noStrike" cap="none">
                <a:solidFill>
                  <a:schemeClr val="lt1"/>
                </a:solidFill>
                <a:latin typeface="Century Gothic"/>
                <a:ea typeface="Century Gothic"/>
                <a:cs typeface="Century Gothic"/>
                <a:sym typeface="Century Gothic"/>
              </a:defRPr>
            </a:lvl1pPr>
            <a:lvl2pPr marL="0" marR="0" lvl="1" indent="0" algn="ctr" rtl="0">
              <a:spcBef>
                <a:spcPts val="0"/>
              </a:spcBef>
              <a:buNone/>
              <a:defRPr sz="2800" b="0" i="0" u="none" strike="noStrike" cap="none">
                <a:solidFill>
                  <a:schemeClr val="lt1"/>
                </a:solidFill>
                <a:latin typeface="Century Gothic"/>
                <a:ea typeface="Century Gothic"/>
                <a:cs typeface="Century Gothic"/>
                <a:sym typeface="Century Gothic"/>
              </a:defRPr>
            </a:lvl2pPr>
            <a:lvl3pPr marL="0" marR="0" lvl="2" indent="0" algn="ctr" rtl="0">
              <a:spcBef>
                <a:spcPts val="0"/>
              </a:spcBef>
              <a:buNone/>
              <a:defRPr sz="2800" b="0" i="0" u="none" strike="noStrike" cap="none">
                <a:solidFill>
                  <a:schemeClr val="lt1"/>
                </a:solidFill>
                <a:latin typeface="Century Gothic"/>
                <a:ea typeface="Century Gothic"/>
                <a:cs typeface="Century Gothic"/>
                <a:sym typeface="Century Gothic"/>
              </a:defRPr>
            </a:lvl3pPr>
            <a:lvl4pPr marL="0" marR="0" lvl="3" indent="0" algn="ctr" rtl="0">
              <a:spcBef>
                <a:spcPts val="0"/>
              </a:spcBef>
              <a:buNone/>
              <a:defRPr sz="2800" b="0" i="0" u="none" strike="noStrike" cap="none">
                <a:solidFill>
                  <a:schemeClr val="lt1"/>
                </a:solidFill>
                <a:latin typeface="Century Gothic"/>
                <a:ea typeface="Century Gothic"/>
                <a:cs typeface="Century Gothic"/>
                <a:sym typeface="Century Gothic"/>
              </a:defRPr>
            </a:lvl4pPr>
            <a:lvl5pPr marL="0" marR="0" lvl="4" indent="0" algn="ctr" rtl="0">
              <a:spcBef>
                <a:spcPts val="0"/>
              </a:spcBef>
              <a:buNone/>
              <a:defRPr sz="2800" b="0" i="0" u="none" strike="noStrike" cap="none">
                <a:solidFill>
                  <a:schemeClr val="lt1"/>
                </a:solidFill>
                <a:latin typeface="Century Gothic"/>
                <a:ea typeface="Century Gothic"/>
                <a:cs typeface="Century Gothic"/>
                <a:sym typeface="Century Gothic"/>
              </a:defRPr>
            </a:lvl5pPr>
            <a:lvl6pPr marL="0" marR="0" lvl="5" indent="0" algn="ctr" rtl="0">
              <a:spcBef>
                <a:spcPts val="0"/>
              </a:spcBef>
              <a:buNone/>
              <a:defRPr sz="2800" b="0" i="0" u="none" strike="noStrike" cap="none">
                <a:solidFill>
                  <a:schemeClr val="lt1"/>
                </a:solidFill>
                <a:latin typeface="Century Gothic"/>
                <a:ea typeface="Century Gothic"/>
                <a:cs typeface="Century Gothic"/>
                <a:sym typeface="Century Gothic"/>
              </a:defRPr>
            </a:lvl6pPr>
            <a:lvl7pPr marL="0" marR="0" lvl="6" indent="0" algn="ctr" rtl="0">
              <a:spcBef>
                <a:spcPts val="0"/>
              </a:spcBef>
              <a:buNone/>
              <a:defRPr sz="2800" b="0" i="0" u="none" strike="noStrike" cap="none">
                <a:solidFill>
                  <a:schemeClr val="lt1"/>
                </a:solidFill>
                <a:latin typeface="Century Gothic"/>
                <a:ea typeface="Century Gothic"/>
                <a:cs typeface="Century Gothic"/>
                <a:sym typeface="Century Gothic"/>
              </a:defRPr>
            </a:lvl7pPr>
            <a:lvl8pPr marL="0" marR="0" lvl="7" indent="0" algn="ctr" rtl="0">
              <a:spcBef>
                <a:spcPts val="0"/>
              </a:spcBef>
              <a:buNone/>
              <a:defRPr sz="2800" b="0" i="0" u="none" strike="noStrike" cap="none">
                <a:solidFill>
                  <a:schemeClr val="lt1"/>
                </a:solidFill>
                <a:latin typeface="Century Gothic"/>
                <a:ea typeface="Century Gothic"/>
                <a:cs typeface="Century Gothic"/>
                <a:sym typeface="Century Gothic"/>
              </a:defRPr>
            </a:lvl8pPr>
            <a:lvl9pPr marL="0" marR="0" lvl="8" indent="0" algn="ctr" rtl="0">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1"/>
          <p:cNvSpPr txBox="1">
            <a:spLocks noGrp="1"/>
          </p:cNvSpPr>
          <p:nvPr>
            <p:ph type="title"/>
          </p:nvPr>
        </p:nvSpPr>
        <p:spPr>
          <a:xfrm>
            <a:off x="0" y="0"/>
            <a:ext cx="9144000" cy="25908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lt1"/>
              </a:buClr>
              <a:buSzPts val="2800"/>
              <a:buFont typeface="Century Gothic"/>
              <a:buNone/>
            </a:pPr>
            <a:endParaRPr sz="2800">
              <a:latin typeface="Times New Roman"/>
              <a:ea typeface="Times New Roman"/>
              <a:cs typeface="Times New Roman"/>
              <a:sym typeface="Times New Roman"/>
            </a:endParaRPr>
          </a:p>
        </p:txBody>
      </p:sp>
      <p:sp>
        <p:nvSpPr>
          <p:cNvPr id="266" name="Google Shape;266;p1"/>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en-US" sz="2800" b="0" i="0" u="none" strike="noStrike" cap="none">
                <a:solidFill>
                  <a:srgbClr val="045C75"/>
                </a:solidFill>
                <a:latin typeface="Verdana"/>
                <a:ea typeface="Verdana"/>
                <a:cs typeface="Verdana"/>
                <a:sym typeface="Verdana"/>
              </a:rPr>
              <a:t>1</a:t>
            </a:fld>
            <a:endParaRPr sz="2800" b="0" i="0" u="none" strike="noStrike" cap="none">
              <a:solidFill>
                <a:srgbClr val="045C75"/>
              </a:solidFill>
              <a:latin typeface="Verdana"/>
              <a:ea typeface="Verdana"/>
              <a:cs typeface="Verdana"/>
              <a:sym typeface="Verdana"/>
            </a:endParaRPr>
          </a:p>
        </p:txBody>
      </p:sp>
      <p:pic>
        <p:nvPicPr>
          <p:cNvPr id="267" name="Google Shape;267;p1"/>
          <p:cNvPicPr preferRelativeResize="0"/>
          <p:nvPr/>
        </p:nvPicPr>
        <p:blipFill rotWithShape="1">
          <a:blip r:embed="rId3">
            <a:alphaModFix/>
          </a:blip>
          <a:srcRect/>
          <a:stretch/>
        </p:blipFill>
        <p:spPr>
          <a:xfrm>
            <a:off x="0" y="-29762"/>
            <a:ext cx="9144000" cy="1582665"/>
          </a:xfrm>
          <a:prstGeom prst="rect">
            <a:avLst/>
          </a:prstGeom>
          <a:noFill/>
          <a:ln>
            <a:noFill/>
          </a:ln>
        </p:spPr>
      </p:pic>
      <p:sp>
        <p:nvSpPr>
          <p:cNvPr id="3" name="Text Placeholder 2">
            <a:extLst>
              <a:ext uri="{FF2B5EF4-FFF2-40B4-BE49-F238E27FC236}">
                <a16:creationId xmlns:a16="http://schemas.microsoft.com/office/drawing/2014/main" id="{A2EE4C7A-6317-9DED-4B98-6E1A5112B68F}"/>
              </a:ext>
            </a:extLst>
          </p:cNvPr>
          <p:cNvSpPr>
            <a:spLocks noGrp="1"/>
          </p:cNvSpPr>
          <p:nvPr>
            <p:ph type="body" idx="1"/>
          </p:nvPr>
        </p:nvSpPr>
        <p:spPr>
          <a:xfrm>
            <a:off x="129209" y="2489200"/>
            <a:ext cx="8736495" cy="3530600"/>
          </a:xfrm>
        </p:spPr>
        <p:txBody>
          <a:bodyPr/>
          <a:lstStyle/>
          <a:p>
            <a:pPr marL="137160" indent="0" algn="ctr">
              <a:buNone/>
            </a:pPr>
            <a:r>
              <a:rPr lang="en-IN" sz="5400" dirty="0"/>
              <a:t>Unit-IV </a:t>
            </a:r>
          </a:p>
          <a:p>
            <a:pPr marL="137160" indent="0" algn="ctr">
              <a:buNone/>
            </a:pPr>
            <a:r>
              <a:rPr lang="en-IN" sz="5400" dirty="0"/>
              <a:t>Financial Planning: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7"/>
          <p:cNvSpPr txBox="1">
            <a:spLocks noGrp="1"/>
          </p:cNvSpPr>
          <p:nvPr>
            <p:ph type="title"/>
          </p:nvPr>
        </p:nvSpPr>
        <p:spPr>
          <a:xfrm>
            <a:off x="0" y="1028971"/>
            <a:ext cx="9143999" cy="45151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lt1"/>
              </a:buClr>
              <a:buSzPct val="100000"/>
              <a:buFont typeface="Times New Roman"/>
              <a:buNone/>
            </a:pPr>
            <a:r>
              <a:rPr lang="en-US" sz="3600">
                <a:latin typeface="Times New Roman"/>
                <a:ea typeface="Times New Roman"/>
                <a:cs typeface="Times New Roman"/>
                <a:sym typeface="Times New Roman"/>
              </a:rPr>
              <a:t>CAPITAL</a:t>
            </a:r>
            <a:br>
              <a:rPr lang="en-US" sz="3600">
                <a:latin typeface="Times New Roman"/>
                <a:ea typeface="Times New Roman"/>
                <a:cs typeface="Times New Roman"/>
                <a:sym typeface="Times New Roman"/>
              </a:rPr>
            </a:br>
            <a:endParaRPr/>
          </a:p>
        </p:txBody>
      </p:sp>
      <p:sp>
        <p:nvSpPr>
          <p:cNvPr id="306" name="Google Shape;306;p7"/>
          <p:cNvSpPr txBox="1">
            <a:spLocks noGrp="1"/>
          </p:cNvSpPr>
          <p:nvPr>
            <p:ph type="body" idx="1"/>
          </p:nvPr>
        </p:nvSpPr>
        <p:spPr>
          <a:xfrm>
            <a:off x="0" y="2286000"/>
            <a:ext cx="9143999" cy="4572000"/>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just" rtl="0">
              <a:lnSpc>
                <a:spcPct val="160000"/>
              </a:lnSpc>
              <a:spcBef>
                <a:spcPts val="0"/>
              </a:spcBef>
              <a:spcAft>
                <a:spcPts val="0"/>
              </a:spcAft>
              <a:buSzPct val="80000"/>
              <a:buFont typeface="Wingdings" panose="05000000000000000000" pitchFamily="2" charset="2"/>
              <a:buChar char="§"/>
            </a:pPr>
            <a:r>
              <a:rPr lang="en-US" sz="2400" b="1" i="1" u="sng" dirty="0">
                <a:latin typeface="Times New Roman" panose="02020603050405020304" pitchFamily="18" charset="0"/>
                <a:cs typeface="Times New Roman" panose="02020603050405020304" pitchFamily="18" charset="0"/>
              </a:rPr>
              <a:t>Capital</a:t>
            </a:r>
            <a:r>
              <a:rPr lang="en-US" sz="2400" dirty="0">
                <a:latin typeface="Times New Roman" panose="02020603050405020304" pitchFamily="18" charset="0"/>
                <a:cs typeface="Times New Roman" panose="02020603050405020304" pitchFamily="18" charset="0"/>
              </a:rPr>
              <a:t> means  physical resources which yields income. Capital includes all the elements which are necessary for an organisation e.g. cash, land &amp; buildings, machinery, tools , raw materials etc.</a:t>
            </a:r>
            <a:endParaRPr sz="1600" dirty="0">
              <a:latin typeface="Times New Roman" panose="02020603050405020304" pitchFamily="18" charset="0"/>
              <a:cs typeface="Times New Roman" panose="02020603050405020304" pitchFamily="18" charset="0"/>
            </a:endParaRPr>
          </a:p>
          <a:p>
            <a:pPr marL="342900" lvl="0" indent="-342900" algn="just" rtl="0">
              <a:lnSpc>
                <a:spcPct val="160000"/>
              </a:lnSpc>
              <a:spcBef>
                <a:spcPts val="1000"/>
              </a:spcBef>
              <a:spcAft>
                <a:spcPts val="0"/>
              </a:spcAft>
              <a:buSzPct val="800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Capital can be defined as the wealth used in production i.e. </a:t>
            </a:r>
            <a:r>
              <a:rPr lang="en-US" sz="2400" dirty="0" err="1">
                <a:latin typeface="Times New Roman" panose="02020603050405020304" pitchFamily="18" charset="0"/>
                <a:cs typeface="Times New Roman" panose="02020603050405020304" pitchFamily="18" charset="0"/>
              </a:rPr>
              <a:t>wihich</a:t>
            </a:r>
            <a:r>
              <a:rPr lang="en-US" sz="2400" dirty="0">
                <a:latin typeface="Times New Roman" panose="02020603050405020304" pitchFamily="18" charset="0"/>
                <a:cs typeface="Times New Roman" panose="02020603050405020304" pitchFamily="18" charset="0"/>
              </a:rPr>
              <a:t> is a factor of production. The role of capital varies according to the nature of industry. In modern industry capital is extremely significant. More the capital more efficient is the production and lower is the cost of production. </a:t>
            </a:r>
            <a:endParaRPr sz="1600" dirty="0">
              <a:latin typeface="Times New Roman" panose="02020603050405020304" pitchFamily="18" charset="0"/>
              <a:cs typeface="Times New Roman" panose="02020603050405020304" pitchFamily="18" charset="0"/>
            </a:endParaRPr>
          </a:p>
          <a:p>
            <a:pPr marL="342900" lvl="0" indent="-342900" algn="just" rtl="0">
              <a:lnSpc>
                <a:spcPct val="160000"/>
              </a:lnSpc>
              <a:spcBef>
                <a:spcPts val="1000"/>
              </a:spcBef>
              <a:spcAft>
                <a:spcPts val="0"/>
              </a:spcAft>
              <a:buSzPct val="800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Physical forms of capital are land and buildings machinery raw materials tools and business capital like Goodwill of the firm. Financial form of capital are shares, bonds etc.</a:t>
            </a:r>
          </a:p>
          <a:p>
            <a:pPr marL="0" marR="0" lvl="0" indent="357188" rtl="0">
              <a:spcBef>
                <a:spcPts val="0"/>
              </a:spcBef>
              <a:spcAft>
                <a:spcPts val="0"/>
              </a:spcAft>
              <a:buNone/>
            </a:pPr>
            <a:endParaRPr lang="en-US" sz="2400" b="1" i="0" u="sng" strike="noStrike" cap="none" dirty="0">
              <a:solidFill>
                <a:srgbClr val="00B050"/>
              </a:solidFill>
              <a:latin typeface="Times New Roman"/>
              <a:ea typeface="Times New Roman"/>
              <a:cs typeface="Times New Roman"/>
              <a:sym typeface="Times New Roman"/>
            </a:endParaRPr>
          </a:p>
          <a:p>
            <a:pPr marL="0" marR="0" lvl="0" indent="357188" rtl="0">
              <a:spcBef>
                <a:spcPts val="0"/>
              </a:spcBef>
              <a:spcAft>
                <a:spcPts val="0"/>
              </a:spcAft>
              <a:buNone/>
            </a:pPr>
            <a:r>
              <a:rPr lang="en-US" sz="2400" b="1" i="0" u="sng" strike="noStrike" cap="none" dirty="0">
                <a:solidFill>
                  <a:srgbClr val="00B050"/>
                </a:solidFill>
                <a:latin typeface="Times New Roman"/>
                <a:ea typeface="Times New Roman"/>
                <a:cs typeface="Times New Roman"/>
                <a:sym typeface="Times New Roman"/>
              </a:rPr>
              <a:t>Types of Capital</a:t>
            </a:r>
          </a:p>
          <a:p>
            <a:pPr marL="0" marR="0" lvl="0" indent="357188" rtl="0">
              <a:spcBef>
                <a:spcPts val="0"/>
              </a:spcBef>
              <a:spcAft>
                <a:spcPts val="0"/>
              </a:spcAft>
              <a:buNone/>
            </a:pPr>
            <a:endParaRPr lang="en-US" sz="1000" b="1" u="sng" dirty="0">
              <a:solidFill>
                <a:srgbClr val="00B050"/>
              </a:solidFill>
            </a:endParaRPr>
          </a:p>
          <a:p>
            <a:pPr marL="0" marR="0" lvl="0" indent="357188" rtl="0">
              <a:lnSpc>
                <a:spcPct val="150000"/>
              </a:lnSpc>
              <a:spcBef>
                <a:spcPts val="0"/>
              </a:spcBef>
              <a:spcAft>
                <a:spcPts val="0"/>
              </a:spcAft>
              <a:buNone/>
            </a:pPr>
            <a:r>
              <a:rPr lang="en-US" sz="24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Capital can be classified into two types</a:t>
            </a:r>
            <a:endParaRPr lang="en-US" sz="1000" dirty="0">
              <a:latin typeface="Times New Roman" panose="02020603050405020304" pitchFamily="18" charset="0"/>
              <a:cs typeface="Times New Roman" panose="02020603050405020304" pitchFamily="18" charset="0"/>
            </a:endParaRPr>
          </a:p>
          <a:p>
            <a:pPr marL="0" marR="0" lvl="0" indent="357188" algn="l" rtl="0">
              <a:lnSpc>
                <a:spcPct val="150000"/>
              </a:lnSpc>
              <a:spcBef>
                <a:spcPts val="0"/>
              </a:spcBef>
              <a:spcAft>
                <a:spcPts val="0"/>
              </a:spcAft>
              <a:buClr>
                <a:schemeClr val="dk1"/>
              </a:buClr>
              <a:buSzPts val="4000"/>
              <a:buNone/>
            </a:pPr>
            <a:r>
              <a:rPr lang="en-US" sz="24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1.Fixed capital </a:t>
            </a:r>
            <a:endParaRPr lang="en-US" sz="1000" dirty="0">
              <a:latin typeface="Times New Roman" panose="02020603050405020304" pitchFamily="18" charset="0"/>
              <a:cs typeface="Times New Roman" panose="02020603050405020304" pitchFamily="18" charset="0"/>
            </a:endParaRPr>
          </a:p>
          <a:p>
            <a:pPr marL="0" marR="0" lvl="0" indent="357188" algn="l" rtl="0">
              <a:lnSpc>
                <a:spcPct val="150000"/>
              </a:lnSpc>
              <a:spcBef>
                <a:spcPts val="0"/>
              </a:spcBef>
              <a:spcAft>
                <a:spcPts val="0"/>
              </a:spcAft>
              <a:buClr>
                <a:schemeClr val="dk1"/>
              </a:buClr>
              <a:buSzPts val="4000"/>
              <a:buNone/>
            </a:pPr>
            <a:r>
              <a:rPr lang="en-US" sz="24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2.Working capital </a:t>
            </a:r>
            <a:endParaRPr lang="en-US" sz="1000" dirty="0">
              <a:latin typeface="Times New Roman" panose="02020603050405020304" pitchFamily="18" charset="0"/>
              <a:cs typeface="Times New Roman" panose="02020603050405020304" pitchFamily="18" charset="0"/>
            </a:endParaRPr>
          </a:p>
          <a:p>
            <a:pPr marL="342900" lvl="0" indent="-342900" algn="just" rtl="0">
              <a:lnSpc>
                <a:spcPct val="160000"/>
              </a:lnSpc>
              <a:spcBef>
                <a:spcPts val="1000"/>
              </a:spcBef>
              <a:spcAft>
                <a:spcPts val="0"/>
              </a:spcAft>
              <a:buSzPct val="80000"/>
              <a:buChar char="►"/>
            </a:pPr>
            <a:endParaRPr sz="2400" dirty="0">
              <a:latin typeface="Times New Roman" panose="02020603050405020304" pitchFamily="18" charset="0"/>
              <a:cs typeface="Times New Roman" panose="02020603050405020304" pitchFamily="18" charset="0"/>
            </a:endParaRPr>
          </a:p>
        </p:txBody>
      </p:sp>
      <p:sp>
        <p:nvSpPr>
          <p:cNvPr id="308" name="Google Shape;308;p7"/>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9"/>
          <p:cNvSpPr txBox="1">
            <a:spLocks noGrp="1"/>
          </p:cNvSpPr>
          <p:nvPr>
            <p:ph type="body" idx="1"/>
          </p:nvPr>
        </p:nvSpPr>
        <p:spPr>
          <a:xfrm>
            <a:off x="0" y="89452"/>
            <a:ext cx="9144000" cy="66294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spcBef>
                <a:spcPts val="0"/>
              </a:spcBef>
              <a:spcAft>
                <a:spcPts val="0"/>
              </a:spcAft>
              <a:buSzPct val="80000"/>
              <a:buNone/>
            </a:pPr>
            <a:r>
              <a:rPr lang="en-US" sz="3200" dirty="0">
                <a:solidFill>
                  <a:srgbClr val="00B050"/>
                </a:solidFill>
                <a:latin typeface="Times New Roman"/>
                <a:ea typeface="Times New Roman"/>
                <a:cs typeface="Times New Roman"/>
                <a:sym typeface="Times New Roman"/>
              </a:rPr>
              <a:t>Fixed capital</a:t>
            </a:r>
          </a:p>
          <a:p>
            <a:pPr marL="0" lvl="0" indent="0" algn="l" rtl="0">
              <a:spcBef>
                <a:spcPts val="0"/>
              </a:spcBef>
              <a:spcAft>
                <a:spcPts val="0"/>
              </a:spcAft>
              <a:buSzPct val="80000"/>
              <a:buNone/>
            </a:pPr>
            <a:endParaRPr lang="en-US" sz="3200" dirty="0">
              <a:latin typeface="Times New Roman"/>
              <a:cs typeface="Times New Roman"/>
              <a:sym typeface="Times New Roman"/>
            </a:endParaRPr>
          </a:p>
          <a:p>
            <a:pPr marL="0" lvl="0" indent="0" algn="l" rtl="0">
              <a:spcBef>
                <a:spcPts val="0"/>
              </a:spcBef>
              <a:spcAft>
                <a:spcPts val="0"/>
              </a:spcAft>
              <a:buSzPct val="80000"/>
              <a:buNone/>
            </a:pPr>
            <a:endParaRPr dirty="0"/>
          </a:p>
          <a:p>
            <a:pPr marL="342900" lvl="0" indent="-204723" algn="just" rtl="0">
              <a:spcBef>
                <a:spcPts val="1000"/>
              </a:spcBef>
              <a:spcAft>
                <a:spcPts val="0"/>
              </a:spcAft>
              <a:buSzPct val="80000"/>
              <a:buNone/>
            </a:pPr>
            <a:endParaRPr sz="3200" dirty="0">
              <a:latin typeface="Times New Roman"/>
              <a:ea typeface="Times New Roman"/>
              <a:cs typeface="Times New Roman"/>
              <a:sym typeface="Times New Roman"/>
            </a:endParaRPr>
          </a:p>
          <a:p>
            <a:pPr marL="342900" lvl="0" indent="-204723" algn="just" rtl="0">
              <a:spcBef>
                <a:spcPts val="1000"/>
              </a:spcBef>
              <a:spcAft>
                <a:spcPts val="0"/>
              </a:spcAft>
              <a:buSzPct val="80000"/>
              <a:buNone/>
            </a:pPr>
            <a:endParaRPr sz="1600" dirty="0">
              <a:latin typeface="Times New Roman"/>
              <a:ea typeface="Times New Roman"/>
              <a:cs typeface="Times New Roman"/>
              <a:sym typeface="Times New Roman"/>
            </a:endParaRPr>
          </a:p>
          <a:p>
            <a:pPr marL="342900" lvl="0" indent="-342900" algn="just" rtl="0">
              <a:lnSpc>
                <a:spcPct val="170000"/>
              </a:lnSpc>
              <a:spcBef>
                <a:spcPts val="1000"/>
              </a:spcBef>
              <a:spcAft>
                <a:spcPts val="0"/>
              </a:spcAft>
              <a:buSzPct val="80000"/>
              <a:buChar char="►"/>
            </a:pPr>
            <a:r>
              <a:rPr lang="en-US" sz="1600" dirty="0">
                <a:latin typeface="Times New Roman" panose="02020603050405020304" pitchFamily="18" charset="0"/>
                <a:ea typeface="Times New Roman"/>
                <a:cs typeface="Times New Roman" panose="02020603050405020304" pitchFamily="18" charset="0"/>
                <a:sym typeface="Times New Roman"/>
              </a:rPr>
              <a:t>Fixed </a:t>
            </a:r>
            <a:r>
              <a:rPr lang="en-US" sz="1500" dirty="0">
                <a:latin typeface="Times New Roman" panose="02020603050405020304" pitchFamily="18" charset="0"/>
                <a:ea typeface="Times New Roman"/>
                <a:cs typeface="Times New Roman" panose="02020603050405020304" pitchFamily="18" charset="0"/>
                <a:sym typeface="Times New Roman"/>
              </a:rPr>
              <a:t>capital is associated with the amount of capital required by an enterprise for acquiring fixed assets e.g. Land and buildings plant and machinery and equipment etc., The capital invested in such asset cannot be easily converted into money. Since such assets are used over an over again for a number of years, hence are commonly termed as fixed capital.</a:t>
            </a:r>
          </a:p>
          <a:p>
            <a:pPr marL="342900" lvl="0" indent="-342900" algn="just" rtl="0">
              <a:lnSpc>
                <a:spcPct val="170000"/>
              </a:lnSpc>
              <a:spcBef>
                <a:spcPts val="1000"/>
              </a:spcBef>
              <a:spcAft>
                <a:spcPts val="0"/>
              </a:spcAft>
              <a:buSzPct val="80000"/>
              <a:buChar char="►"/>
            </a:pPr>
            <a:r>
              <a:rPr lang="en-US" sz="1500" b="1" u="sng" dirty="0">
                <a:latin typeface="Times New Roman" panose="02020603050405020304" pitchFamily="18" charset="0"/>
                <a:cs typeface="Times New Roman" panose="02020603050405020304" pitchFamily="18" charset="0"/>
                <a:sym typeface="Times New Roman"/>
              </a:rPr>
              <a:t>Factors determining Fixed Capital;</a:t>
            </a:r>
          </a:p>
          <a:p>
            <a:pPr marL="685800" lvl="1" indent="-283464" algn="l" rtl="0">
              <a:spcBef>
                <a:spcPts val="1000"/>
              </a:spcBef>
              <a:spcAft>
                <a:spcPts val="0"/>
              </a:spcAft>
              <a:buSzPct val="80000"/>
              <a:buChar char="►"/>
            </a:pPr>
            <a:r>
              <a:rPr lang="en-US" sz="1500" dirty="0">
                <a:latin typeface="Times New Roman" panose="02020603050405020304" pitchFamily="18" charset="0"/>
                <a:ea typeface="Times New Roman"/>
                <a:cs typeface="Times New Roman" panose="02020603050405020304" pitchFamily="18" charset="0"/>
                <a:sym typeface="Times New Roman"/>
              </a:rPr>
              <a:t>Nature of business</a:t>
            </a:r>
            <a:endParaRPr lang="en-US" sz="1500" dirty="0">
              <a:latin typeface="Times New Roman" panose="02020603050405020304" pitchFamily="18" charset="0"/>
              <a:cs typeface="Times New Roman" panose="02020603050405020304" pitchFamily="18" charset="0"/>
            </a:endParaRPr>
          </a:p>
          <a:p>
            <a:pPr marL="685800" lvl="1" indent="-283464" algn="l" rtl="0">
              <a:spcBef>
                <a:spcPts val="1000"/>
              </a:spcBef>
              <a:spcAft>
                <a:spcPts val="0"/>
              </a:spcAft>
              <a:buSzPct val="80000"/>
              <a:buChar char="►"/>
            </a:pPr>
            <a:r>
              <a:rPr lang="en-US" sz="1500" dirty="0">
                <a:latin typeface="Times New Roman" panose="02020603050405020304" pitchFamily="18" charset="0"/>
                <a:ea typeface="Times New Roman"/>
                <a:cs typeface="Times New Roman" panose="02020603050405020304" pitchFamily="18" charset="0"/>
                <a:sym typeface="Times New Roman"/>
              </a:rPr>
              <a:t>Size of business or Scale of operations </a:t>
            </a:r>
            <a:endParaRPr lang="en-US" sz="1500" dirty="0">
              <a:latin typeface="Times New Roman" panose="02020603050405020304" pitchFamily="18" charset="0"/>
              <a:cs typeface="Times New Roman" panose="02020603050405020304" pitchFamily="18" charset="0"/>
            </a:endParaRPr>
          </a:p>
          <a:p>
            <a:pPr marL="685800" lvl="1" indent="-283464" algn="l" rtl="0">
              <a:spcBef>
                <a:spcPts val="1000"/>
              </a:spcBef>
              <a:spcAft>
                <a:spcPts val="0"/>
              </a:spcAft>
              <a:buSzPct val="80000"/>
              <a:buChar char="►"/>
            </a:pPr>
            <a:r>
              <a:rPr lang="en-US" sz="1500" dirty="0">
                <a:latin typeface="Times New Roman" panose="02020603050405020304" pitchFamily="18" charset="0"/>
                <a:ea typeface="Times New Roman"/>
                <a:cs typeface="Times New Roman" panose="02020603050405020304" pitchFamily="18" charset="0"/>
                <a:sym typeface="Times New Roman"/>
              </a:rPr>
              <a:t>Technique of Production</a:t>
            </a:r>
          </a:p>
          <a:p>
            <a:pPr marL="685800" lvl="1" indent="-283464" algn="l" rtl="0">
              <a:spcBef>
                <a:spcPts val="1000"/>
              </a:spcBef>
              <a:spcAft>
                <a:spcPts val="0"/>
              </a:spcAft>
              <a:buSzPct val="80000"/>
              <a:buChar char="►"/>
            </a:pP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Technology Up-gradation</a:t>
            </a:r>
          </a:p>
          <a:p>
            <a:pPr marL="685800" lvl="1" indent="-283464">
              <a:buSzPct val="80000"/>
            </a:pPr>
            <a:r>
              <a:rPr lang="en-US" sz="1300" kern="100" dirty="0">
                <a:effectLst/>
                <a:latin typeface="Times New Roman" panose="02020603050405020304" pitchFamily="18" charset="0"/>
                <a:ea typeface="Calibri" panose="020F0502020204030204" pitchFamily="34" charset="0"/>
                <a:cs typeface="Times New Roman" panose="02020603050405020304" pitchFamily="18" charset="0"/>
              </a:rPr>
              <a:t>Growth Prospects</a:t>
            </a:r>
          </a:p>
          <a:p>
            <a:pPr marL="685800" lvl="1" indent="-283464" algn="l" rtl="0">
              <a:spcBef>
                <a:spcPts val="1000"/>
              </a:spcBef>
              <a:spcAft>
                <a:spcPts val="0"/>
              </a:spcAft>
              <a:buSzPct val="80000"/>
              <a:buChar char="►"/>
            </a:pPr>
            <a:r>
              <a:rPr lang="en-US" sz="1500" dirty="0">
                <a:latin typeface="Times New Roman" panose="02020603050405020304" pitchFamily="18" charset="0"/>
                <a:ea typeface="Times New Roman"/>
                <a:cs typeface="Times New Roman" panose="02020603050405020304" pitchFamily="18" charset="0"/>
                <a:sym typeface="Times New Roman"/>
              </a:rPr>
              <a:t>Diversity of production line</a:t>
            </a:r>
            <a:endParaRPr lang="en-US" sz="1500" dirty="0">
              <a:latin typeface="Times New Roman" panose="02020603050405020304" pitchFamily="18" charset="0"/>
              <a:cs typeface="Times New Roman" panose="02020603050405020304" pitchFamily="18" charset="0"/>
            </a:endParaRPr>
          </a:p>
          <a:p>
            <a:pPr marL="685800" lvl="1" indent="-283464" algn="l" rtl="0">
              <a:spcBef>
                <a:spcPts val="1000"/>
              </a:spcBef>
              <a:spcAft>
                <a:spcPts val="0"/>
              </a:spcAft>
              <a:buSzPct val="80000"/>
              <a:buChar char="►"/>
            </a:pPr>
            <a:r>
              <a:rPr lang="en-US" sz="1500" dirty="0">
                <a:latin typeface="Times New Roman" panose="02020603050405020304" pitchFamily="18" charset="0"/>
                <a:ea typeface="Times New Roman"/>
                <a:cs typeface="Times New Roman" panose="02020603050405020304" pitchFamily="18" charset="0"/>
                <a:sym typeface="Times New Roman"/>
              </a:rPr>
              <a:t>Methods of production</a:t>
            </a:r>
            <a:endParaRPr lang="en-US" sz="1500" dirty="0">
              <a:latin typeface="Times New Roman" panose="02020603050405020304" pitchFamily="18" charset="0"/>
              <a:cs typeface="Times New Roman" panose="02020603050405020304" pitchFamily="18" charset="0"/>
            </a:endParaRPr>
          </a:p>
          <a:p>
            <a:pPr marL="685800" lvl="1" indent="-283464" algn="l" rtl="0">
              <a:spcBef>
                <a:spcPts val="1000"/>
              </a:spcBef>
              <a:spcAft>
                <a:spcPts val="0"/>
              </a:spcAft>
              <a:buSzPct val="80000"/>
              <a:buChar char="►"/>
            </a:pPr>
            <a:r>
              <a:rPr lang="en-US" sz="1500" dirty="0">
                <a:latin typeface="Times New Roman" panose="02020603050405020304" pitchFamily="18" charset="0"/>
                <a:ea typeface="Times New Roman"/>
                <a:cs typeface="Times New Roman" panose="02020603050405020304" pitchFamily="18" charset="0"/>
                <a:sym typeface="Times New Roman"/>
              </a:rPr>
              <a:t>Methods of acquisition of fixed assets or </a:t>
            </a:r>
            <a:r>
              <a:rPr lang="en-US" sz="1300" dirty="0">
                <a:effectLst/>
                <a:latin typeface="Times New Roman" panose="02020603050405020304" pitchFamily="18" charset="0"/>
                <a:ea typeface="Calibri" panose="020F0502020204030204" pitchFamily="34" charset="0"/>
                <a:cs typeface="Times New Roman" panose="02020603050405020304" pitchFamily="18" charset="0"/>
              </a:rPr>
              <a:t>Availability of Finance and Leasing Facility</a:t>
            </a:r>
          </a:p>
          <a:p>
            <a:pPr marL="685800" lvl="1" indent="-283464" algn="l" rtl="0">
              <a:spcBef>
                <a:spcPts val="1000"/>
              </a:spcBef>
              <a:spcAft>
                <a:spcPts val="0"/>
              </a:spcAft>
              <a:buSzPct val="80000"/>
              <a:buChar char="►"/>
            </a:pPr>
            <a:r>
              <a:rPr lang="en-US" sz="1300" dirty="0">
                <a:effectLst/>
                <a:latin typeface="Times New Roman" panose="02020603050405020304" pitchFamily="18" charset="0"/>
                <a:ea typeface="Calibri" panose="020F0502020204030204" pitchFamily="34" charset="0"/>
                <a:cs typeface="Times New Roman" panose="02020603050405020304" pitchFamily="18" charset="0"/>
              </a:rPr>
              <a:t>Level of Collaboration/Joint Ventures</a:t>
            </a:r>
            <a:endParaRPr lang="en-US" sz="1500" dirty="0">
              <a:latin typeface="Times New Roman" panose="02020603050405020304" pitchFamily="18" charset="0"/>
              <a:cs typeface="Times New Roman" panose="02020603050405020304" pitchFamily="18" charset="0"/>
            </a:endParaRPr>
          </a:p>
          <a:p>
            <a:pPr marL="342900" lvl="0" indent="-342900" algn="just" rtl="0">
              <a:lnSpc>
                <a:spcPct val="170000"/>
              </a:lnSpc>
              <a:spcBef>
                <a:spcPts val="1000"/>
              </a:spcBef>
              <a:spcAft>
                <a:spcPts val="0"/>
              </a:spcAft>
              <a:buSzPct val="80000"/>
              <a:buChar char="►"/>
            </a:pPr>
            <a:endParaRPr sz="1600" dirty="0">
              <a:latin typeface="Times New Roman" panose="02020603050405020304" pitchFamily="18" charset="0"/>
              <a:cs typeface="Times New Roman" panose="02020603050405020304" pitchFamily="18" charset="0"/>
            </a:endParaRPr>
          </a:p>
        </p:txBody>
      </p:sp>
      <p:sp>
        <p:nvSpPr>
          <p:cNvPr id="322" name="Google Shape;322;p9"/>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C18D4-22AE-9B08-E0A6-E5DC03E0D564}"/>
              </a:ext>
            </a:extLst>
          </p:cNvPr>
          <p:cNvSpPr>
            <a:spLocks noGrp="1"/>
          </p:cNvSpPr>
          <p:nvPr>
            <p:ph type="title"/>
          </p:nvPr>
        </p:nvSpPr>
        <p:spPr/>
        <p:txBody>
          <a:bodyPr/>
          <a:lstStyle/>
          <a:p>
            <a:r>
              <a:rPr lang="en-US" sz="3200" dirty="0">
                <a:solidFill>
                  <a:schemeClr val="lt1"/>
                </a:solidFill>
                <a:latin typeface="Times New Roman"/>
                <a:ea typeface="Times New Roman"/>
                <a:cs typeface="Times New Roman"/>
                <a:sym typeface="Times New Roman"/>
              </a:rPr>
              <a:t>Factors determining fixed capital</a:t>
            </a:r>
            <a:br>
              <a:rPr lang="en-US" dirty="0"/>
            </a:br>
            <a:endParaRPr lang="en-IN" dirty="0"/>
          </a:p>
        </p:txBody>
      </p:sp>
      <p:sp>
        <p:nvSpPr>
          <p:cNvPr id="3" name="Text Placeholder 2">
            <a:extLst>
              <a:ext uri="{FF2B5EF4-FFF2-40B4-BE49-F238E27FC236}">
                <a16:creationId xmlns:a16="http://schemas.microsoft.com/office/drawing/2014/main" id="{95565767-B567-DE35-7339-F8458E7F9814}"/>
              </a:ext>
            </a:extLst>
          </p:cNvPr>
          <p:cNvSpPr>
            <a:spLocks noGrp="1"/>
          </p:cNvSpPr>
          <p:nvPr>
            <p:ph type="body" idx="1"/>
          </p:nvPr>
        </p:nvSpPr>
        <p:spPr>
          <a:xfrm>
            <a:off x="37800" y="1043609"/>
            <a:ext cx="9045000" cy="5575851"/>
          </a:xfrm>
        </p:spPr>
        <p:txBody>
          <a:bodyPr>
            <a:normAutofit fontScale="77500" lnSpcReduction="20000"/>
          </a:bodyPr>
          <a:lstStyle/>
          <a:p>
            <a:endParaRPr lang="en-US" sz="1800" dirty="0">
              <a:solidFill>
                <a:schemeClr val="lt1"/>
              </a:solidFill>
              <a:latin typeface="Times New Roman"/>
              <a:ea typeface="Times New Roman"/>
              <a:cs typeface="Times New Roman"/>
              <a:sym typeface="Times New Roman"/>
            </a:endParaRPr>
          </a:p>
          <a:p>
            <a:endParaRPr lang="en-US" dirty="0">
              <a:solidFill>
                <a:schemeClr val="lt1"/>
              </a:solidFill>
              <a:latin typeface="Times New Roman"/>
              <a:ea typeface="Times New Roman"/>
              <a:cs typeface="Times New Roman"/>
              <a:sym typeface="Times New Roman"/>
            </a:endParaRPr>
          </a:p>
          <a:p>
            <a:endParaRPr lang="en-US" sz="1800" dirty="0">
              <a:solidFill>
                <a:schemeClr val="lt1"/>
              </a:solidFill>
              <a:latin typeface="Times New Roman"/>
              <a:ea typeface="Times New Roman"/>
              <a:cs typeface="Times New Roman"/>
              <a:sym typeface="Times New Roman"/>
            </a:endParaRPr>
          </a:p>
          <a:p>
            <a:pPr marL="137160" indent="0">
              <a:lnSpc>
                <a:spcPct val="160000"/>
              </a:lnSpc>
              <a:spcAft>
                <a:spcPts val="800"/>
              </a:spcAft>
              <a:buNone/>
            </a:pPr>
            <a:r>
              <a:rPr lang="en-IN" sz="1800"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1</a:t>
            </a:r>
            <a:r>
              <a:rPr lang="en-IN" sz="1800" b="1"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Nature of Business: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The type of business Co. is involved in is the first factor which helps in deciding the requirement of fixed capital. A manufacturing company needs more fixed capital as compared to a trading company, as trading company does not need plant, machinery, etc.</a:t>
            </a:r>
          </a:p>
          <a:p>
            <a:pPr marL="137160" indent="0">
              <a:lnSpc>
                <a:spcPct val="160000"/>
              </a:lnSpc>
              <a:spcAft>
                <a:spcPts val="800"/>
              </a:spcAft>
              <a:buNone/>
            </a:pPr>
            <a:r>
              <a:rPr lang="en-IN" sz="1800" b="1"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2. Scale of Operation: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The companies which are operating at large scale require more fixed capital as they need more machineries and other assets whereas small scale enterprises need less amount of fixed capital.</a:t>
            </a:r>
          </a:p>
          <a:p>
            <a:pPr marL="137160" indent="0">
              <a:lnSpc>
                <a:spcPct val="160000"/>
              </a:lnSpc>
              <a:spcAft>
                <a:spcPts val="800"/>
              </a:spcAft>
              <a:buNone/>
            </a:pPr>
            <a:r>
              <a:rPr lang="en-IN" sz="1800" b="1"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3. Technique of Production: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Companies using capital-intensive techniques require more fixed capital whereas companies using labour-intensive techniques require less capital because capital-intensive techniques make use of plant and machinery and company needs more fixed capital to buy plants and machinery.</a:t>
            </a:r>
          </a:p>
          <a:p>
            <a:pPr marL="137160" indent="0">
              <a:lnSpc>
                <a:spcPct val="150000"/>
              </a:lnSpc>
              <a:spcAft>
                <a:spcPts val="800"/>
              </a:spcAft>
              <a:buNone/>
            </a:pPr>
            <a:r>
              <a:rPr lang="en-IN" sz="1800" b="1"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4. Technology Up-gradation: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Industries in which technology up-gradation is fast need more amount of fixed capital as when new technology is invented old machines become obsolete and they need to buy new plants and machinery whereas companies where technological up-gradation is slow they require less fixed capital as they can manage with old machines.</a:t>
            </a:r>
          </a:p>
          <a:p>
            <a:pPr>
              <a:lnSpc>
                <a:spcPct val="160000"/>
              </a:lnSpc>
              <a:spcAft>
                <a:spcPts val="800"/>
              </a:spcAft>
            </a:pP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37160" indent="0">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568617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C18D4-22AE-9B08-E0A6-E5DC03E0D564}"/>
              </a:ext>
            </a:extLst>
          </p:cNvPr>
          <p:cNvSpPr>
            <a:spLocks noGrp="1"/>
          </p:cNvSpPr>
          <p:nvPr>
            <p:ph type="title"/>
          </p:nvPr>
        </p:nvSpPr>
        <p:spPr/>
        <p:txBody>
          <a:bodyPr/>
          <a:lstStyle/>
          <a:p>
            <a:r>
              <a:rPr lang="en-US" sz="3200" dirty="0">
                <a:solidFill>
                  <a:schemeClr val="lt1"/>
                </a:solidFill>
                <a:latin typeface="Times New Roman"/>
                <a:ea typeface="Times New Roman"/>
                <a:cs typeface="Times New Roman"/>
                <a:sym typeface="Times New Roman"/>
              </a:rPr>
              <a:t>Factors determining fixed capital</a:t>
            </a:r>
            <a:br>
              <a:rPr lang="en-US" dirty="0"/>
            </a:br>
            <a:endParaRPr lang="en-IN" dirty="0"/>
          </a:p>
        </p:txBody>
      </p:sp>
      <p:sp>
        <p:nvSpPr>
          <p:cNvPr id="3" name="Text Placeholder 2">
            <a:extLst>
              <a:ext uri="{FF2B5EF4-FFF2-40B4-BE49-F238E27FC236}">
                <a16:creationId xmlns:a16="http://schemas.microsoft.com/office/drawing/2014/main" id="{95565767-B567-DE35-7339-F8458E7F9814}"/>
              </a:ext>
            </a:extLst>
          </p:cNvPr>
          <p:cNvSpPr>
            <a:spLocks noGrp="1"/>
          </p:cNvSpPr>
          <p:nvPr>
            <p:ph type="body" idx="1"/>
          </p:nvPr>
        </p:nvSpPr>
        <p:spPr>
          <a:xfrm>
            <a:off x="37800" y="1043609"/>
            <a:ext cx="9045000" cy="5575851"/>
          </a:xfrm>
        </p:spPr>
        <p:txBody>
          <a:bodyPr>
            <a:normAutofit fontScale="77500" lnSpcReduction="20000"/>
          </a:bodyPr>
          <a:lstStyle/>
          <a:p>
            <a:endParaRPr lang="en-US" sz="1800" dirty="0">
              <a:solidFill>
                <a:schemeClr val="lt1"/>
              </a:solidFill>
              <a:latin typeface="Times New Roman"/>
              <a:ea typeface="Times New Roman"/>
              <a:cs typeface="Times New Roman"/>
              <a:sym typeface="Times New Roman"/>
            </a:endParaRPr>
          </a:p>
          <a:p>
            <a:endParaRPr lang="en-US" dirty="0">
              <a:solidFill>
                <a:schemeClr val="lt1"/>
              </a:solidFill>
              <a:latin typeface="Times New Roman"/>
              <a:ea typeface="Times New Roman"/>
              <a:cs typeface="Times New Roman"/>
              <a:sym typeface="Times New Roman"/>
            </a:endParaRPr>
          </a:p>
          <a:p>
            <a:endParaRPr lang="en-US" sz="1800" dirty="0">
              <a:solidFill>
                <a:schemeClr val="lt1"/>
              </a:solidFill>
              <a:latin typeface="Times New Roman"/>
              <a:ea typeface="Times New Roman"/>
              <a:cs typeface="Times New Roman"/>
              <a:sym typeface="Times New Roman"/>
            </a:endParaRPr>
          </a:p>
          <a:p>
            <a:pPr marL="137160" indent="0">
              <a:lnSpc>
                <a:spcPct val="150000"/>
              </a:lnSpc>
              <a:spcAft>
                <a:spcPts val="800"/>
              </a:spcAft>
              <a:buNone/>
            </a:pPr>
            <a:r>
              <a:rPr lang="en-IN" sz="1800" b="1"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5. Growth Prospects: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Companies which are expanding and have higher growth plan require more fixed capital as to expand they need to expand their production capacity and to expand production capacity companies need more plant and machinery so more fixed capital.</a:t>
            </a:r>
          </a:p>
          <a:p>
            <a:pPr marL="137160" indent="0">
              <a:lnSpc>
                <a:spcPct val="150000"/>
              </a:lnSpc>
              <a:spcAft>
                <a:spcPts val="800"/>
              </a:spcAft>
              <a:buNone/>
            </a:pPr>
            <a:r>
              <a:rPr lang="en-IN" sz="1800" b="1"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6. Diversification: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Companies which have plans to diversify their activities by including more range of products require more fixed capital as to produce more products they require more plants and machineries which means more fixed capital.</a:t>
            </a:r>
          </a:p>
          <a:p>
            <a:pPr marL="137160" indent="0">
              <a:lnSpc>
                <a:spcPct val="150000"/>
              </a:lnSpc>
              <a:spcAft>
                <a:spcPts val="800"/>
              </a:spcAft>
              <a:buNone/>
            </a:pPr>
            <a:r>
              <a:rPr lang="en-IN" sz="1800" b="1"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7. Availability of Finance and Leasing Facility: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If companies can arrange financial and leasing facilities easily then they require less fixed capital as they can acquire assets on easy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installments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instead of paying huge amount at one time. On the other hand if easy loan and leasing facilities are not available then more fixed capital is needed as companies will have to buy plant and machinery by paying huge amount together.</a:t>
            </a:r>
          </a:p>
          <a:p>
            <a:pPr marL="137160" indent="0">
              <a:lnSpc>
                <a:spcPct val="150000"/>
              </a:lnSpc>
              <a:spcAft>
                <a:spcPts val="800"/>
              </a:spcAft>
              <a:buNone/>
            </a:pPr>
            <a:r>
              <a:rPr lang="en-IN" sz="1800" b="1"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8. Level of Collaboration/Joint Ventures: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If companies are preferring collaborations, joint venture then companies will need less fixed capital as they can share plant and machinery with their collaborators but if company prefers to operate as independent unit then there is more requirement of fixed capital.</a:t>
            </a:r>
          </a:p>
          <a:p>
            <a:pPr marL="357188" indent="0">
              <a:lnSpc>
                <a:spcPct val="150000"/>
              </a:lnSpc>
              <a:spcAft>
                <a:spcPts val="800"/>
              </a:spcAft>
              <a:buNone/>
            </a:pP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37160" indent="0">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421898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97D8787-310D-9627-246F-E0E2D50B3246}"/>
              </a:ext>
            </a:extLst>
          </p:cNvPr>
          <p:cNvSpPr>
            <a:spLocks noGrp="1"/>
          </p:cNvSpPr>
          <p:nvPr>
            <p:ph type="body" idx="2"/>
          </p:nvPr>
        </p:nvSpPr>
        <p:spPr/>
        <p:txBody>
          <a:bodyPr/>
          <a:lstStyle/>
          <a:p>
            <a:endParaRPr lang="en-IN"/>
          </a:p>
        </p:txBody>
      </p:sp>
      <p:pic>
        <p:nvPicPr>
          <p:cNvPr id="5" name="Picture 4">
            <a:extLst>
              <a:ext uri="{FF2B5EF4-FFF2-40B4-BE49-F238E27FC236}">
                <a16:creationId xmlns:a16="http://schemas.microsoft.com/office/drawing/2014/main" id="{603FD143-7B93-CB50-8192-A5CEE4AB7813}"/>
              </a:ext>
            </a:extLst>
          </p:cNvPr>
          <p:cNvPicPr>
            <a:picLocks noChangeAspect="1"/>
          </p:cNvPicPr>
          <p:nvPr/>
        </p:nvPicPr>
        <p:blipFill>
          <a:blip r:embed="rId2"/>
          <a:stretch>
            <a:fillRect/>
          </a:stretch>
        </p:blipFill>
        <p:spPr>
          <a:xfrm>
            <a:off x="37800" y="0"/>
            <a:ext cx="9106200" cy="6857999"/>
          </a:xfrm>
          <a:prstGeom prst="rect">
            <a:avLst/>
          </a:prstGeom>
        </p:spPr>
      </p:pic>
    </p:spTree>
    <p:extLst>
      <p:ext uri="{BB962C8B-B14F-4D97-AF65-F5344CB8AC3E}">
        <p14:creationId xmlns:p14="http://schemas.microsoft.com/office/powerpoint/2010/main" val="2592922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20"/>
          <p:cNvSpPr txBox="1">
            <a:spLocks noGrp="1"/>
          </p:cNvSpPr>
          <p:nvPr>
            <p:ph type="body" idx="1"/>
          </p:nvPr>
        </p:nvSpPr>
        <p:spPr>
          <a:xfrm>
            <a:off x="0" y="2057400"/>
            <a:ext cx="9143999" cy="4800600"/>
          </a:xfrm>
          <a:prstGeom prst="rect">
            <a:avLst/>
          </a:prstGeom>
          <a:noFill/>
          <a:ln>
            <a:noFill/>
          </a:ln>
        </p:spPr>
        <p:txBody>
          <a:bodyPr spcFirstLastPara="1" wrap="square" lIns="91425" tIns="45700" rIns="91425" bIns="45700" anchor="t" anchorCtr="0">
            <a:normAutofit fontScale="25000" lnSpcReduction="20000"/>
          </a:bodyPr>
          <a:lstStyle/>
          <a:p>
            <a:pPr marL="0" lvl="0" indent="0" algn="l" rtl="0">
              <a:spcBef>
                <a:spcPts val="0"/>
              </a:spcBef>
              <a:spcAft>
                <a:spcPts val="0"/>
              </a:spcAft>
              <a:buSzPct val="80000"/>
              <a:buNone/>
            </a:pPr>
            <a:r>
              <a:rPr lang="en-US" sz="3300" b="1" i="0" dirty="0">
                <a:solidFill>
                  <a:srgbClr val="000000"/>
                </a:solidFill>
                <a:latin typeface="Times New Roman" panose="02020603050405020304" pitchFamily="18" charset="0"/>
                <a:ea typeface="Arial"/>
                <a:cs typeface="Times New Roman" panose="02020603050405020304" pitchFamily="18" charset="0"/>
                <a:sym typeface="Arial"/>
              </a:rPr>
              <a:t>Source 1.</a:t>
            </a:r>
            <a:r>
              <a:rPr lang="en-US" sz="7300" b="1" i="0" dirty="0">
                <a:solidFill>
                  <a:srgbClr val="000000"/>
                </a:solidFill>
                <a:latin typeface="Times New Roman" panose="02020603050405020304" pitchFamily="18" charset="0"/>
                <a:ea typeface="Times New Roman"/>
                <a:cs typeface="Times New Roman" panose="02020603050405020304" pitchFamily="18" charset="0"/>
                <a:sym typeface="Times New Roman"/>
              </a:rPr>
              <a:t> Issue of shares</a:t>
            </a:r>
            <a:endParaRPr dirty="0">
              <a:latin typeface="Times New Roman" panose="02020603050405020304" pitchFamily="18" charset="0"/>
              <a:cs typeface="Times New Roman" panose="02020603050405020304" pitchFamily="18" charset="0"/>
            </a:endParaRPr>
          </a:p>
          <a:p>
            <a:pPr marL="0" lvl="0" indent="0" algn="just" rtl="0">
              <a:spcBef>
                <a:spcPts val="1000"/>
              </a:spcBef>
              <a:spcAft>
                <a:spcPts val="0"/>
              </a:spcAft>
              <a:buSzPct val="80000"/>
              <a:buNone/>
            </a:pPr>
            <a:r>
              <a:rPr lang="en-US" sz="5000" b="1" i="0" dirty="0">
                <a:solidFill>
                  <a:srgbClr val="41484D"/>
                </a:solidFill>
                <a:latin typeface="Times New Roman" panose="02020603050405020304" pitchFamily="18" charset="0"/>
                <a:ea typeface="Arial"/>
                <a:cs typeface="Times New Roman" panose="02020603050405020304" pitchFamily="18" charset="0"/>
                <a:sym typeface="Arial"/>
              </a:rPr>
              <a:t>(</a:t>
            </a:r>
            <a:r>
              <a:rPr lang="en-US" sz="5600" b="1" i="0" dirty="0" err="1">
                <a:solidFill>
                  <a:srgbClr val="41484D"/>
                </a:solidFill>
                <a:latin typeface="Times New Roman" panose="02020603050405020304" pitchFamily="18" charset="0"/>
                <a:ea typeface="Arial"/>
                <a:cs typeface="Times New Roman" panose="02020603050405020304" pitchFamily="18" charset="0"/>
                <a:sym typeface="Arial"/>
              </a:rPr>
              <a:t>i</a:t>
            </a:r>
            <a:r>
              <a:rPr lang="en-US" sz="5600" b="1" i="0" dirty="0">
                <a:solidFill>
                  <a:srgbClr val="41484D"/>
                </a:solidFill>
                <a:latin typeface="Times New Roman" panose="02020603050405020304" pitchFamily="18" charset="0"/>
                <a:ea typeface="Arial"/>
                <a:cs typeface="Times New Roman" panose="02020603050405020304" pitchFamily="18" charset="0"/>
                <a:sym typeface="Arial"/>
              </a:rPr>
              <a:t>) Equity share:</a:t>
            </a:r>
            <a:endParaRPr sz="2400" dirty="0">
              <a:latin typeface="Times New Roman" panose="02020603050405020304" pitchFamily="18" charset="0"/>
              <a:cs typeface="Times New Roman" panose="02020603050405020304" pitchFamily="18" charset="0"/>
            </a:endParaRPr>
          </a:p>
          <a:p>
            <a:pPr marL="685800" lvl="1" indent="-283464" algn="just" rtl="0">
              <a:spcBef>
                <a:spcPts val="1000"/>
              </a:spcBef>
              <a:spcAft>
                <a:spcPts val="0"/>
              </a:spcAft>
              <a:buSzPct val="80000"/>
              <a:buFont typeface="Century Gothic"/>
              <a:buAutoNum type="arabicPeriod"/>
            </a:pPr>
            <a:r>
              <a:rPr lang="en-US" sz="5600" b="0" i="0" dirty="0">
                <a:solidFill>
                  <a:srgbClr val="41484D"/>
                </a:solidFill>
                <a:latin typeface="Times New Roman" panose="02020603050405020304" pitchFamily="18" charset="0"/>
                <a:ea typeface="Arial"/>
                <a:cs typeface="Times New Roman" panose="02020603050405020304" pitchFamily="18" charset="0"/>
                <a:sym typeface="Arial"/>
              </a:rPr>
              <a:t>Equity share carries ownership rights of the company, and it doesn't carry a fixed rate of dividend.</a:t>
            </a:r>
            <a:endParaRPr sz="2000" dirty="0">
              <a:latin typeface="Times New Roman" panose="02020603050405020304" pitchFamily="18" charset="0"/>
              <a:cs typeface="Times New Roman" panose="02020603050405020304" pitchFamily="18" charset="0"/>
            </a:endParaRPr>
          </a:p>
          <a:p>
            <a:pPr marL="685800" lvl="1" indent="-283464" algn="just" rtl="0">
              <a:spcBef>
                <a:spcPts val="1000"/>
              </a:spcBef>
              <a:spcAft>
                <a:spcPts val="0"/>
              </a:spcAft>
              <a:buSzPct val="80000"/>
              <a:buFont typeface="Century Gothic"/>
              <a:buAutoNum type="arabicPeriod"/>
            </a:pPr>
            <a:r>
              <a:rPr lang="en-US" sz="5600" b="0" i="0" dirty="0">
                <a:solidFill>
                  <a:srgbClr val="41484D"/>
                </a:solidFill>
                <a:latin typeface="Times New Roman" panose="02020603050405020304" pitchFamily="18" charset="0"/>
                <a:ea typeface="Arial"/>
                <a:cs typeface="Times New Roman" panose="02020603050405020304" pitchFamily="18" charset="0"/>
                <a:sym typeface="Arial"/>
              </a:rPr>
              <a:t>Equity shares are more popular than preference shares. The face value of an equity share is decided by the company.</a:t>
            </a:r>
            <a:r>
              <a:rPr lang="en-US" sz="2000" dirty="0">
                <a:latin typeface="Times New Roman" panose="02020603050405020304" pitchFamily="18" charset="0"/>
                <a:ea typeface="Arial"/>
                <a:cs typeface="Times New Roman" panose="02020603050405020304" pitchFamily="18" charset="0"/>
              </a:rPr>
              <a:t> </a:t>
            </a:r>
            <a:r>
              <a:rPr lang="en-US" sz="5600" b="0" i="0" dirty="0">
                <a:solidFill>
                  <a:srgbClr val="41484D"/>
                </a:solidFill>
                <a:latin typeface="Times New Roman" panose="02020603050405020304" pitchFamily="18" charset="0"/>
                <a:ea typeface="Arial"/>
                <a:cs typeface="Times New Roman" panose="02020603050405020304" pitchFamily="18" charset="0"/>
                <a:sym typeface="Arial"/>
              </a:rPr>
              <a:t>This share is also called ordinary share. This is because shareholders are the real owners of the company.</a:t>
            </a:r>
            <a:endParaRPr sz="2000" dirty="0">
              <a:latin typeface="Times New Roman" panose="02020603050405020304" pitchFamily="18" charset="0"/>
              <a:cs typeface="Times New Roman" panose="02020603050405020304" pitchFamily="18" charset="0"/>
            </a:endParaRPr>
          </a:p>
          <a:p>
            <a:pPr marL="685800" lvl="1" indent="-283464" algn="just" rtl="0">
              <a:spcBef>
                <a:spcPts val="1000"/>
              </a:spcBef>
              <a:spcAft>
                <a:spcPts val="0"/>
              </a:spcAft>
              <a:buSzPct val="80000"/>
              <a:buFont typeface="Century Gothic"/>
              <a:buAutoNum type="arabicPeriod"/>
            </a:pPr>
            <a:r>
              <a:rPr lang="en-US" sz="5600" b="0" i="0" dirty="0">
                <a:solidFill>
                  <a:srgbClr val="41484D"/>
                </a:solidFill>
                <a:latin typeface="Times New Roman" panose="02020603050405020304" pitchFamily="18" charset="0"/>
                <a:ea typeface="Arial"/>
                <a:cs typeface="Times New Roman" panose="02020603050405020304" pitchFamily="18" charset="0"/>
                <a:sym typeface="Arial"/>
              </a:rPr>
              <a:t>The share capital is also called risky capital. This is so because there is no guarantee for getting a dividend. Similarly, if the company winds up or shut down, there is no guarantee for getting repayment of </a:t>
            </a:r>
            <a:r>
              <a:rPr lang="en-US" sz="5600" b="0" i="0" u="none" strike="noStrike" dirty="0">
                <a:solidFill>
                  <a:schemeClr val="dk1"/>
                </a:solidFill>
                <a:latin typeface="Times New Roman" panose="02020603050405020304" pitchFamily="18" charset="0"/>
                <a:ea typeface="Arial"/>
                <a:cs typeface="Times New Roman" panose="02020603050405020304" pitchFamily="18" charset="0"/>
                <a:sym typeface="Arial"/>
              </a:rPr>
              <a:t>capital</a:t>
            </a:r>
            <a:r>
              <a:rPr lang="en-US" sz="5600" b="0" i="0" dirty="0">
                <a:solidFill>
                  <a:schemeClr val="dk1"/>
                </a:solidFill>
                <a:latin typeface="Times New Roman" panose="02020603050405020304" pitchFamily="18" charset="0"/>
                <a:ea typeface="Arial"/>
                <a:cs typeface="Times New Roman" panose="02020603050405020304" pitchFamily="18" charset="0"/>
                <a:sym typeface="Arial"/>
              </a:rPr>
              <a:t>.</a:t>
            </a:r>
            <a:endParaRPr sz="2000" dirty="0">
              <a:latin typeface="Times New Roman" panose="02020603050405020304" pitchFamily="18" charset="0"/>
              <a:cs typeface="Times New Roman" panose="02020603050405020304" pitchFamily="18" charset="0"/>
            </a:endParaRPr>
          </a:p>
          <a:p>
            <a:pPr marL="0" lvl="0" indent="0" algn="just" rtl="0">
              <a:spcBef>
                <a:spcPts val="1000"/>
              </a:spcBef>
              <a:spcAft>
                <a:spcPts val="0"/>
              </a:spcAft>
              <a:buSzPct val="80000"/>
              <a:buNone/>
            </a:pPr>
            <a:r>
              <a:rPr lang="en-US" sz="5600" b="1" i="0" dirty="0">
                <a:solidFill>
                  <a:srgbClr val="41484D"/>
                </a:solidFill>
                <a:latin typeface="Times New Roman" panose="02020603050405020304" pitchFamily="18" charset="0"/>
                <a:ea typeface="Arial"/>
                <a:cs typeface="Times New Roman" panose="02020603050405020304" pitchFamily="18" charset="0"/>
                <a:sym typeface="Arial"/>
              </a:rPr>
              <a:t>(ii) Preference share:</a:t>
            </a:r>
            <a:endParaRPr sz="2400" dirty="0">
              <a:latin typeface="Times New Roman" panose="02020603050405020304" pitchFamily="18" charset="0"/>
              <a:cs typeface="Times New Roman" panose="02020603050405020304" pitchFamily="18" charset="0"/>
            </a:endParaRPr>
          </a:p>
          <a:p>
            <a:pPr marL="685800" lvl="1" indent="-283464" algn="just" rtl="0">
              <a:spcBef>
                <a:spcPts val="1000"/>
              </a:spcBef>
              <a:spcAft>
                <a:spcPts val="0"/>
              </a:spcAft>
              <a:buSzPct val="80000"/>
              <a:buChar char="►"/>
            </a:pPr>
            <a:r>
              <a:rPr lang="en-US" sz="5600" b="0" i="0" dirty="0">
                <a:solidFill>
                  <a:srgbClr val="41484D"/>
                </a:solidFill>
                <a:latin typeface="Times New Roman" panose="02020603050405020304" pitchFamily="18" charset="0"/>
                <a:ea typeface="Arial"/>
                <a:cs typeface="Times New Roman" panose="02020603050405020304" pitchFamily="18" charset="0"/>
                <a:sym typeface="Arial"/>
              </a:rPr>
              <a:t>A preference share carries ownership rights of the company, and it carries a fixed rate of dividend.</a:t>
            </a:r>
            <a:endParaRPr sz="2000" dirty="0">
              <a:latin typeface="Times New Roman" panose="02020603050405020304" pitchFamily="18" charset="0"/>
              <a:cs typeface="Times New Roman" panose="02020603050405020304" pitchFamily="18" charset="0"/>
            </a:endParaRPr>
          </a:p>
          <a:p>
            <a:pPr marL="685800" lvl="1" indent="-283464" algn="just" rtl="0">
              <a:spcBef>
                <a:spcPts val="1000"/>
              </a:spcBef>
              <a:spcAft>
                <a:spcPts val="0"/>
              </a:spcAft>
              <a:buSzPct val="80000"/>
              <a:buChar char="►"/>
            </a:pPr>
            <a:r>
              <a:rPr lang="en-US" sz="5600" b="0" i="0" dirty="0">
                <a:solidFill>
                  <a:srgbClr val="41484D"/>
                </a:solidFill>
                <a:latin typeface="Times New Roman" panose="02020603050405020304" pitchFamily="18" charset="0"/>
                <a:ea typeface="Arial"/>
                <a:cs typeface="Times New Roman" panose="02020603050405020304" pitchFamily="18" charset="0"/>
                <a:sym typeface="Arial"/>
              </a:rPr>
              <a:t>A preference share has two main advantages over equity shares viz.;</a:t>
            </a:r>
            <a:endParaRPr sz="2000" dirty="0">
              <a:latin typeface="Times New Roman" panose="02020603050405020304" pitchFamily="18" charset="0"/>
              <a:cs typeface="Times New Roman" panose="02020603050405020304" pitchFamily="18" charset="0"/>
            </a:endParaRPr>
          </a:p>
          <a:p>
            <a:pPr marL="685800" lvl="1" indent="30163" algn="just" rtl="0">
              <a:spcBef>
                <a:spcPts val="1000"/>
              </a:spcBef>
              <a:spcAft>
                <a:spcPts val="0"/>
              </a:spcAft>
              <a:buSzPct val="80000"/>
              <a:buFont typeface="Century Gothic"/>
              <a:buAutoNum type="arabicPeriod"/>
            </a:pPr>
            <a:r>
              <a:rPr lang="en-US" sz="5600" b="0" i="0" dirty="0">
                <a:solidFill>
                  <a:srgbClr val="41484D"/>
                </a:solidFill>
                <a:latin typeface="Times New Roman" panose="02020603050405020304" pitchFamily="18" charset="0"/>
                <a:ea typeface="Arial"/>
                <a:cs typeface="Times New Roman" panose="02020603050405020304" pitchFamily="18" charset="0"/>
                <a:sym typeface="Arial"/>
              </a:rPr>
              <a:t>They get a fixed rate of dividend before the equity shares, and</a:t>
            </a:r>
            <a:endParaRPr sz="2000" dirty="0">
              <a:latin typeface="Times New Roman" panose="02020603050405020304" pitchFamily="18" charset="0"/>
              <a:cs typeface="Times New Roman" panose="02020603050405020304" pitchFamily="18" charset="0"/>
            </a:endParaRPr>
          </a:p>
          <a:p>
            <a:pPr marL="685800" lvl="1" indent="30163" algn="just" rtl="0">
              <a:spcBef>
                <a:spcPts val="1000"/>
              </a:spcBef>
              <a:spcAft>
                <a:spcPts val="0"/>
              </a:spcAft>
              <a:buSzPct val="80000"/>
              <a:buFont typeface="Century Gothic"/>
              <a:buAutoNum type="arabicPeriod"/>
            </a:pPr>
            <a:r>
              <a:rPr lang="en-US" sz="5600" b="0" i="0" dirty="0">
                <a:solidFill>
                  <a:srgbClr val="41484D"/>
                </a:solidFill>
                <a:latin typeface="Times New Roman" panose="02020603050405020304" pitchFamily="18" charset="0"/>
                <a:ea typeface="Arial"/>
                <a:cs typeface="Times New Roman" panose="02020603050405020304" pitchFamily="18" charset="0"/>
                <a:sym typeface="Arial"/>
              </a:rPr>
              <a:t>If the company winds up or shut down, they get repayment of capital before the equity shares.</a:t>
            </a:r>
            <a:endParaRPr sz="2000" dirty="0">
              <a:latin typeface="Times New Roman" panose="02020603050405020304" pitchFamily="18" charset="0"/>
              <a:cs typeface="Times New Roman" panose="02020603050405020304" pitchFamily="18" charset="0"/>
            </a:endParaRPr>
          </a:p>
          <a:p>
            <a:pPr marL="342900" lvl="0" indent="-299720" algn="l" rtl="0">
              <a:spcBef>
                <a:spcPts val="1000"/>
              </a:spcBef>
              <a:spcAft>
                <a:spcPts val="0"/>
              </a:spcAft>
              <a:buSzPct val="80000"/>
              <a:buNone/>
            </a:pPr>
            <a:endParaRPr sz="3400" b="1" i="0" dirty="0">
              <a:solidFill>
                <a:srgbClr val="F2170B"/>
              </a:solidFill>
              <a:latin typeface="Times New Roman"/>
              <a:ea typeface="Times New Roman"/>
              <a:cs typeface="Times New Roman"/>
              <a:sym typeface="Times New Roman"/>
            </a:endParaRPr>
          </a:p>
          <a:p>
            <a:pPr marL="342900" lvl="0" indent="-320040" algn="l" rtl="0">
              <a:spcBef>
                <a:spcPts val="1000"/>
              </a:spcBef>
              <a:spcAft>
                <a:spcPts val="0"/>
              </a:spcAft>
              <a:buSzPct val="79999"/>
              <a:buNone/>
            </a:pPr>
            <a:endParaRPr dirty="0"/>
          </a:p>
        </p:txBody>
      </p:sp>
      <p:sp>
        <p:nvSpPr>
          <p:cNvPr id="403" name="Google Shape;403;p20"/>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7</a:t>
            </a:fld>
            <a:endParaRPr/>
          </a:p>
        </p:txBody>
      </p:sp>
      <p:pic>
        <p:nvPicPr>
          <p:cNvPr id="404" name="Google Shape;404;p20"/>
          <p:cNvPicPr preferRelativeResize="0"/>
          <p:nvPr/>
        </p:nvPicPr>
        <p:blipFill rotWithShape="1">
          <a:blip r:embed="rId3">
            <a:alphaModFix/>
          </a:blip>
          <a:srcRect/>
          <a:stretch/>
        </p:blipFill>
        <p:spPr>
          <a:xfrm>
            <a:off x="4571999" y="34159"/>
            <a:ext cx="4415851" cy="1514475"/>
          </a:xfrm>
          <a:prstGeom prst="rect">
            <a:avLst/>
          </a:prstGeom>
          <a:noFill/>
          <a:ln>
            <a:noFill/>
          </a:ln>
        </p:spPr>
      </p:pic>
    </p:spTree>
    <p:extLst>
      <p:ext uri="{BB962C8B-B14F-4D97-AF65-F5344CB8AC3E}">
        <p14:creationId xmlns:p14="http://schemas.microsoft.com/office/powerpoint/2010/main" val="1835692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pic>
        <p:nvPicPr>
          <p:cNvPr id="409" name="Google Shape;409;p21"/>
          <p:cNvPicPr preferRelativeResize="0">
            <a:picLocks noGrp="1"/>
          </p:cNvPicPr>
          <p:nvPr>
            <p:ph type="body" idx="1"/>
          </p:nvPr>
        </p:nvPicPr>
        <p:blipFill rotWithShape="1">
          <a:blip r:embed="rId3">
            <a:alphaModFix/>
          </a:blip>
          <a:srcRect/>
          <a:stretch/>
        </p:blipFill>
        <p:spPr>
          <a:xfrm>
            <a:off x="0" y="0"/>
            <a:ext cx="9214500" cy="6920400"/>
          </a:xfrm>
          <a:prstGeom prst="rect">
            <a:avLst/>
          </a:prstGeom>
          <a:noFill/>
          <a:ln>
            <a:noFill/>
          </a:ln>
        </p:spPr>
      </p:pic>
      <p:sp>
        <p:nvSpPr>
          <p:cNvPr id="411" name="Google Shape;411;p21"/>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730227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22"/>
          <p:cNvSpPr txBox="1">
            <a:spLocks noGrp="1"/>
          </p:cNvSpPr>
          <p:nvPr>
            <p:ph type="body" idx="1"/>
          </p:nvPr>
        </p:nvSpPr>
        <p:spPr>
          <a:xfrm>
            <a:off x="0" y="1063416"/>
            <a:ext cx="9143999" cy="5794583"/>
          </a:xfrm>
          <a:prstGeom prst="rect">
            <a:avLst/>
          </a:prstGeom>
          <a:noFill/>
          <a:ln>
            <a:noFill/>
          </a:ln>
        </p:spPr>
        <p:txBody>
          <a:bodyPr spcFirstLastPara="1" wrap="square" lIns="91425" tIns="45700" rIns="91425" bIns="45700" anchor="t" anchorCtr="0">
            <a:normAutofit fontScale="92500" lnSpcReduction="10000"/>
          </a:bodyPr>
          <a:lstStyle/>
          <a:p>
            <a:pPr marL="0" lvl="0" indent="0" algn="ctr" rtl="0">
              <a:spcBef>
                <a:spcPts val="0"/>
              </a:spcBef>
              <a:spcAft>
                <a:spcPts val="0"/>
              </a:spcAft>
              <a:buSzPct val="80000"/>
              <a:buNone/>
            </a:pPr>
            <a:r>
              <a:rPr lang="en-US" sz="3200" b="1" i="0" dirty="0">
                <a:solidFill>
                  <a:schemeClr val="lt1"/>
                </a:solidFill>
                <a:latin typeface="Times New Roman"/>
                <a:ea typeface="Times New Roman"/>
                <a:cs typeface="Times New Roman"/>
                <a:sym typeface="Times New Roman"/>
              </a:rPr>
              <a:t>Source 2. Issue of Right shares</a:t>
            </a:r>
            <a:endParaRPr dirty="0"/>
          </a:p>
          <a:p>
            <a:pPr marL="0" lvl="0" indent="0" algn="just" rtl="0">
              <a:spcBef>
                <a:spcPts val="1000"/>
              </a:spcBef>
              <a:spcAft>
                <a:spcPts val="0"/>
              </a:spcAft>
              <a:buSzPct val="79999"/>
              <a:buNone/>
            </a:pPr>
            <a:br>
              <a:rPr lang="en-US" dirty="0"/>
            </a:br>
            <a:endParaRPr dirty="0"/>
          </a:p>
          <a:p>
            <a:pPr marL="0" lvl="0" indent="0" algn="just" rtl="0">
              <a:spcBef>
                <a:spcPts val="1000"/>
              </a:spcBef>
              <a:spcAft>
                <a:spcPts val="0"/>
              </a:spcAft>
              <a:buSzPct val="80000"/>
              <a:buNone/>
            </a:pPr>
            <a:r>
              <a:rPr lang="en-US" sz="2800" b="0" i="0" dirty="0">
                <a:solidFill>
                  <a:srgbClr val="41484D"/>
                </a:solidFill>
                <a:latin typeface="Times New Roman"/>
                <a:ea typeface="Times New Roman"/>
                <a:cs typeface="Times New Roman"/>
                <a:sym typeface="Times New Roman"/>
              </a:rPr>
              <a:t>Rights issue of shares means the company issues shares to its existing shareholders. According to provisions of law, a company must first issue shares to its existing-shareholders.</a:t>
            </a:r>
            <a:endParaRPr dirty="0"/>
          </a:p>
          <a:p>
            <a:pPr marL="342900" lvl="0" indent="-342900" algn="just" rtl="0">
              <a:spcBef>
                <a:spcPts val="1000"/>
              </a:spcBef>
              <a:spcAft>
                <a:spcPts val="0"/>
              </a:spcAft>
              <a:buSzPct val="80000"/>
              <a:buChar char="►"/>
            </a:pPr>
            <a:r>
              <a:rPr lang="en-US" sz="2800" b="0" i="0" dirty="0">
                <a:solidFill>
                  <a:srgbClr val="41484D"/>
                </a:solidFill>
                <a:latin typeface="Times New Roman"/>
                <a:ea typeface="Times New Roman"/>
                <a:cs typeface="Times New Roman"/>
                <a:sym typeface="Times New Roman"/>
              </a:rPr>
              <a:t>If the existing shareholders do not want to buy the shares, then the company can sell its shares to the outsiders.</a:t>
            </a:r>
            <a:endParaRPr dirty="0"/>
          </a:p>
          <a:p>
            <a:pPr marL="342900" lvl="0" indent="-342900" algn="just" rtl="0">
              <a:spcBef>
                <a:spcPts val="1000"/>
              </a:spcBef>
              <a:spcAft>
                <a:spcPts val="0"/>
              </a:spcAft>
              <a:buSzPct val="80000"/>
              <a:buChar char="►"/>
            </a:pPr>
            <a:r>
              <a:rPr lang="en-US" sz="2800" b="0" i="0" dirty="0">
                <a:solidFill>
                  <a:srgbClr val="41484D"/>
                </a:solidFill>
                <a:latin typeface="Times New Roman"/>
                <a:ea typeface="Times New Roman"/>
                <a:cs typeface="Times New Roman"/>
                <a:sym typeface="Times New Roman"/>
              </a:rPr>
              <a:t>The existing shareholders are given first preference to buy the company's fresh issue of shares.</a:t>
            </a:r>
            <a:endParaRPr dirty="0"/>
          </a:p>
          <a:p>
            <a:pPr marL="342900" lvl="0" indent="-342900" algn="just" rtl="0">
              <a:spcBef>
                <a:spcPts val="1000"/>
              </a:spcBef>
              <a:spcAft>
                <a:spcPts val="0"/>
              </a:spcAft>
              <a:buSzPct val="80000"/>
              <a:buChar char="►"/>
            </a:pPr>
            <a:r>
              <a:rPr lang="en-US" sz="2800" b="0" i="0" dirty="0">
                <a:solidFill>
                  <a:srgbClr val="41484D"/>
                </a:solidFill>
                <a:latin typeface="Times New Roman"/>
                <a:ea typeface="Times New Roman"/>
                <a:cs typeface="Times New Roman"/>
                <a:sym typeface="Times New Roman"/>
              </a:rPr>
              <a:t>In an event of rights issue of shares, the share capital increases but the numbers of shareholders do not increase.</a:t>
            </a:r>
            <a:endParaRPr dirty="0"/>
          </a:p>
          <a:p>
            <a:pPr marL="342900" lvl="0" indent="-342900" algn="just" rtl="0">
              <a:spcBef>
                <a:spcPts val="1000"/>
              </a:spcBef>
              <a:spcAft>
                <a:spcPts val="0"/>
              </a:spcAft>
              <a:buSzPct val="80000"/>
              <a:buChar char="►"/>
            </a:pPr>
            <a:r>
              <a:rPr lang="en-US" sz="2800" b="0" i="0" dirty="0">
                <a:solidFill>
                  <a:srgbClr val="41484D"/>
                </a:solidFill>
                <a:latin typeface="Times New Roman"/>
                <a:ea typeface="Times New Roman"/>
                <a:cs typeface="Times New Roman"/>
                <a:sym typeface="Times New Roman"/>
              </a:rPr>
              <a:t>Generally, rights issue is very economical to collect fixed capital.</a:t>
            </a:r>
            <a:endParaRPr dirty="0"/>
          </a:p>
          <a:p>
            <a:pPr marL="342900" lvl="0" indent="-258318" algn="l" rtl="0">
              <a:spcBef>
                <a:spcPts val="1000"/>
              </a:spcBef>
              <a:spcAft>
                <a:spcPts val="0"/>
              </a:spcAft>
              <a:buSzPct val="79999"/>
              <a:buNone/>
            </a:pPr>
            <a:endParaRPr dirty="0"/>
          </a:p>
        </p:txBody>
      </p:sp>
      <p:sp>
        <p:nvSpPr>
          <p:cNvPr id="418" name="Google Shape;418;p22"/>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4116438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23"/>
          <p:cNvSpPr txBox="1">
            <a:spLocks noGrp="1"/>
          </p:cNvSpPr>
          <p:nvPr>
            <p:ph type="body" idx="1"/>
          </p:nvPr>
        </p:nvSpPr>
        <p:spPr>
          <a:xfrm>
            <a:off x="0" y="0"/>
            <a:ext cx="9143999" cy="6858000"/>
          </a:xfrm>
          <a:prstGeom prst="rect">
            <a:avLst/>
          </a:prstGeom>
          <a:noFill/>
          <a:ln>
            <a:noFill/>
          </a:ln>
        </p:spPr>
        <p:txBody>
          <a:bodyPr spcFirstLastPara="1" wrap="square" lIns="91425" tIns="45700" rIns="91425" bIns="45700" anchor="t" anchorCtr="0">
            <a:normAutofit fontScale="85000" lnSpcReduction="20000"/>
          </a:bodyPr>
          <a:lstStyle/>
          <a:p>
            <a:pPr marL="0" lvl="0" indent="0" algn="just" rtl="0">
              <a:spcBef>
                <a:spcPts val="0"/>
              </a:spcBef>
              <a:spcAft>
                <a:spcPts val="0"/>
              </a:spcAft>
              <a:buSzPct val="80000"/>
              <a:buNone/>
            </a:pPr>
            <a:endParaRPr sz="2400" b="1" i="0" dirty="0">
              <a:solidFill>
                <a:srgbClr val="000000"/>
              </a:solidFill>
              <a:latin typeface="Times New Roman"/>
              <a:ea typeface="Times New Roman"/>
              <a:cs typeface="Times New Roman"/>
              <a:sym typeface="Times New Roman"/>
            </a:endParaRPr>
          </a:p>
          <a:p>
            <a:pPr marL="0" lvl="0" indent="0" algn="just" rtl="0">
              <a:spcBef>
                <a:spcPts val="1000"/>
              </a:spcBef>
              <a:spcAft>
                <a:spcPts val="0"/>
              </a:spcAft>
              <a:buSzPct val="80000"/>
              <a:buNone/>
            </a:pPr>
            <a:endParaRPr sz="2400" b="1" i="0" dirty="0">
              <a:solidFill>
                <a:srgbClr val="000000"/>
              </a:solidFill>
              <a:latin typeface="Times New Roman"/>
              <a:ea typeface="Times New Roman"/>
              <a:cs typeface="Times New Roman"/>
              <a:sym typeface="Times New Roman"/>
            </a:endParaRPr>
          </a:p>
          <a:p>
            <a:pPr marL="0" lvl="0" indent="0" algn="just" rtl="0">
              <a:spcBef>
                <a:spcPts val="1000"/>
              </a:spcBef>
              <a:spcAft>
                <a:spcPts val="0"/>
              </a:spcAft>
              <a:buSzPct val="80000"/>
              <a:buNone/>
            </a:pPr>
            <a:endParaRPr sz="2400" b="1" i="0" dirty="0">
              <a:solidFill>
                <a:srgbClr val="000000"/>
              </a:solidFill>
              <a:latin typeface="Times New Roman"/>
              <a:ea typeface="Times New Roman"/>
              <a:cs typeface="Times New Roman"/>
              <a:sym typeface="Times New Roman"/>
            </a:endParaRPr>
          </a:p>
          <a:p>
            <a:pPr marL="0" lvl="0" indent="0" algn="just" rtl="0">
              <a:spcBef>
                <a:spcPts val="1000"/>
              </a:spcBef>
              <a:spcAft>
                <a:spcPts val="0"/>
              </a:spcAft>
              <a:buSzPct val="80000"/>
              <a:buNone/>
            </a:pPr>
            <a:endParaRPr sz="2400" b="1" i="0" dirty="0">
              <a:solidFill>
                <a:srgbClr val="000000"/>
              </a:solidFill>
              <a:latin typeface="Times New Roman"/>
              <a:ea typeface="Times New Roman"/>
              <a:cs typeface="Times New Roman"/>
              <a:sym typeface="Times New Roman"/>
            </a:endParaRPr>
          </a:p>
          <a:p>
            <a:pPr marL="0" lvl="0" indent="0" algn="just" rtl="0">
              <a:spcBef>
                <a:spcPts val="1000"/>
              </a:spcBef>
              <a:spcAft>
                <a:spcPts val="0"/>
              </a:spcAft>
              <a:buSzPct val="80000"/>
              <a:buNone/>
            </a:pPr>
            <a:endParaRPr sz="2400" b="1" i="0" dirty="0">
              <a:solidFill>
                <a:srgbClr val="000000"/>
              </a:solidFill>
              <a:latin typeface="Times New Roman"/>
              <a:ea typeface="Times New Roman"/>
              <a:cs typeface="Times New Roman"/>
              <a:sym typeface="Times New Roman"/>
            </a:endParaRPr>
          </a:p>
          <a:p>
            <a:pPr marL="0" lvl="0" indent="0" algn="just" rtl="0">
              <a:spcBef>
                <a:spcPts val="1000"/>
              </a:spcBef>
              <a:spcAft>
                <a:spcPts val="0"/>
              </a:spcAft>
              <a:buSzPct val="80000"/>
              <a:buNone/>
            </a:pPr>
            <a:endParaRPr sz="2400" b="1" i="0" dirty="0">
              <a:solidFill>
                <a:srgbClr val="000000"/>
              </a:solidFill>
              <a:latin typeface="Times New Roman"/>
              <a:ea typeface="Times New Roman"/>
              <a:cs typeface="Times New Roman"/>
              <a:sym typeface="Times New Roman"/>
            </a:endParaRPr>
          </a:p>
          <a:p>
            <a:pPr marL="0" lvl="0" indent="0" algn="just" rtl="0">
              <a:spcBef>
                <a:spcPts val="1000"/>
              </a:spcBef>
              <a:spcAft>
                <a:spcPts val="0"/>
              </a:spcAft>
              <a:buSzPct val="80000"/>
              <a:buNone/>
            </a:pPr>
            <a:endParaRPr sz="2400" b="1" i="0" dirty="0">
              <a:solidFill>
                <a:srgbClr val="000000"/>
              </a:solidFill>
              <a:latin typeface="Times New Roman"/>
              <a:ea typeface="Times New Roman"/>
              <a:cs typeface="Times New Roman"/>
              <a:sym typeface="Times New Roman"/>
            </a:endParaRPr>
          </a:p>
          <a:p>
            <a:pPr marL="0" lvl="0" indent="0" algn="just" rtl="0">
              <a:spcBef>
                <a:spcPts val="1000"/>
              </a:spcBef>
              <a:spcAft>
                <a:spcPts val="0"/>
              </a:spcAft>
              <a:buSzPct val="80000"/>
              <a:buNone/>
            </a:pPr>
            <a:r>
              <a:rPr lang="en-US" sz="2400" b="1" i="0" dirty="0">
                <a:solidFill>
                  <a:srgbClr val="0070C0"/>
                </a:solidFill>
                <a:latin typeface="Times New Roman"/>
                <a:ea typeface="Times New Roman"/>
                <a:cs typeface="Times New Roman"/>
                <a:sym typeface="Times New Roman"/>
              </a:rPr>
              <a:t>Source 3. Private placement of shares: </a:t>
            </a:r>
            <a:r>
              <a:rPr lang="en-US" sz="2400" b="0" i="0" dirty="0">
                <a:solidFill>
                  <a:srgbClr val="41484D"/>
                </a:solidFill>
                <a:latin typeface="Times New Roman"/>
                <a:ea typeface="Times New Roman"/>
                <a:cs typeface="Times New Roman"/>
                <a:sym typeface="Times New Roman"/>
              </a:rPr>
              <a:t>Private placement of shares means the company sell its shares directly to a small-group of investors like </a:t>
            </a:r>
            <a:r>
              <a:rPr lang="en-US" sz="2400" b="0" i="0" u="none" strike="noStrike" dirty="0">
                <a:solidFill>
                  <a:schemeClr val="dk1"/>
                </a:solidFill>
                <a:latin typeface="Times New Roman"/>
                <a:ea typeface="Times New Roman"/>
                <a:cs typeface="Times New Roman"/>
                <a:sym typeface="Times New Roman"/>
              </a:rPr>
              <a:t>bank</a:t>
            </a:r>
            <a:r>
              <a:rPr lang="en-US" sz="2400" b="0" i="0" dirty="0">
                <a:solidFill>
                  <a:srgbClr val="41484D"/>
                </a:solidFill>
                <a:latin typeface="Times New Roman"/>
                <a:ea typeface="Times New Roman"/>
                <a:cs typeface="Times New Roman"/>
                <a:sym typeface="Times New Roman"/>
              </a:rPr>
              <a:t>, insurance companies, financial institutions, </a:t>
            </a:r>
            <a:r>
              <a:rPr lang="en-US" sz="2400" b="0" i="0" u="none" strike="noStrike" dirty="0">
                <a:solidFill>
                  <a:schemeClr val="dk1"/>
                </a:solidFill>
                <a:latin typeface="Times New Roman"/>
                <a:ea typeface="Times New Roman"/>
                <a:cs typeface="Times New Roman"/>
                <a:sym typeface="Times New Roman"/>
              </a:rPr>
              <a:t>mutual funds</a:t>
            </a:r>
            <a:r>
              <a:rPr lang="en-US" sz="2400" b="0" i="0" dirty="0">
                <a:solidFill>
                  <a:srgbClr val="41484D"/>
                </a:solidFill>
                <a:latin typeface="Times New Roman"/>
                <a:ea typeface="Times New Roman"/>
                <a:cs typeface="Times New Roman"/>
                <a:sym typeface="Times New Roman"/>
              </a:rPr>
              <a:t>, etc.</a:t>
            </a:r>
            <a:endParaRPr dirty="0"/>
          </a:p>
          <a:p>
            <a:pPr marL="342900" lvl="0" indent="-342900" algn="just" rtl="0">
              <a:spcBef>
                <a:spcPts val="1000"/>
              </a:spcBef>
              <a:spcAft>
                <a:spcPts val="0"/>
              </a:spcAft>
              <a:buSzPct val="80000"/>
              <a:buChar char="►"/>
            </a:pPr>
            <a:r>
              <a:rPr lang="en-US" sz="2400" b="0" i="0" dirty="0">
                <a:solidFill>
                  <a:srgbClr val="41484D"/>
                </a:solidFill>
                <a:latin typeface="Times New Roman"/>
                <a:ea typeface="Times New Roman"/>
                <a:cs typeface="Times New Roman"/>
                <a:sym typeface="Times New Roman"/>
              </a:rPr>
              <a:t>Here, the company does not sell the shares to the public.</a:t>
            </a:r>
            <a:endParaRPr dirty="0"/>
          </a:p>
          <a:p>
            <a:pPr marL="342900" lvl="0" indent="-342900" algn="just" rtl="0">
              <a:spcBef>
                <a:spcPts val="1000"/>
              </a:spcBef>
              <a:spcAft>
                <a:spcPts val="0"/>
              </a:spcAft>
              <a:buSzPct val="80000"/>
              <a:buChar char="►"/>
            </a:pPr>
            <a:r>
              <a:rPr lang="en-US" sz="2400" b="0" i="0" dirty="0">
                <a:solidFill>
                  <a:srgbClr val="41484D"/>
                </a:solidFill>
                <a:latin typeface="Times New Roman"/>
                <a:ea typeface="Times New Roman"/>
                <a:cs typeface="Times New Roman"/>
                <a:sym typeface="Times New Roman"/>
              </a:rPr>
              <a:t>It is a very simple and economical method as it does not involve issue of a prospectus, no need of brokers and underwriters, etc.</a:t>
            </a:r>
            <a:endParaRPr dirty="0"/>
          </a:p>
          <a:p>
            <a:pPr marL="342900" lvl="0" indent="-342900" algn="just" rtl="0">
              <a:spcBef>
                <a:spcPts val="1000"/>
              </a:spcBef>
              <a:spcAft>
                <a:spcPts val="0"/>
              </a:spcAft>
              <a:buSzPct val="80000"/>
              <a:buChar char="►"/>
            </a:pPr>
            <a:r>
              <a:rPr lang="en-US" sz="2400" b="0" i="0" dirty="0">
                <a:solidFill>
                  <a:srgbClr val="41484D"/>
                </a:solidFill>
                <a:latin typeface="Times New Roman"/>
                <a:ea typeface="Times New Roman"/>
                <a:cs typeface="Times New Roman"/>
                <a:sym typeface="Times New Roman"/>
              </a:rPr>
              <a:t>Fixed capital is also collected from private placement of shares.</a:t>
            </a:r>
            <a:endParaRPr dirty="0"/>
          </a:p>
          <a:p>
            <a:pPr marL="0" lvl="0" indent="0" algn="just" rtl="0">
              <a:spcBef>
                <a:spcPts val="1000"/>
              </a:spcBef>
              <a:spcAft>
                <a:spcPts val="0"/>
              </a:spcAft>
              <a:buSzPct val="80000"/>
              <a:buNone/>
            </a:pPr>
            <a:endParaRPr sz="2400" b="0" i="0" dirty="0">
              <a:solidFill>
                <a:srgbClr val="41484D"/>
              </a:solidFill>
              <a:latin typeface="Times New Roman"/>
              <a:ea typeface="Times New Roman"/>
              <a:cs typeface="Times New Roman"/>
              <a:sym typeface="Times New Roman"/>
            </a:endParaRPr>
          </a:p>
          <a:p>
            <a:pPr marL="0" lvl="0" indent="0" algn="just" rtl="0">
              <a:spcBef>
                <a:spcPts val="1000"/>
              </a:spcBef>
              <a:spcAft>
                <a:spcPts val="0"/>
              </a:spcAft>
              <a:buSzPct val="80000"/>
              <a:buNone/>
            </a:pPr>
            <a:r>
              <a:rPr lang="en-US" sz="2400" b="1" i="0" dirty="0">
                <a:solidFill>
                  <a:srgbClr val="0070C0"/>
                </a:solidFill>
                <a:latin typeface="Times New Roman"/>
                <a:ea typeface="Times New Roman"/>
                <a:cs typeface="Times New Roman"/>
                <a:sym typeface="Times New Roman"/>
              </a:rPr>
              <a:t>Source 4. Issue of debentures: </a:t>
            </a:r>
            <a:r>
              <a:rPr lang="en-US" sz="2400" b="0" i="0" dirty="0">
                <a:solidFill>
                  <a:srgbClr val="41484D"/>
                </a:solidFill>
                <a:latin typeface="Times New Roman"/>
                <a:ea typeface="Times New Roman"/>
                <a:cs typeface="Times New Roman"/>
                <a:sym typeface="Times New Roman"/>
              </a:rPr>
              <a:t>Debenture represents the borrowed capital of the company. Fixed capital is also collected from issue of debentures.</a:t>
            </a:r>
            <a:endParaRPr dirty="0"/>
          </a:p>
          <a:p>
            <a:pPr marL="342900" lvl="0" indent="-342900" algn="just" rtl="0">
              <a:spcBef>
                <a:spcPts val="1000"/>
              </a:spcBef>
              <a:spcAft>
                <a:spcPts val="0"/>
              </a:spcAft>
              <a:buSzPct val="80000"/>
              <a:buChar char="►"/>
            </a:pPr>
            <a:r>
              <a:rPr lang="en-US" sz="2400" b="0" i="0" dirty="0">
                <a:solidFill>
                  <a:srgbClr val="41484D"/>
                </a:solidFill>
                <a:latin typeface="Times New Roman"/>
                <a:ea typeface="Times New Roman"/>
                <a:cs typeface="Times New Roman"/>
                <a:sym typeface="Times New Roman"/>
              </a:rPr>
              <a:t>Debenture holders get interest for the capital contribution made by them to the company.</a:t>
            </a:r>
            <a:endParaRPr dirty="0"/>
          </a:p>
          <a:p>
            <a:pPr marL="342900" lvl="0" indent="-342900" algn="just" rtl="0">
              <a:spcBef>
                <a:spcPts val="1000"/>
              </a:spcBef>
              <a:spcAft>
                <a:spcPts val="0"/>
              </a:spcAft>
              <a:buSzPct val="80000"/>
              <a:buChar char="►"/>
            </a:pPr>
            <a:r>
              <a:rPr lang="en-US" sz="2400" b="0" i="0" dirty="0">
                <a:solidFill>
                  <a:srgbClr val="41484D"/>
                </a:solidFill>
                <a:latin typeface="Times New Roman"/>
                <a:ea typeface="Times New Roman"/>
                <a:cs typeface="Times New Roman"/>
                <a:sym typeface="Times New Roman"/>
              </a:rPr>
              <a:t>Debenture holders are the long-term lenders of the company.</a:t>
            </a:r>
            <a:endParaRPr dirty="0"/>
          </a:p>
          <a:p>
            <a:pPr marL="0" lvl="0" indent="0" algn="l" rtl="0">
              <a:spcBef>
                <a:spcPts val="1000"/>
              </a:spcBef>
              <a:spcAft>
                <a:spcPts val="0"/>
              </a:spcAft>
              <a:buSzPct val="79999"/>
              <a:buNone/>
            </a:pPr>
            <a:endParaRPr dirty="0"/>
          </a:p>
        </p:txBody>
      </p:sp>
      <p:sp>
        <p:nvSpPr>
          <p:cNvPr id="424" name="Google Shape;424;p23"/>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518140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24"/>
          <p:cNvSpPr txBox="1">
            <a:spLocks noGrp="1"/>
          </p:cNvSpPr>
          <p:nvPr>
            <p:ph type="body" idx="1"/>
          </p:nvPr>
        </p:nvSpPr>
        <p:spPr>
          <a:xfrm>
            <a:off x="0" y="0"/>
            <a:ext cx="9143999" cy="6858000"/>
          </a:xfrm>
          <a:prstGeom prst="rect">
            <a:avLst/>
          </a:prstGeom>
          <a:noFill/>
          <a:ln>
            <a:noFill/>
          </a:ln>
        </p:spPr>
        <p:txBody>
          <a:bodyPr spcFirstLastPara="1" wrap="square" lIns="91425" tIns="45700" rIns="91425" bIns="45700" anchor="t" anchorCtr="0">
            <a:normAutofit fontScale="55000" lnSpcReduction="20000"/>
          </a:bodyPr>
          <a:lstStyle/>
          <a:p>
            <a:pPr marL="0" lvl="0" indent="0" algn="just" rtl="0">
              <a:spcBef>
                <a:spcPts val="0"/>
              </a:spcBef>
              <a:spcAft>
                <a:spcPts val="0"/>
              </a:spcAft>
              <a:buSzPct val="80000"/>
              <a:buNone/>
            </a:pPr>
            <a:endParaRPr sz="3800" b="1" i="0" dirty="0">
              <a:solidFill>
                <a:srgbClr val="000000"/>
              </a:solidFill>
              <a:latin typeface="Times New Roman"/>
              <a:ea typeface="Times New Roman"/>
              <a:cs typeface="Times New Roman"/>
              <a:sym typeface="Times New Roman"/>
            </a:endParaRPr>
          </a:p>
          <a:p>
            <a:pPr marL="0" lvl="0" indent="0" algn="just" rtl="0">
              <a:spcBef>
                <a:spcPts val="1000"/>
              </a:spcBef>
              <a:spcAft>
                <a:spcPts val="0"/>
              </a:spcAft>
              <a:buSzPct val="80000"/>
              <a:buNone/>
            </a:pPr>
            <a:endParaRPr sz="3800" b="1" i="0" dirty="0">
              <a:solidFill>
                <a:srgbClr val="000000"/>
              </a:solidFill>
              <a:latin typeface="Times New Roman"/>
              <a:ea typeface="Times New Roman"/>
              <a:cs typeface="Times New Roman"/>
              <a:sym typeface="Times New Roman"/>
            </a:endParaRPr>
          </a:p>
          <a:p>
            <a:pPr marL="0" lvl="0" indent="0" algn="just" rtl="0">
              <a:spcBef>
                <a:spcPts val="1000"/>
              </a:spcBef>
              <a:spcAft>
                <a:spcPts val="0"/>
              </a:spcAft>
              <a:buSzPct val="80000"/>
              <a:buNone/>
            </a:pPr>
            <a:endParaRPr sz="3800" b="1" dirty="0">
              <a:solidFill>
                <a:srgbClr val="000000"/>
              </a:solidFill>
              <a:latin typeface="Times New Roman"/>
              <a:ea typeface="Times New Roman"/>
              <a:cs typeface="Times New Roman"/>
              <a:sym typeface="Times New Roman"/>
            </a:endParaRPr>
          </a:p>
          <a:p>
            <a:pPr marL="0" lvl="0" indent="0" algn="just" rtl="0">
              <a:spcBef>
                <a:spcPts val="1000"/>
              </a:spcBef>
              <a:spcAft>
                <a:spcPts val="0"/>
              </a:spcAft>
              <a:buSzPct val="80000"/>
              <a:buNone/>
            </a:pPr>
            <a:endParaRPr sz="3800" b="1" i="0" dirty="0">
              <a:solidFill>
                <a:srgbClr val="000000"/>
              </a:solidFill>
              <a:latin typeface="Times New Roman"/>
              <a:ea typeface="Times New Roman"/>
              <a:cs typeface="Times New Roman"/>
              <a:sym typeface="Times New Roman"/>
            </a:endParaRPr>
          </a:p>
          <a:p>
            <a:pPr marL="0" lvl="0" indent="0" algn="just" rtl="0">
              <a:spcBef>
                <a:spcPts val="1000"/>
              </a:spcBef>
              <a:spcAft>
                <a:spcPts val="0"/>
              </a:spcAft>
              <a:buSzPct val="80000"/>
              <a:buNone/>
            </a:pPr>
            <a:endParaRPr sz="2500" b="1" i="0" dirty="0">
              <a:solidFill>
                <a:srgbClr val="000000"/>
              </a:solidFill>
              <a:latin typeface="Times New Roman"/>
              <a:ea typeface="Times New Roman"/>
              <a:cs typeface="Times New Roman"/>
              <a:sym typeface="Times New Roman"/>
            </a:endParaRPr>
          </a:p>
          <a:p>
            <a:pPr marL="0" lvl="0" indent="0" algn="just" rtl="0">
              <a:spcBef>
                <a:spcPts val="1000"/>
              </a:spcBef>
              <a:spcAft>
                <a:spcPts val="0"/>
              </a:spcAft>
              <a:buSzPct val="80000"/>
              <a:buNone/>
            </a:pPr>
            <a:endParaRPr sz="2500" b="1" dirty="0">
              <a:solidFill>
                <a:srgbClr val="000000"/>
              </a:solidFill>
              <a:latin typeface="Times New Roman"/>
              <a:ea typeface="Times New Roman"/>
              <a:cs typeface="Times New Roman"/>
              <a:sym typeface="Times New Roman"/>
            </a:endParaRPr>
          </a:p>
          <a:p>
            <a:pPr marL="0" lvl="0" indent="0" algn="just" rtl="0">
              <a:spcBef>
                <a:spcPts val="1000"/>
              </a:spcBef>
              <a:spcAft>
                <a:spcPts val="0"/>
              </a:spcAft>
              <a:buSzPct val="80000"/>
              <a:buNone/>
            </a:pPr>
            <a:r>
              <a:rPr lang="en-US" sz="2900" b="1" i="0" dirty="0">
                <a:solidFill>
                  <a:srgbClr val="000000"/>
                </a:solidFill>
                <a:latin typeface="Times New Roman"/>
                <a:ea typeface="Times New Roman"/>
                <a:cs typeface="Times New Roman"/>
                <a:sym typeface="Times New Roman"/>
              </a:rPr>
              <a:t>Source 5. Term loans</a:t>
            </a:r>
            <a:r>
              <a:rPr lang="en-US" sz="2900" b="1" i="0" dirty="0">
                <a:solidFill>
                  <a:srgbClr val="F2170B"/>
                </a:solidFill>
                <a:latin typeface="Times New Roman"/>
                <a:ea typeface="Times New Roman"/>
                <a:cs typeface="Times New Roman"/>
                <a:sym typeface="Times New Roman"/>
              </a:rPr>
              <a:t>: </a:t>
            </a:r>
          </a:p>
          <a:p>
            <a:pPr marL="0" lvl="0" indent="0" algn="just" rtl="0">
              <a:spcBef>
                <a:spcPts val="1000"/>
              </a:spcBef>
              <a:spcAft>
                <a:spcPts val="0"/>
              </a:spcAft>
              <a:buSzPct val="80000"/>
              <a:buNone/>
            </a:pPr>
            <a:r>
              <a:rPr lang="en-US" sz="2900" b="1" dirty="0">
                <a:solidFill>
                  <a:srgbClr val="F2170B"/>
                </a:solidFill>
                <a:latin typeface="Times New Roman"/>
                <a:ea typeface="Times New Roman"/>
                <a:cs typeface="Times New Roman"/>
                <a:sym typeface="Times New Roman"/>
              </a:rPr>
              <a:t>	</a:t>
            </a:r>
            <a:r>
              <a:rPr lang="en-US" sz="2900" b="0" i="0" dirty="0">
                <a:solidFill>
                  <a:srgbClr val="41484D"/>
                </a:solidFill>
                <a:latin typeface="Times New Roman"/>
                <a:ea typeface="Times New Roman"/>
                <a:cs typeface="Times New Roman"/>
                <a:sym typeface="Times New Roman"/>
              </a:rPr>
              <a:t>Term loans are secured or unsecured loans obtained by the company. The company has to pay interest on these term loans. The company gets term loans from banks and financial institutions like ICICI, HDFC, AXIS, and so on, by submitting its project analysis </a:t>
            </a:r>
            <a:r>
              <a:rPr lang="en-US" sz="2900" b="0" i="0" u="none" strike="noStrike" dirty="0">
                <a:solidFill>
                  <a:schemeClr val="dk1"/>
                </a:solidFill>
                <a:latin typeface="Times New Roman"/>
                <a:ea typeface="Times New Roman"/>
                <a:cs typeface="Times New Roman"/>
                <a:sym typeface="Times New Roman"/>
              </a:rPr>
              <a:t>report</a:t>
            </a:r>
            <a:r>
              <a:rPr lang="en-US" sz="2900" b="0" i="0" dirty="0">
                <a:solidFill>
                  <a:srgbClr val="41484D"/>
                </a:solidFill>
                <a:latin typeface="Times New Roman"/>
                <a:ea typeface="Times New Roman"/>
                <a:cs typeface="Times New Roman"/>
                <a:sym typeface="Times New Roman"/>
              </a:rPr>
              <a:t>.</a:t>
            </a:r>
            <a:endParaRPr sz="2900" dirty="0"/>
          </a:p>
          <a:p>
            <a:pPr marL="0" lvl="0" indent="0" algn="just" rtl="0">
              <a:spcBef>
                <a:spcPts val="1000"/>
              </a:spcBef>
              <a:spcAft>
                <a:spcPts val="0"/>
              </a:spcAft>
              <a:buSzPct val="80000"/>
              <a:buNone/>
            </a:pPr>
            <a:r>
              <a:rPr lang="en-US" sz="2900" b="0" i="0" dirty="0">
                <a:solidFill>
                  <a:srgbClr val="41484D"/>
                </a:solidFill>
                <a:latin typeface="Times New Roman"/>
                <a:ea typeface="Times New Roman"/>
                <a:cs typeface="Times New Roman"/>
                <a:sym typeface="Times New Roman"/>
              </a:rPr>
              <a:t>The shareholders do not lose ownership control of the company by obtaining term loans. Fixed capital is also collected from term loans.</a:t>
            </a:r>
            <a:endParaRPr sz="2900" dirty="0"/>
          </a:p>
          <a:p>
            <a:pPr marL="0" lvl="0" indent="0" algn="just" rtl="0">
              <a:spcBef>
                <a:spcPts val="1000"/>
              </a:spcBef>
              <a:spcAft>
                <a:spcPts val="0"/>
              </a:spcAft>
              <a:buSzPct val="80000"/>
              <a:buNone/>
            </a:pPr>
            <a:r>
              <a:rPr lang="en-US" sz="2900" b="1" i="0" dirty="0">
                <a:solidFill>
                  <a:srgbClr val="000000"/>
                </a:solidFill>
                <a:latin typeface="Times New Roman"/>
                <a:ea typeface="Times New Roman"/>
                <a:cs typeface="Times New Roman"/>
                <a:sym typeface="Times New Roman"/>
              </a:rPr>
              <a:t>Source 6. Retained earnings</a:t>
            </a:r>
            <a:endParaRPr sz="2900" b="1" i="0" dirty="0">
              <a:solidFill>
                <a:srgbClr val="F2170B"/>
              </a:solidFill>
              <a:latin typeface="Times New Roman"/>
              <a:ea typeface="Times New Roman"/>
              <a:cs typeface="Times New Roman"/>
              <a:sym typeface="Times New Roman"/>
            </a:endParaRPr>
          </a:p>
          <a:p>
            <a:pPr marL="0" lvl="0" indent="0" algn="just" rtl="0">
              <a:spcBef>
                <a:spcPts val="1000"/>
              </a:spcBef>
              <a:spcAft>
                <a:spcPts val="0"/>
              </a:spcAft>
              <a:buSzPct val="80000"/>
              <a:buNone/>
            </a:pPr>
            <a:r>
              <a:rPr lang="en-US" sz="2900" b="0" i="0" dirty="0">
                <a:solidFill>
                  <a:srgbClr val="41484D"/>
                </a:solidFill>
                <a:latin typeface="Times New Roman"/>
                <a:ea typeface="Times New Roman"/>
                <a:cs typeface="Times New Roman"/>
                <a:sym typeface="Times New Roman"/>
              </a:rPr>
              <a:t>Retained earnings is a part of undistributed profits earned by the company. Since, the company does not distribute all of its profits to the shareholders. Company saves a part of its profits. This saved profit is called retained earnings, self-financing or ploughing back of profits.</a:t>
            </a:r>
            <a:endParaRPr sz="2900" dirty="0"/>
          </a:p>
          <a:p>
            <a:pPr marL="0" lvl="0" indent="0" algn="just" rtl="0">
              <a:spcBef>
                <a:spcPts val="1000"/>
              </a:spcBef>
              <a:spcAft>
                <a:spcPts val="0"/>
              </a:spcAft>
              <a:buSzPct val="80000"/>
              <a:buNone/>
            </a:pPr>
            <a:r>
              <a:rPr lang="en-US" sz="2900" b="0" i="0" dirty="0">
                <a:solidFill>
                  <a:srgbClr val="41484D"/>
                </a:solidFill>
                <a:latin typeface="Times New Roman"/>
                <a:ea typeface="Times New Roman"/>
                <a:cs typeface="Times New Roman"/>
                <a:sym typeface="Times New Roman"/>
              </a:rPr>
              <a:t>	It is very economical because no interest payment is to be </a:t>
            </a:r>
            <a:r>
              <a:rPr lang="en-US" sz="2900" b="0" i="0" dirty="0" err="1">
                <a:solidFill>
                  <a:srgbClr val="41484D"/>
                </a:solidFill>
                <a:latin typeface="Times New Roman"/>
                <a:ea typeface="Times New Roman"/>
                <a:cs typeface="Times New Roman"/>
                <a:sym typeface="Times New Roman"/>
              </a:rPr>
              <a:t>made.Retained</a:t>
            </a:r>
            <a:r>
              <a:rPr lang="en-US" sz="2900" b="0" i="0" dirty="0">
                <a:solidFill>
                  <a:srgbClr val="41484D"/>
                </a:solidFill>
                <a:latin typeface="Times New Roman"/>
                <a:ea typeface="Times New Roman"/>
                <a:cs typeface="Times New Roman"/>
                <a:sym typeface="Times New Roman"/>
              </a:rPr>
              <a:t> earnings is the cheapest source of fixed capital.</a:t>
            </a:r>
          </a:p>
          <a:p>
            <a:pPr marL="0" lvl="0" indent="0" algn="just" rtl="0">
              <a:spcBef>
                <a:spcPts val="1000"/>
              </a:spcBef>
              <a:spcAft>
                <a:spcPts val="0"/>
              </a:spcAft>
              <a:buSzPct val="80000"/>
              <a:buNone/>
            </a:pPr>
            <a:r>
              <a:rPr lang="en-US" sz="2900" b="1" i="0" dirty="0">
                <a:solidFill>
                  <a:srgbClr val="000000"/>
                </a:solidFill>
                <a:latin typeface="Times New Roman"/>
                <a:ea typeface="Times New Roman"/>
                <a:cs typeface="Times New Roman"/>
                <a:sym typeface="Times New Roman"/>
              </a:rPr>
              <a:t>Source 7. Lease financing</a:t>
            </a:r>
            <a:r>
              <a:rPr lang="en-US" sz="2900" b="1" i="0" dirty="0">
                <a:solidFill>
                  <a:srgbClr val="F2170B"/>
                </a:solidFill>
                <a:latin typeface="Times New Roman"/>
                <a:ea typeface="Times New Roman"/>
                <a:cs typeface="Times New Roman"/>
                <a:sym typeface="Times New Roman"/>
              </a:rPr>
              <a:t>: </a:t>
            </a:r>
            <a:r>
              <a:rPr lang="en-US" sz="2900" b="0" i="0" dirty="0">
                <a:solidFill>
                  <a:srgbClr val="41484D"/>
                </a:solidFill>
                <a:latin typeface="Times New Roman"/>
                <a:ea typeface="Times New Roman"/>
                <a:cs typeface="Times New Roman"/>
                <a:sym typeface="Times New Roman"/>
              </a:rPr>
              <a:t>In lease financing, there are two parties, viz;</a:t>
            </a:r>
            <a:endParaRPr lang="en-US" sz="2900" dirty="0"/>
          </a:p>
          <a:p>
            <a:pPr marL="0" lvl="0" indent="0" algn="just" rtl="0">
              <a:spcBef>
                <a:spcPts val="1000"/>
              </a:spcBef>
              <a:spcAft>
                <a:spcPts val="0"/>
              </a:spcAft>
              <a:buSzPct val="80000"/>
              <a:buNone/>
            </a:pPr>
            <a:r>
              <a:rPr lang="en-US" sz="2900" b="1" i="0" dirty="0">
                <a:solidFill>
                  <a:srgbClr val="41484D"/>
                </a:solidFill>
                <a:latin typeface="Times New Roman"/>
                <a:ea typeface="Times New Roman"/>
                <a:cs typeface="Times New Roman"/>
                <a:sym typeface="Times New Roman"/>
              </a:rPr>
              <a:t>Lessor</a:t>
            </a:r>
            <a:r>
              <a:rPr lang="en-US" sz="2900" b="0" i="0" dirty="0">
                <a:solidFill>
                  <a:srgbClr val="41484D"/>
                </a:solidFill>
                <a:latin typeface="Times New Roman"/>
                <a:ea typeface="Times New Roman"/>
                <a:cs typeface="Times New Roman"/>
                <a:sym typeface="Times New Roman"/>
              </a:rPr>
              <a:t>, who is the owner of an </a:t>
            </a:r>
            <a:r>
              <a:rPr lang="en-US" sz="2900" b="0" i="0" u="none" strike="noStrike" dirty="0">
                <a:solidFill>
                  <a:schemeClr val="dk1"/>
                </a:solidFill>
                <a:latin typeface="Times New Roman"/>
                <a:ea typeface="Times New Roman"/>
                <a:cs typeface="Times New Roman"/>
                <a:sym typeface="Times New Roman"/>
              </a:rPr>
              <a:t>asset</a:t>
            </a:r>
            <a:r>
              <a:rPr lang="en-US" sz="2900" b="0" i="0" dirty="0">
                <a:solidFill>
                  <a:srgbClr val="41484D"/>
                </a:solidFill>
                <a:latin typeface="Times New Roman"/>
                <a:ea typeface="Times New Roman"/>
                <a:cs typeface="Times New Roman"/>
                <a:sym typeface="Times New Roman"/>
              </a:rPr>
              <a:t>, and </a:t>
            </a:r>
            <a:r>
              <a:rPr lang="en-US" sz="2900" b="1" i="0" dirty="0">
                <a:solidFill>
                  <a:srgbClr val="41484D"/>
                </a:solidFill>
                <a:latin typeface="Times New Roman"/>
                <a:ea typeface="Times New Roman"/>
                <a:cs typeface="Times New Roman"/>
                <a:sym typeface="Times New Roman"/>
              </a:rPr>
              <a:t>Lessee</a:t>
            </a:r>
            <a:r>
              <a:rPr lang="en-US" sz="2900" b="0" i="0" dirty="0">
                <a:solidFill>
                  <a:srgbClr val="41484D"/>
                </a:solidFill>
                <a:latin typeface="Times New Roman"/>
                <a:ea typeface="Times New Roman"/>
                <a:cs typeface="Times New Roman"/>
                <a:sym typeface="Times New Roman"/>
              </a:rPr>
              <a:t>, who is the user of an asset.</a:t>
            </a:r>
            <a:endParaRPr lang="en-US" sz="2900" dirty="0"/>
          </a:p>
          <a:p>
            <a:pPr marL="0" lvl="0" indent="0" algn="just" rtl="0">
              <a:spcBef>
                <a:spcPts val="1000"/>
              </a:spcBef>
              <a:spcAft>
                <a:spcPts val="0"/>
              </a:spcAft>
              <a:buSzPct val="80000"/>
              <a:buNone/>
            </a:pPr>
            <a:r>
              <a:rPr lang="en-US" sz="2900" b="0" i="0" dirty="0">
                <a:solidFill>
                  <a:srgbClr val="41484D"/>
                </a:solidFill>
                <a:latin typeface="Times New Roman"/>
                <a:ea typeface="Times New Roman"/>
                <a:cs typeface="Times New Roman"/>
                <a:sym typeface="Times New Roman"/>
              </a:rPr>
              <a:t>The lessor and lessee enter into an agreement. This agreement is called lease-agreement.</a:t>
            </a:r>
            <a:r>
              <a:rPr lang="en-US" sz="2900" dirty="0">
                <a:ea typeface="Times New Roman"/>
                <a:cs typeface="Times New Roman"/>
              </a:rPr>
              <a:t> </a:t>
            </a:r>
            <a:r>
              <a:rPr lang="en-US" sz="2900" b="0" i="0" dirty="0">
                <a:solidFill>
                  <a:srgbClr val="41484D"/>
                </a:solidFill>
                <a:latin typeface="Times New Roman"/>
                <a:ea typeface="Times New Roman"/>
                <a:cs typeface="Times New Roman"/>
                <a:sym typeface="Times New Roman"/>
              </a:rPr>
              <a:t>The lessee need not spends </a:t>
            </a:r>
            <a:r>
              <a:rPr lang="en-US" sz="2900" b="0" i="0" u="none" strike="noStrike" dirty="0">
                <a:solidFill>
                  <a:schemeClr val="dk1"/>
                </a:solidFill>
                <a:latin typeface="Times New Roman"/>
                <a:ea typeface="Times New Roman"/>
                <a:cs typeface="Times New Roman"/>
                <a:sym typeface="Times New Roman"/>
              </a:rPr>
              <a:t>money</a:t>
            </a:r>
            <a:r>
              <a:rPr lang="en-US" sz="2900" b="0" i="0" dirty="0">
                <a:solidFill>
                  <a:srgbClr val="41484D"/>
                </a:solidFill>
                <a:latin typeface="Times New Roman"/>
                <a:ea typeface="Times New Roman"/>
                <a:cs typeface="Times New Roman"/>
                <a:sym typeface="Times New Roman"/>
              </a:rPr>
              <a:t> for purchasing the assets. Lessee hires (takes) the asset on a lease or rent so that he/she can use the available money for working capital requirements. Lease financing is very simple and economical.</a:t>
            </a:r>
            <a:endParaRPr lang="en-US" sz="2900" dirty="0"/>
          </a:p>
          <a:p>
            <a:pPr marL="0" lvl="0" indent="0" algn="just" rtl="0">
              <a:spcBef>
                <a:spcPts val="1000"/>
              </a:spcBef>
              <a:spcAft>
                <a:spcPts val="0"/>
              </a:spcAft>
              <a:buSzPct val="80000"/>
              <a:buNone/>
            </a:pPr>
            <a:endParaRPr dirty="0"/>
          </a:p>
          <a:p>
            <a:pPr marL="0" lvl="0" indent="0" algn="l" rtl="0">
              <a:spcBef>
                <a:spcPts val="1000"/>
              </a:spcBef>
              <a:spcAft>
                <a:spcPts val="0"/>
              </a:spcAft>
              <a:buSzPct val="79999"/>
              <a:buNone/>
            </a:pPr>
            <a:endParaRPr dirty="0"/>
          </a:p>
        </p:txBody>
      </p:sp>
      <p:sp>
        <p:nvSpPr>
          <p:cNvPr id="430" name="Google Shape;430;p24"/>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657053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11"/>
          <p:cNvSpPr txBox="1">
            <a:spLocks noGrp="1"/>
          </p:cNvSpPr>
          <p:nvPr>
            <p:ph type="body" idx="1"/>
          </p:nvPr>
        </p:nvSpPr>
        <p:spPr>
          <a:xfrm>
            <a:off x="0" y="1524000"/>
            <a:ext cx="9144000" cy="53340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SzPct val="79999"/>
              <a:buNone/>
            </a:pPr>
            <a:r>
              <a:rPr lang="en-US" sz="3600" b="1" dirty="0">
                <a:solidFill>
                  <a:schemeClr val="lt1"/>
                </a:solidFill>
                <a:latin typeface="Times New Roman"/>
                <a:ea typeface="Times New Roman"/>
                <a:cs typeface="Times New Roman"/>
                <a:sym typeface="Times New Roman"/>
              </a:rPr>
              <a:t>						Working Capital</a:t>
            </a:r>
            <a:endParaRPr dirty="0"/>
          </a:p>
          <a:p>
            <a:pPr marL="342900" lvl="0" indent="-342900" algn="just" rtl="0">
              <a:spcBef>
                <a:spcPts val="1000"/>
              </a:spcBef>
              <a:spcAft>
                <a:spcPts val="0"/>
              </a:spcAft>
              <a:buSzPct val="79999"/>
              <a:buChar char="►"/>
            </a:pPr>
            <a:r>
              <a:rPr lang="en-US" sz="1500" i="1" u="sng" dirty="0">
                <a:solidFill>
                  <a:schemeClr val="accent1"/>
                </a:solidFill>
                <a:latin typeface="Times New Roman" panose="02020603050405020304" pitchFamily="18" charset="0"/>
                <a:ea typeface="Times New Roman"/>
                <a:cs typeface="Times New Roman" panose="02020603050405020304" pitchFamily="18" charset="0"/>
                <a:sym typeface="Times New Roman"/>
              </a:rPr>
              <a:t>Working capital </a:t>
            </a:r>
            <a:r>
              <a:rPr lang="en-US" sz="1500" dirty="0">
                <a:latin typeface="Times New Roman" panose="02020603050405020304" pitchFamily="18" charset="0"/>
                <a:ea typeface="Times New Roman"/>
                <a:cs typeface="Times New Roman" panose="02020603050405020304" pitchFamily="18" charset="0"/>
                <a:sym typeface="Times New Roman"/>
              </a:rPr>
              <a:t>is that part of the capital which is required for the financing of current needs of the company. Working capital is usually invested in - </a:t>
            </a:r>
            <a:r>
              <a:rPr lang="en-US" sz="1500" i="1" u="sng" dirty="0">
                <a:latin typeface="Times New Roman" panose="02020603050405020304" pitchFamily="18" charset="0"/>
                <a:ea typeface="Times New Roman"/>
                <a:cs typeface="Times New Roman" panose="02020603050405020304" pitchFamily="18" charset="0"/>
                <a:sym typeface="Times New Roman"/>
              </a:rPr>
              <a:t>Raw materials, accounts receivable, salaries rent, advertisement, plant and machinery maintenance </a:t>
            </a:r>
            <a:r>
              <a:rPr lang="en-US" sz="1500" dirty="0" err="1">
                <a:latin typeface="Times New Roman" panose="02020603050405020304" pitchFamily="18" charset="0"/>
                <a:ea typeface="Times New Roman"/>
                <a:cs typeface="Times New Roman" panose="02020603050405020304" pitchFamily="18" charset="0"/>
                <a:sym typeface="Times New Roman"/>
              </a:rPr>
              <a:t>etc.Since</a:t>
            </a:r>
            <a:r>
              <a:rPr lang="en-US" sz="1500" dirty="0">
                <a:latin typeface="Times New Roman" panose="02020603050405020304" pitchFamily="18" charset="0"/>
                <a:ea typeface="Times New Roman"/>
                <a:cs typeface="Times New Roman" panose="02020603050405020304" pitchFamily="18" charset="0"/>
                <a:sym typeface="Times New Roman"/>
              </a:rPr>
              <a:t> working capital is continuously circulating hence it is also known as “circulating capital”.</a:t>
            </a:r>
            <a:endParaRPr sz="1500" dirty="0">
              <a:latin typeface="Times New Roman" panose="02020603050405020304" pitchFamily="18" charset="0"/>
              <a:cs typeface="Times New Roman" panose="02020603050405020304" pitchFamily="18" charset="0"/>
            </a:endParaRPr>
          </a:p>
          <a:p>
            <a:pPr marL="342900" lvl="0" indent="-342900" algn="just" rtl="0">
              <a:spcBef>
                <a:spcPts val="1000"/>
              </a:spcBef>
              <a:spcAft>
                <a:spcPts val="0"/>
              </a:spcAft>
              <a:buSzPct val="79999"/>
              <a:buChar char="►"/>
            </a:pPr>
            <a:r>
              <a:rPr lang="en-US" sz="1500" dirty="0">
                <a:latin typeface="Times New Roman" panose="02020603050405020304" pitchFamily="18" charset="0"/>
                <a:ea typeface="Times New Roman"/>
                <a:cs typeface="Times New Roman" panose="02020603050405020304" pitchFamily="18" charset="0"/>
                <a:sym typeface="Times New Roman"/>
              </a:rPr>
              <a:t>It is also termed “short term capital” because </a:t>
            </a:r>
            <a:r>
              <a:rPr lang="en-US" sz="1500" i="1" u="sng" dirty="0">
                <a:latin typeface="Times New Roman" panose="02020603050405020304" pitchFamily="18" charset="0"/>
                <a:ea typeface="Times New Roman"/>
                <a:cs typeface="Times New Roman" panose="02020603050405020304" pitchFamily="18" charset="0"/>
                <a:sym typeface="Times New Roman"/>
              </a:rPr>
              <a:t>it's investment is usually for a shorter period</a:t>
            </a:r>
            <a:r>
              <a:rPr lang="en-US" sz="1500" dirty="0">
                <a:latin typeface="Times New Roman" panose="02020603050405020304" pitchFamily="18" charset="0"/>
                <a:ea typeface="Times New Roman"/>
                <a:cs typeface="Times New Roman" panose="02020603050405020304" pitchFamily="18" charset="0"/>
                <a:sym typeface="Times New Roman"/>
              </a:rPr>
              <a:t> as compared to fixed capital.</a:t>
            </a:r>
          </a:p>
          <a:p>
            <a:pPr marL="342900" lvl="0" indent="-342900" algn="just" rtl="0">
              <a:spcBef>
                <a:spcPts val="1000"/>
              </a:spcBef>
              <a:spcAft>
                <a:spcPts val="0"/>
              </a:spcAft>
              <a:buSzPct val="79999"/>
              <a:buChar char="►"/>
            </a:pPr>
            <a:r>
              <a:rPr lang="en-US" sz="1500" dirty="0">
                <a:latin typeface="Times New Roman" panose="02020603050405020304" pitchFamily="18" charset="0"/>
                <a:ea typeface="Times New Roman"/>
                <a:cs typeface="Times New Roman" panose="02020603050405020304" pitchFamily="18" charset="0"/>
                <a:sym typeface="Times New Roman"/>
              </a:rPr>
              <a:t>Types of Working Capital:</a:t>
            </a:r>
            <a:endParaRPr sz="1500" dirty="0">
              <a:latin typeface="Times New Roman" panose="02020603050405020304" pitchFamily="18" charset="0"/>
              <a:ea typeface="Times New Roman"/>
              <a:cs typeface="Times New Roman" panose="02020603050405020304" pitchFamily="18" charset="0"/>
              <a:sym typeface="Times New Roman"/>
            </a:endParaRPr>
          </a:p>
        </p:txBody>
      </p:sp>
      <p:sp>
        <p:nvSpPr>
          <p:cNvPr id="336" name="Google Shape;336;p11"/>
          <p:cNvSpPr txBox="1">
            <a:spLocks noGrp="1"/>
          </p:cNvSpPr>
          <p:nvPr>
            <p:ph type="sldNum" idx="12"/>
          </p:nvPr>
        </p:nvSpPr>
        <p:spPr>
          <a:xfrm>
            <a:off x="7678616" y="295730"/>
            <a:ext cx="791308" cy="7676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12</a:t>
            </a:fld>
            <a:endParaRPr/>
          </a:p>
        </p:txBody>
      </p:sp>
      <p:pic>
        <p:nvPicPr>
          <p:cNvPr id="2" name="Picture 1">
            <a:extLst>
              <a:ext uri="{FF2B5EF4-FFF2-40B4-BE49-F238E27FC236}">
                <a16:creationId xmlns:a16="http://schemas.microsoft.com/office/drawing/2014/main" id="{B62FD146-BC3C-A2D0-5047-BA18BAFAAE16}"/>
              </a:ext>
            </a:extLst>
          </p:cNvPr>
          <p:cNvPicPr>
            <a:picLocks noChangeAspect="1"/>
          </p:cNvPicPr>
          <p:nvPr/>
        </p:nvPicPr>
        <p:blipFill>
          <a:blip r:embed="rId3"/>
          <a:stretch>
            <a:fillRect/>
          </a:stretch>
        </p:blipFill>
        <p:spPr>
          <a:xfrm>
            <a:off x="775253" y="4373216"/>
            <a:ext cx="7694672" cy="218905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7FD29D-8EF7-6084-4827-267283D87E0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13</a:t>
            </a:fld>
            <a:endParaRPr lang="en-US"/>
          </a:p>
        </p:txBody>
      </p:sp>
      <p:pic>
        <p:nvPicPr>
          <p:cNvPr id="3" name="Picture 2">
            <a:extLst>
              <a:ext uri="{FF2B5EF4-FFF2-40B4-BE49-F238E27FC236}">
                <a16:creationId xmlns:a16="http://schemas.microsoft.com/office/drawing/2014/main" id="{78FC2B4F-1B9E-ECB3-D8F1-7A73F50E3852}"/>
              </a:ext>
            </a:extLst>
          </p:cNvPr>
          <p:cNvPicPr>
            <a:picLocks noChangeAspect="1"/>
          </p:cNvPicPr>
          <p:nvPr/>
        </p:nvPicPr>
        <p:blipFill>
          <a:blip r:embed="rId2"/>
          <a:stretch>
            <a:fillRect/>
          </a:stretch>
        </p:blipFill>
        <p:spPr>
          <a:xfrm>
            <a:off x="0" y="-109331"/>
            <a:ext cx="9144000" cy="8140147"/>
          </a:xfrm>
          <a:prstGeom prst="rect">
            <a:avLst/>
          </a:prstGeom>
        </p:spPr>
      </p:pic>
    </p:spTree>
    <p:extLst>
      <p:ext uri="{BB962C8B-B14F-4D97-AF65-F5344CB8AC3E}">
        <p14:creationId xmlns:p14="http://schemas.microsoft.com/office/powerpoint/2010/main" val="23639084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C74838-9875-3E03-58ED-DF4B3C3D5263}"/>
              </a:ext>
            </a:extLst>
          </p:cNvPr>
          <p:cNvSpPr>
            <a:spLocks noGrp="1"/>
          </p:cNvSpPr>
          <p:nvPr>
            <p:ph type="title"/>
          </p:nvPr>
        </p:nvSpPr>
        <p:spPr/>
        <p:txBody>
          <a:bodyPr/>
          <a:lstStyle/>
          <a:p>
            <a:r>
              <a:rPr lang="en-IN" sz="3200" b="1" u="sng" kern="100" dirty="0">
                <a:effectLst/>
                <a:latin typeface="Times New Roman" panose="02020603050405020304" pitchFamily="18" charset="0"/>
                <a:ea typeface="Calibri" panose="020F0502020204030204" pitchFamily="34" charset="0"/>
                <a:cs typeface="Times New Roman" panose="02020603050405020304" pitchFamily="18" charset="0"/>
              </a:rPr>
              <a:t>Financing of a New Venture / Stages of Financing</a:t>
            </a:r>
            <a:endParaRPr lang="en-IN" dirty="0"/>
          </a:p>
        </p:txBody>
      </p:sp>
      <p:sp>
        <p:nvSpPr>
          <p:cNvPr id="4" name="Text Placeholder 3">
            <a:extLst>
              <a:ext uri="{FF2B5EF4-FFF2-40B4-BE49-F238E27FC236}">
                <a16:creationId xmlns:a16="http://schemas.microsoft.com/office/drawing/2014/main" id="{A1F371FD-5FD3-C54A-C765-2DD21C524492}"/>
              </a:ext>
            </a:extLst>
          </p:cNvPr>
          <p:cNvSpPr>
            <a:spLocks noGrp="1"/>
          </p:cNvSpPr>
          <p:nvPr>
            <p:ph type="body" idx="1"/>
          </p:nvPr>
        </p:nvSpPr>
        <p:spPr>
          <a:xfrm>
            <a:off x="228601" y="2176671"/>
            <a:ext cx="8448260" cy="4385600"/>
          </a:xfrm>
        </p:spPr>
        <p:txBody>
          <a:bodyPr>
            <a:normAutofit fontScale="85000" lnSpcReduction="10000"/>
          </a:bodyPr>
          <a:lstStyle/>
          <a:p>
            <a:pPr indent="0" algn="just">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Financing and funding stages for a new venture typically progress in a series of rounds, each corresponding to different stages of the startup's growth and development.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1800" b="1" i="1" u="sng" kern="100" dirty="0">
                <a:effectLst/>
                <a:latin typeface="Times New Roman" panose="02020603050405020304" pitchFamily="18" charset="0"/>
                <a:ea typeface="Calibri" panose="020F0502020204030204" pitchFamily="34" charset="0"/>
                <a:cs typeface="Times New Roman" panose="02020603050405020304" pitchFamily="18" charset="0"/>
              </a:rPr>
              <a:t>Various sources of funding of New Venture:</a:t>
            </a:r>
            <a:endParaRPr lang="en-IN" sz="1800" i="1" u="sng" kern="100" dirty="0">
              <a:effectLst/>
              <a:latin typeface="Calibri" panose="020F0502020204030204" pitchFamily="34" charset="0"/>
              <a:ea typeface="Calibri" panose="020F0502020204030204" pitchFamily="34" charset="0"/>
              <a:cs typeface="Times New Roman" panose="02020603050405020304" pitchFamily="18" charset="0"/>
            </a:endParaRPr>
          </a:p>
          <a:p>
            <a:pPr marL="1179512" indent="-285750" algn="just">
              <a:lnSpc>
                <a:spcPct val="107000"/>
              </a:lnSpc>
              <a:spcAft>
                <a:spcPts val="800"/>
              </a:spcAft>
              <a:buFont typeface="Wingdings" panose="05000000000000000000" pitchFamily="2" charset="2"/>
              <a:buChar char="Ø"/>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1. Seed stage/ Bootstrapping</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179512" indent="-285750" algn="just">
              <a:lnSpc>
                <a:spcPct val="107000"/>
              </a:lnSpc>
              <a:spcAft>
                <a:spcPts val="800"/>
              </a:spcAft>
              <a:buFont typeface="Wingdings" panose="05000000000000000000" pitchFamily="2" charset="2"/>
              <a:buChar char="Ø"/>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 Start-up Stage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179512" indent="-285750" algn="just">
              <a:lnSpc>
                <a:spcPct val="107000"/>
              </a:lnSpc>
              <a:spcAft>
                <a:spcPts val="800"/>
              </a:spcAft>
              <a:buFont typeface="Wingdings" panose="05000000000000000000" pitchFamily="2" charset="2"/>
              <a:buChar char="Ø"/>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3. Series A</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179512" indent="-285750" algn="just">
              <a:lnSpc>
                <a:spcPct val="107000"/>
              </a:lnSpc>
              <a:spcAft>
                <a:spcPts val="800"/>
              </a:spcAft>
              <a:buFont typeface="Wingdings" panose="05000000000000000000" pitchFamily="2" charset="2"/>
              <a:buChar char="Ø"/>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4. Series B, C, etc.</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179512" indent="-285750" algn="just">
              <a:lnSpc>
                <a:spcPct val="107000"/>
              </a:lnSpc>
              <a:spcAft>
                <a:spcPts val="800"/>
              </a:spcAft>
              <a:buFont typeface="Wingdings" panose="05000000000000000000" pitchFamily="2" charset="2"/>
              <a:buChar char="Ø"/>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5. Initial Public Offering (IPO)</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179512" indent="-285750" algn="just">
              <a:lnSpc>
                <a:spcPct val="107000"/>
              </a:lnSpc>
              <a:spcAft>
                <a:spcPts val="800"/>
              </a:spcAft>
              <a:buFont typeface="Wingdings" panose="05000000000000000000" pitchFamily="2" charset="2"/>
              <a:buChar char="Ø"/>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6. Debt Financing</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179512" indent="-285750" algn="just">
              <a:lnSpc>
                <a:spcPct val="107000"/>
              </a:lnSpc>
              <a:spcAft>
                <a:spcPts val="800"/>
              </a:spcAft>
              <a:buFont typeface="Wingdings" panose="05000000000000000000" pitchFamily="2" charset="2"/>
              <a:buChar char="Ø"/>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7. Alternative Funding Sources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2" name="Slide Number Placeholder 1">
            <a:extLst>
              <a:ext uri="{FF2B5EF4-FFF2-40B4-BE49-F238E27FC236}">
                <a16:creationId xmlns:a16="http://schemas.microsoft.com/office/drawing/2014/main" id="{CB39D6FD-19FF-FBB2-D2D8-D8572E2F4E8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852008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F6079-53F5-1944-467E-B703B446B8DE}"/>
              </a:ext>
            </a:extLst>
          </p:cNvPr>
          <p:cNvSpPr>
            <a:spLocks noGrp="1"/>
          </p:cNvSpPr>
          <p:nvPr>
            <p:ph type="title"/>
          </p:nvPr>
        </p:nvSpPr>
        <p:spPr/>
        <p:txBody>
          <a:bodyPr/>
          <a:lstStyle/>
          <a:p>
            <a:r>
              <a:rPr lang="en-IN" sz="3200" b="1" u="sng" kern="100" dirty="0">
                <a:effectLst/>
                <a:latin typeface="Times New Roman" panose="02020603050405020304" pitchFamily="18" charset="0"/>
                <a:ea typeface="Calibri" panose="020F0502020204030204" pitchFamily="34" charset="0"/>
                <a:cs typeface="Times New Roman" panose="02020603050405020304" pitchFamily="18" charset="0"/>
              </a:rPr>
              <a:t>Financing of a New Venture</a:t>
            </a:r>
            <a:endParaRPr lang="en-IN" dirty="0"/>
          </a:p>
        </p:txBody>
      </p:sp>
      <p:sp>
        <p:nvSpPr>
          <p:cNvPr id="3" name="Text Placeholder 2">
            <a:extLst>
              <a:ext uri="{FF2B5EF4-FFF2-40B4-BE49-F238E27FC236}">
                <a16:creationId xmlns:a16="http://schemas.microsoft.com/office/drawing/2014/main" id="{7A996255-DF03-6AD6-957D-92941489DE74}"/>
              </a:ext>
            </a:extLst>
          </p:cNvPr>
          <p:cNvSpPr>
            <a:spLocks noGrp="1"/>
          </p:cNvSpPr>
          <p:nvPr>
            <p:ph type="body" idx="1"/>
          </p:nvPr>
        </p:nvSpPr>
        <p:spPr>
          <a:xfrm>
            <a:off x="37800" y="2156790"/>
            <a:ext cx="9045000" cy="4512367"/>
          </a:xfrm>
        </p:spPr>
        <p:txBody>
          <a:bodyPr>
            <a:normAutofit fontScale="77500" lnSpcReduction="20000"/>
          </a:bodyPr>
          <a:lstStyle/>
          <a:p>
            <a:pPr marL="0" indent="0" algn="just">
              <a:lnSpc>
                <a:spcPct val="160000"/>
              </a:lnSpc>
              <a:spcBef>
                <a:spcPts val="0"/>
              </a:spcBef>
              <a:spcAft>
                <a:spcPts val="800"/>
              </a:spcAft>
              <a:buAutoNum type="arabicPeriod"/>
            </a:pPr>
            <a:r>
              <a:rPr lang="en-IN" sz="1800" b="1" u="sng"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Seed stage /Bootstrapping:</a:t>
            </a:r>
            <a:r>
              <a:rPr lang="en-IN" sz="1800" b="1" u="sng" kern="1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a:t>
            </a:r>
            <a:r>
              <a:rPr lang="en-IN" b="1" u="sng"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In the early stages, founders often rely on their own resources (savings, personal loans, credit cards) to fund the startup.  This self-funding approach is known as bootstrapping. It allows founders to maintain control and ownership of the company without diluting equity.</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60000"/>
              </a:lnSpc>
              <a:spcBef>
                <a:spcPts val="0"/>
              </a:spcBef>
              <a:spcAft>
                <a:spcPts val="800"/>
              </a:spcAft>
              <a:buNone/>
            </a:pPr>
            <a:r>
              <a:rPr lang="en-IN" sz="1800" b="1" u="sng"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2. Start-up Stage:</a:t>
            </a:r>
            <a:r>
              <a:rPr lang="en-IN" sz="1800" u="sng"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The start-upstage is the initial phase of external funding for startups. Seed funding is typically provided by angel investors, incubators, friends and family, or early-stage venture capital firms. Funding at this stage is used to validate the business idea, build a prototype or MVP (Minimum Viable Product), and conduct market research.</a:t>
            </a:r>
          </a:p>
          <a:p>
            <a:pPr marL="0" indent="0" algn="just">
              <a:lnSpc>
                <a:spcPct val="160000"/>
              </a:lnSpc>
              <a:spcBef>
                <a:spcPts val="0"/>
              </a:spcBef>
              <a:spcAft>
                <a:spcPts val="800"/>
              </a:spcAft>
              <a:buNone/>
            </a:pPr>
            <a:r>
              <a:rPr lang="en-IN" sz="1800" b="1" u="sng"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3. Series A :</a:t>
            </a:r>
            <a:r>
              <a:rPr lang="en-IN" sz="1800" u="sng"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The Series A round is the first significant round of institutional funding for startups that have demonstrated market traction and potential for growth. Series A funding is usually provided by venture capital firms and is used to scale the business, expand the team, and further develop the product or service.</a:t>
            </a:r>
          </a:p>
          <a:p>
            <a:pPr marL="0" indent="0" algn="just">
              <a:lnSpc>
                <a:spcPct val="160000"/>
              </a:lnSpc>
              <a:spcBef>
                <a:spcPts val="0"/>
              </a:spcBef>
              <a:spcAft>
                <a:spcPts val="800"/>
              </a:spcAft>
              <a:buNone/>
            </a:pPr>
            <a:r>
              <a:rPr lang="en-IN" sz="1800" b="1" u="sng"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4. Series B, C, etc.:</a:t>
            </a:r>
            <a:r>
              <a:rPr lang="en-IN" sz="1800" u="sng"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Subsequent rounds of funding are referred to as Series B, Series C, and so on. These rounds typically involve larger investment amounts and are aimed at accelerating growth, expanding into new markets, or acquiring competitors. Funding at these stages may come from </a:t>
            </a:r>
            <a:r>
              <a:rPr lang="en-IN" sz="1800" i="1" kern="100" dirty="0">
                <a:effectLst/>
                <a:latin typeface="Times New Roman" panose="02020603050405020304" pitchFamily="18" charset="0"/>
                <a:ea typeface="Calibri" panose="020F0502020204030204" pitchFamily="34" charset="0"/>
                <a:cs typeface="Times New Roman" panose="02020603050405020304" pitchFamily="18" charset="0"/>
              </a:rPr>
              <a:t>venture capital firms, private equity investors, or corporate investors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spcBef>
                <a:spcPts val="0"/>
              </a:spcBef>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77983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40DC7-EE8D-8591-74B3-BB2598EECDD1}"/>
              </a:ext>
            </a:extLst>
          </p:cNvPr>
          <p:cNvSpPr>
            <a:spLocks noGrp="1"/>
          </p:cNvSpPr>
          <p:nvPr>
            <p:ph type="title"/>
          </p:nvPr>
        </p:nvSpPr>
        <p:spPr/>
        <p:txBody>
          <a:bodyPr/>
          <a:lstStyle/>
          <a:p>
            <a:r>
              <a:rPr lang="en-IN" sz="3200" b="1" u="sng" kern="100" dirty="0">
                <a:effectLst/>
                <a:latin typeface="Times New Roman" panose="02020603050405020304" pitchFamily="18" charset="0"/>
                <a:ea typeface="Calibri" panose="020F0502020204030204" pitchFamily="34" charset="0"/>
                <a:cs typeface="Times New Roman" panose="02020603050405020304" pitchFamily="18" charset="0"/>
              </a:rPr>
              <a:t>Financing of a New Venture</a:t>
            </a:r>
            <a:endParaRPr lang="en-IN" dirty="0"/>
          </a:p>
        </p:txBody>
      </p:sp>
      <p:sp>
        <p:nvSpPr>
          <p:cNvPr id="3" name="Text Placeholder 2">
            <a:extLst>
              <a:ext uri="{FF2B5EF4-FFF2-40B4-BE49-F238E27FC236}">
                <a16:creationId xmlns:a16="http://schemas.microsoft.com/office/drawing/2014/main" id="{A103FC9D-C012-CF79-B7E4-8CFB16231B03}"/>
              </a:ext>
            </a:extLst>
          </p:cNvPr>
          <p:cNvSpPr>
            <a:spLocks noGrp="1"/>
          </p:cNvSpPr>
          <p:nvPr>
            <p:ph type="body" idx="1"/>
          </p:nvPr>
        </p:nvSpPr>
        <p:spPr>
          <a:xfrm>
            <a:off x="37800" y="2117035"/>
            <a:ext cx="9045000" cy="4562061"/>
          </a:xfrm>
        </p:spPr>
        <p:txBody>
          <a:bodyPr>
            <a:normAutofit fontScale="77500" lnSpcReduction="20000"/>
          </a:bodyPr>
          <a:lstStyle/>
          <a:p>
            <a:pPr marL="0" indent="0" algn="just">
              <a:lnSpc>
                <a:spcPct val="107000"/>
              </a:lnSpc>
              <a:spcAft>
                <a:spcPts val="800"/>
              </a:spcAft>
              <a:buNone/>
            </a:pPr>
            <a:r>
              <a:rPr lang="en-IN" sz="1800" b="1" u="sng"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5. Initial Public Offering (IPO):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In some cases, successful startups may choose to go public through an initial public offering (IPO). An IPO allows the company to raise capital by selling shares to the public for the first time.  Going public provides liquidity for existing investors and enables the company to access public capital markets for future growth and expansion.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r>
              <a:rPr lang="en-IN" sz="1800" b="1" u="sng"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6. Debt Financing:</a:t>
            </a:r>
            <a:r>
              <a:rPr lang="en-IN" sz="1800" u="sng"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In addition to equity financing, startups may also utilize debt financing as a source of capital. Debt financing involves borrowing money from banks, financial institutions, or alternative lenders, typically in the form of loans or lines of credit. Debt financing can be used to fund specific projects, purchase equipment, or manage cash flow.</a:t>
            </a:r>
          </a:p>
          <a:p>
            <a:pPr marL="0" indent="0" algn="just">
              <a:lnSpc>
                <a:spcPct val="107000"/>
              </a:lnSpc>
              <a:spcAft>
                <a:spcPts val="800"/>
              </a:spcAft>
              <a:buNone/>
            </a:pPr>
            <a:r>
              <a:rPr lang="en-IN" sz="1800" b="1" u="sng"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7. Alternative Funding Sources</a:t>
            </a:r>
            <a:r>
              <a:rPr lang="en-IN" sz="1800" u="sng"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In recent years, alternative funding sources such as crowdfunding platforms, revenue-based financing, and strategic partnerships have emerged as viable options for startups seeking capital. These alternative funding sources offer flexible terms and may be more accessible to certain types of businesses or industries.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indent="0" algn="just">
              <a:lnSpc>
                <a:spcPct val="150000"/>
              </a:lnSpc>
              <a:spcAft>
                <a:spcPts val="800"/>
              </a:spcAft>
              <a:buNone/>
            </a:pPr>
            <a:r>
              <a:rPr lang="en-IN" sz="1800" i="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Each financing and funding stage serves a specific purpose in the growth trajectory of a new venture, from validating the initial idea to scaling and expanding into new markets. It's important for founders to carefully consider their funding needs and objectives at each stage and to seek out the most appropriate sources of capital to support their growth plans. Additionally, founders should be prepared to negotiate terms with investors and to balance the trade-offs between equity dilution, control, and access to capital.</a:t>
            </a:r>
            <a:endParaRPr lang="en-IN" sz="1800" i="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79265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931BC-BAEB-0D78-403F-E5195A80BA95}"/>
              </a:ext>
            </a:extLst>
          </p:cNvPr>
          <p:cNvSpPr>
            <a:spLocks noGrp="1"/>
          </p:cNvSpPr>
          <p:nvPr>
            <p:ph type="title"/>
          </p:nvPr>
        </p:nvSpPr>
        <p:spPr/>
        <p:txBody>
          <a:bodyPr/>
          <a:lstStyle/>
          <a:p>
            <a:r>
              <a:rPr lang="en-IN" sz="1800" b="1" i="1" u="sng" dirty="0">
                <a:effectLst/>
                <a:latin typeface="Calibri" panose="020F0502020204030204" pitchFamily="34" charset="0"/>
                <a:ea typeface="Calibri" panose="020F0502020204030204" pitchFamily="34" charset="0"/>
                <a:cs typeface="Times New Roman" panose="02020603050405020304" pitchFamily="18" charset="0"/>
              </a:rPr>
              <a:t>Financial projections and valuation</a:t>
            </a:r>
            <a:endParaRPr lang="en-IN" dirty="0"/>
          </a:p>
        </p:txBody>
      </p:sp>
      <p:sp>
        <p:nvSpPr>
          <p:cNvPr id="3" name="Text Placeholder 2">
            <a:extLst>
              <a:ext uri="{FF2B5EF4-FFF2-40B4-BE49-F238E27FC236}">
                <a16:creationId xmlns:a16="http://schemas.microsoft.com/office/drawing/2014/main" id="{65CD0D97-3C37-2C6D-52DA-1C034BE6B657}"/>
              </a:ext>
            </a:extLst>
          </p:cNvPr>
          <p:cNvSpPr>
            <a:spLocks noGrp="1"/>
          </p:cNvSpPr>
          <p:nvPr>
            <p:ph type="body" idx="1"/>
          </p:nvPr>
        </p:nvSpPr>
        <p:spPr>
          <a:xfrm>
            <a:off x="0" y="2176670"/>
            <a:ext cx="9082800" cy="4452730"/>
          </a:xfrm>
        </p:spPr>
        <p:txBody>
          <a:bodyPr>
            <a:normAutofit/>
          </a:bodyPr>
          <a:lstStyle/>
          <a:p>
            <a:pPr marL="137160" indent="0">
              <a:lnSpc>
                <a:spcPct val="107000"/>
              </a:lnSpc>
              <a:spcAft>
                <a:spcPts val="800"/>
              </a:spcAft>
              <a:buNone/>
            </a:pPr>
            <a:r>
              <a:rPr lang="en-IN" sz="1800" b="1" i="1" kern="100" dirty="0">
                <a:effectLst/>
                <a:latin typeface="Times New Roman" panose="02020603050405020304" pitchFamily="18" charset="0"/>
                <a:ea typeface="Calibri" panose="020F0502020204030204" pitchFamily="34" charset="0"/>
                <a:cs typeface="Times New Roman" panose="02020603050405020304" pitchFamily="18" charset="0"/>
              </a:rPr>
              <a:t>Financial projections and valuation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are critical aspects when establishing a new firm. Here's a basic outline of steps to undertake:</a:t>
            </a:r>
          </a:p>
          <a:p>
            <a:pPr marL="136525" indent="400050">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1. Market Research			  2. Revenue Projections</a:t>
            </a:r>
          </a:p>
          <a:p>
            <a:pPr marL="136525" indent="400050">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3. Cost Projections		                   4. Cash Flow Projections</a:t>
            </a:r>
          </a:p>
          <a:p>
            <a:pPr marL="136525" indent="400050">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5. Profit &amp; Loss Statement	</a:t>
            </a:r>
            <a:r>
              <a:rPr lang="en-IN" kern="100" dirty="0">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6. Balance Sheet </a:t>
            </a:r>
          </a:p>
          <a:p>
            <a:pPr marL="136525" indent="400050">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7. Valuation Methods		                   8. Discounted Cash Flow (DCF)</a:t>
            </a:r>
          </a:p>
          <a:p>
            <a:pPr marL="136525" indent="400050">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9. Comparable Company Analysis (CCA)	10. Asset-Based Approach</a:t>
            </a:r>
          </a:p>
          <a:p>
            <a:pPr marL="136525" indent="400050">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11. Sensitivity Analysis		                  12. Investor Considerations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73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5D519-FA0B-0630-CD61-C35063B97AB2}"/>
              </a:ext>
            </a:extLst>
          </p:cNvPr>
          <p:cNvSpPr>
            <a:spLocks noGrp="1"/>
          </p:cNvSpPr>
          <p:nvPr>
            <p:ph type="title"/>
          </p:nvPr>
        </p:nvSpPr>
        <p:spPr/>
        <p:txBody>
          <a:bodyPr/>
          <a:lstStyle/>
          <a:p>
            <a:r>
              <a:rPr lang="en-IN" sz="3200" b="1" i="1" u="sng" dirty="0">
                <a:effectLst/>
                <a:latin typeface="Calibri" panose="020F0502020204030204" pitchFamily="34" charset="0"/>
                <a:ea typeface="Calibri" panose="020F0502020204030204" pitchFamily="34" charset="0"/>
                <a:cs typeface="Times New Roman" panose="02020603050405020304" pitchFamily="18" charset="0"/>
              </a:rPr>
              <a:t>Financial projections and valuation</a:t>
            </a:r>
            <a:endParaRPr lang="en-IN" dirty="0"/>
          </a:p>
        </p:txBody>
      </p:sp>
      <p:sp>
        <p:nvSpPr>
          <p:cNvPr id="3" name="Text Placeholder 2">
            <a:extLst>
              <a:ext uri="{FF2B5EF4-FFF2-40B4-BE49-F238E27FC236}">
                <a16:creationId xmlns:a16="http://schemas.microsoft.com/office/drawing/2014/main" id="{FC180B40-A237-9417-4A0E-0C7E9A798342}"/>
              </a:ext>
            </a:extLst>
          </p:cNvPr>
          <p:cNvSpPr>
            <a:spLocks noGrp="1"/>
          </p:cNvSpPr>
          <p:nvPr>
            <p:ph type="body" idx="1"/>
          </p:nvPr>
        </p:nvSpPr>
        <p:spPr>
          <a:xfrm>
            <a:off x="37800" y="2226364"/>
            <a:ext cx="9045000" cy="4343401"/>
          </a:xfrm>
        </p:spPr>
        <p:txBody>
          <a:bodyPr>
            <a:normAutofit fontScale="70000" lnSpcReduction="20000"/>
          </a:bodyPr>
          <a:lstStyle/>
          <a:p>
            <a:pPr marL="137160" indent="0">
              <a:lnSpc>
                <a:spcPct val="107000"/>
              </a:lnSpc>
              <a:spcAft>
                <a:spcPts val="800"/>
              </a:spcAft>
              <a:buNone/>
            </a:pPr>
            <a:r>
              <a:rPr lang="en-IN" sz="1800" b="1" u="sng" kern="100" dirty="0">
                <a:effectLst/>
                <a:latin typeface="Calibri" panose="020F0502020204030204" pitchFamily="34" charset="0"/>
                <a:ea typeface="Calibri" panose="020F0502020204030204" pitchFamily="34" charset="0"/>
                <a:cs typeface="Times New Roman" panose="02020603050405020304" pitchFamily="18" charset="0"/>
              </a:rPr>
              <a:t>1. Market Research: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Conduct thorough market research to understand your target market, competition, and industry trends. This will help you make realistic assumptions for your financial projections.</a:t>
            </a:r>
          </a:p>
          <a:p>
            <a:pPr marL="137160" indent="0">
              <a:lnSpc>
                <a:spcPct val="107000"/>
              </a:lnSpc>
              <a:spcAft>
                <a:spcPts val="800"/>
              </a:spcAft>
              <a:buNone/>
            </a:pPr>
            <a:r>
              <a:rPr lang="en-IN" sz="1800" b="1" u="sng" kern="100" dirty="0">
                <a:effectLst/>
                <a:latin typeface="Calibri" panose="020F0502020204030204" pitchFamily="34" charset="0"/>
                <a:ea typeface="Calibri" panose="020F0502020204030204" pitchFamily="34" charset="0"/>
                <a:cs typeface="Times New Roman" panose="02020603050405020304" pitchFamily="18" charset="0"/>
              </a:rPr>
              <a:t>2. Revenue Projections: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Estimate your future revenue based on your market research, pricing strategy, sales channels, and projected market share. Consider factors such as seasonality, customer acquisition costs, and potential growth.</a:t>
            </a:r>
          </a:p>
          <a:p>
            <a:pPr marL="137160" indent="0">
              <a:lnSpc>
                <a:spcPct val="107000"/>
              </a:lnSpc>
              <a:spcAft>
                <a:spcPts val="800"/>
              </a:spcAft>
              <a:buNone/>
            </a:pPr>
            <a:r>
              <a:rPr lang="en-IN" sz="1900" b="1" u="sng" kern="100" dirty="0">
                <a:effectLst/>
                <a:latin typeface="Calibri" panose="020F0502020204030204" pitchFamily="34" charset="0"/>
                <a:ea typeface="Calibri" panose="020F0502020204030204" pitchFamily="34" charset="0"/>
                <a:cs typeface="Times New Roman" panose="02020603050405020304" pitchFamily="18" charset="0"/>
              </a:rPr>
              <a:t>3. Cost Projections: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Determine your operating expenses including salaries, rent, utilities, marketing, and other overhead costs. Be detailed and realistic in estimating these expenses.</a:t>
            </a:r>
          </a:p>
          <a:p>
            <a:pPr marL="137160" indent="0">
              <a:lnSpc>
                <a:spcPct val="107000"/>
              </a:lnSpc>
              <a:spcAft>
                <a:spcPts val="800"/>
              </a:spcAft>
              <a:buNone/>
            </a:pPr>
            <a:r>
              <a:rPr lang="en-IN" sz="1900" b="1" u="sng" kern="100" dirty="0">
                <a:effectLst/>
                <a:latin typeface="Calibri" panose="020F0502020204030204" pitchFamily="34" charset="0"/>
                <a:ea typeface="Calibri" panose="020F0502020204030204" pitchFamily="34" charset="0"/>
                <a:cs typeface="Times New Roman" panose="02020603050405020304" pitchFamily="18" charset="0"/>
              </a:rPr>
              <a:t>4. Cash Flow Projections: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Forecast your cash flow by integrating your revenue and expense projections. This will help you understand when you might face cash shortages or surpluses. </a:t>
            </a:r>
          </a:p>
          <a:p>
            <a:pPr marL="137160" indent="0">
              <a:lnSpc>
                <a:spcPct val="107000"/>
              </a:lnSpc>
              <a:spcAft>
                <a:spcPts val="800"/>
              </a:spcAft>
              <a:buNone/>
            </a:pPr>
            <a:r>
              <a:rPr lang="en-IN" sz="1800" b="1" u="sng" kern="100" dirty="0">
                <a:effectLst/>
                <a:latin typeface="Calibri" panose="020F0502020204030204" pitchFamily="34" charset="0"/>
                <a:ea typeface="Calibri" panose="020F0502020204030204" pitchFamily="34" charset="0"/>
                <a:cs typeface="Times New Roman" panose="02020603050405020304" pitchFamily="18" charset="0"/>
              </a:rPr>
              <a:t>5. Profit &amp; Loss Statement: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Prepare a projected profit and loss statement (income statement) which summarizes your revenue, expenses, and net income over a specific period (usually monthly or annually).</a:t>
            </a:r>
          </a:p>
          <a:p>
            <a:pPr marL="137160" indent="0">
              <a:lnSpc>
                <a:spcPct val="107000"/>
              </a:lnSpc>
              <a:spcAft>
                <a:spcPts val="800"/>
              </a:spcAft>
              <a:buNone/>
            </a:pPr>
            <a:r>
              <a:rPr lang="en-IN" sz="1800" b="1" u="sng" kern="100" dirty="0">
                <a:effectLst/>
                <a:latin typeface="Calibri" panose="020F0502020204030204" pitchFamily="34" charset="0"/>
                <a:ea typeface="Calibri" panose="020F0502020204030204" pitchFamily="34" charset="0"/>
                <a:cs typeface="Times New Roman" panose="02020603050405020304" pitchFamily="18" charset="0"/>
              </a:rPr>
              <a:t>6. Balance Sheet: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Develop a projected balance sheet which outlines your assets, liabilities, and equity at a specific point in time. This will give you insights into your firm's financial position.</a:t>
            </a:r>
          </a:p>
          <a:p>
            <a:pPr marL="137160" indent="0">
              <a:lnSpc>
                <a:spcPct val="107000"/>
              </a:lnSpc>
              <a:spcAft>
                <a:spcPts val="800"/>
              </a:spcAft>
              <a:buNone/>
            </a:pPr>
            <a:r>
              <a:rPr lang="en-IN" sz="1800" b="1" u="sng" kern="100" dirty="0">
                <a:effectLst/>
                <a:latin typeface="Calibri" panose="020F0502020204030204" pitchFamily="34" charset="0"/>
                <a:ea typeface="Calibri" panose="020F0502020204030204" pitchFamily="34" charset="0"/>
                <a:cs typeface="Times New Roman" panose="02020603050405020304" pitchFamily="18" charset="0"/>
              </a:rPr>
              <a:t>7. Valuation Methods: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There are several methods to value a new firm, including the discounted cash flow (DCF) method, comparable company analysis (CCA), and the asset-based approach. Choose the method that best suits your business model and industry.</a:t>
            </a:r>
          </a:p>
          <a:p>
            <a:pPr marL="137160" indent="0">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556600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DFD6B-1B87-31E7-9192-C49FDD75E9A2}"/>
              </a:ext>
            </a:extLst>
          </p:cNvPr>
          <p:cNvSpPr>
            <a:spLocks noGrp="1"/>
          </p:cNvSpPr>
          <p:nvPr>
            <p:ph type="title"/>
          </p:nvPr>
        </p:nvSpPr>
        <p:spPr/>
        <p:txBody>
          <a:bodyPr/>
          <a:lstStyle/>
          <a:p>
            <a:r>
              <a:rPr lang="en-IN" sz="3200" b="1" i="1" u="sng" dirty="0">
                <a:effectLst/>
                <a:latin typeface="Calibri" panose="020F0502020204030204" pitchFamily="34" charset="0"/>
                <a:ea typeface="Calibri" panose="020F0502020204030204" pitchFamily="34" charset="0"/>
                <a:cs typeface="Times New Roman" panose="02020603050405020304" pitchFamily="18" charset="0"/>
              </a:rPr>
              <a:t>Financial projections and valuation</a:t>
            </a:r>
            <a:endParaRPr lang="en-IN" dirty="0"/>
          </a:p>
        </p:txBody>
      </p:sp>
      <p:sp>
        <p:nvSpPr>
          <p:cNvPr id="3" name="Text Placeholder 2">
            <a:extLst>
              <a:ext uri="{FF2B5EF4-FFF2-40B4-BE49-F238E27FC236}">
                <a16:creationId xmlns:a16="http://schemas.microsoft.com/office/drawing/2014/main" id="{0CAE9E15-2722-A518-017B-D1BA6DD55299}"/>
              </a:ext>
            </a:extLst>
          </p:cNvPr>
          <p:cNvSpPr>
            <a:spLocks noGrp="1"/>
          </p:cNvSpPr>
          <p:nvPr>
            <p:ph type="body" idx="1"/>
          </p:nvPr>
        </p:nvSpPr>
        <p:spPr>
          <a:xfrm>
            <a:off x="37800" y="2236304"/>
            <a:ext cx="9045000" cy="4442792"/>
          </a:xfrm>
        </p:spPr>
        <p:txBody>
          <a:bodyPr>
            <a:normAutofit fontScale="85000" lnSpcReduction="10000"/>
          </a:bodyPr>
          <a:lstStyle/>
          <a:p>
            <a:pPr marL="137160" indent="0">
              <a:buNone/>
            </a:pPr>
            <a:r>
              <a:rPr lang="en-IN" sz="1800" b="1" u="sng" kern="100" dirty="0">
                <a:effectLst/>
                <a:latin typeface="Calibri" panose="020F0502020204030204" pitchFamily="34" charset="0"/>
                <a:ea typeface="Calibri" panose="020F0502020204030204" pitchFamily="34" charset="0"/>
                <a:cs typeface="Times New Roman" panose="02020603050405020304" pitchFamily="18" charset="0"/>
              </a:rPr>
              <a:t>8. Discounted Cash Flow (DCF):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Estimate the present value of your firm's future cash flows. This method considers the time value of money and the risk associated with your business.</a:t>
            </a:r>
          </a:p>
          <a:p>
            <a:pPr marL="137160" indent="0">
              <a:lnSpc>
                <a:spcPct val="107000"/>
              </a:lnSpc>
              <a:spcAft>
                <a:spcPts val="800"/>
              </a:spcAft>
              <a:buNone/>
            </a:pPr>
            <a:r>
              <a:rPr lang="en-IN" sz="1800" b="1" u="sng" kern="100" dirty="0">
                <a:effectLst/>
                <a:latin typeface="Calibri" panose="020F0502020204030204" pitchFamily="34" charset="0"/>
                <a:ea typeface="Calibri" panose="020F0502020204030204" pitchFamily="34" charset="0"/>
                <a:cs typeface="Times New Roman" panose="02020603050405020304" pitchFamily="18" charset="0"/>
              </a:rPr>
              <a:t>9. Comparable Company Analysis (CCA):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Compare your firm to similar publicly traded or privately held companies. Analyse their financial metrics and valuations to estimate your firm's value.</a:t>
            </a:r>
          </a:p>
          <a:p>
            <a:pPr marL="137160" indent="0">
              <a:lnSpc>
                <a:spcPct val="107000"/>
              </a:lnSpc>
              <a:spcAft>
                <a:spcPts val="800"/>
              </a:spcAft>
              <a:buNone/>
            </a:pPr>
            <a:r>
              <a:rPr lang="en-IN" sz="1800" b="1" u="sng" kern="100" dirty="0">
                <a:effectLst/>
                <a:latin typeface="Calibri" panose="020F0502020204030204" pitchFamily="34" charset="0"/>
                <a:ea typeface="Calibri" panose="020F0502020204030204" pitchFamily="34" charset="0"/>
                <a:cs typeface="Times New Roman" panose="02020603050405020304" pitchFamily="18" charset="0"/>
              </a:rPr>
              <a:t>10. Asset-Based Approach: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Calculate the value of your firm's assets minus liabilities. This method is suitable for asset-heavy businesses such as manufacturing or real estate.</a:t>
            </a:r>
          </a:p>
          <a:p>
            <a:pPr marL="137160" indent="0">
              <a:lnSpc>
                <a:spcPct val="107000"/>
              </a:lnSpc>
              <a:spcAft>
                <a:spcPts val="800"/>
              </a:spcAft>
              <a:buNone/>
            </a:pPr>
            <a:r>
              <a:rPr lang="en-IN" sz="1800" b="1" u="sng" kern="100" dirty="0">
                <a:effectLst/>
                <a:latin typeface="Calibri" panose="020F0502020204030204" pitchFamily="34" charset="0"/>
                <a:ea typeface="Calibri" panose="020F0502020204030204" pitchFamily="34" charset="0"/>
                <a:cs typeface="Times New Roman" panose="02020603050405020304" pitchFamily="18" charset="0"/>
              </a:rPr>
              <a:t>11. Sensitivity Analysis: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Perform sensitivity analysis to understand how changes in key assumptions (such as revenue growth rate or discount rate) impact your valuation. </a:t>
            </a:r>
          </a:p>
          <a:p>
            <a:pPr marL="137160" indent="0">
              <a:lnSpc>
                <a:spcPct val="107000"/>
              </a:lnSpc>
              <a:spcAft>
                <a:spcPts val="800"/>
              </a:spcAft>
              <a:buNone/>
            </a:pPr>
            <a:r>
              <a:rPr lang="en-IN" sz="1900" b="1" u="sng" kern="100" dirty="0">
                <a:effectLst/>
                <a:latin typeface="Calibri" panose="020F0502020204030204" pitchFamily="34" charset="0"/>
                <a:ea typeface="Calibri" panose="020F0502020204030204" pitchFamily="34" charset="0"/>
                <a:cs typeface="Times New Roman" panose="02020603050405020304" pitchFamily="18" charset="0"/>
              </a:rPr>
              <a:t>12. Investor Considerations: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If seeking investment, understand the expectations of potential investors regarding returns and risks. Your financial projections and valuation should align with these expectations.</a:t>
            </a:r>
          </a:p>
          <a:p>
            <a:pPr marL="137160" indent="0" algn="just">
              <a:lnSpc>
                <a:spcPct val="107000"/>
              </a:lnSpc>
              <a:spcAft>
                <a:spcPts val="800"/>
              </a:spcAft>
              <a:buNone/>
            </a:pP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	Remember, financial projections and valuation are based on assumptions and estimates, so it's essential to regularly review and update them as your business evolves. Additionally, consulting with financial experts or advisors can provide valuable insights and ensure the accuracy of your projections and valuation.</a:t>
            </a: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996790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E840E-CCD5-B9D3-012E-4E8EBB33A9B9}"/>
              </a:ext>
            </a:extLst>
          </p:cNvPr>
          <p:cNvSpPr>
            <a:spLocks noGrp="1"/>
          </p:cNvSpPr>
          <p:nvPr>
            <p:ph type="title"/>
          </p:nvPr>
        </p:nvSpPr>
        <p:spPr>
          <a:xfrm>
            <a:off x="866440" y="927099"/>
            <a:ext cx="7571882" cy="709865"/>
          </a:xfrm>
        </p:spPr>
        <p:txBody>
          <a:bodyPr/>
          <a:lstStyle/>
          <a:p>
            <a:pPr algn="ctr"/>
            <a:r>
              <a:rPr lang="en-IN" sz="4000" u="sng" dirty="0">
                <a:solidFill>
                  <a:srgbClr val="ED7D31"/>
                </a:solidFill>
                <a:effectLst/>
                <a:latin typeface="Algerian" panose="04020705040A02060702" pitchFamily="82" charset="0"/>
                <a:ea typeface="Calibri" panose="020F0502020204030204" pitchFamily="34" charset="0"/>
                <a:cs typeface="Times New Roman" panose="02020603050405020304" pitchFamily="18" charset="0"/>
              </a:rPr>
              <a:t>financial management</a:t>
            </a:r>
            <a:endParaRPr lang="en-IN" sz="4000" dirty="0"/>
          </a:p>
        </p:txBody>
      </p:sp>
      <p:sp>
        <p:nvSpPr>
          <p:cNvPr id="3" name="Text Placeholder 2">
            <a:extLst>
              <a:ext uri="{FF2B5EF4-FFF2-40B4-BE49-F238E27FC236}">
                <a16:creationId xmlns:a16="http://schemas.microsoft.com/office/drawing/2014/main" id="{C0E40330-8657-6F60-86DC-8476F1397E40}"/>
              </a:ext>
            </a:extLst>
          </p:cNvPr>
          <p:cNvSpPr>
            <a:spLocks noGrp="1"/>
          </p:cNvSpPr>
          <p:nvPr>
            <p:ph type="body" idx="1"/>
          </p:nvPr>
        </p:nvSpPr>
        <p:spPr>
          <a:xfrm>
            <a:off x="37800" y="2196547"/>
            <a:ext cx="9045000" cy="4403035"/>
          </a:xfrm>
        </p:spPr>
        <p:txBody>
          <a:bodyPr>
            <a:normAutofit/>
          </a:bodyPr>
          <a:lstStyle/>
          <a:p>
            <a:pPr algn="just"/>
            <a:r>
              <a:rPr lang="en-IN" sz="2200" b="1" u="sng" dirty="0">
                <a:solidFill>
                  <a:schemeClr val="accent5"/>
                </a:solidFill>
                <a:latin typeface="Times New Roman" panose="02020603050405020304" pitchFamily="18" charset="0"/>
                <a:cs typeface="Times New Roman" panose="02020603050405020304" pitchFamily="18" charset="0"/>
              </a:rPr>
              <a:t>Finance Function / Financial Management:</a:t>
            </a:r>
            <a:r>
              <a:rPr lang="en-US" b="1" i="0" dirty="0">
                <a:solidFill>
                  <a:srgbClr val="222222"/>
                </a:solidFill>
                <a:effectLst/>
                <a:highlight>
                  <a:srgbClr val="FFFFFF"/>
                </a:highlight>
                <a:latin typeface="Times New Roman" panose="02020603050405020304" pitchFamily="18" charset="0"/>
                <a:cs typeface="Times New Roman" panose="02020603050405020304" pitchFamily="18" charset="0"/>
              </a:rPr>
              <a:t>Financial management </a:t>
            </a:r>
            <a:r>
              <a:rPr lang="en-US" b="0" i="0" dirty="0">
                <a:solidFill>
                  <a:srgbClr val="222222"/>
                </a:solidFill>
                <a:effectLst/>
                <a:highlight>
                  <a:srgbClr val="FFFFFF"/>
                </a:highlight>
                <a:latin typeface="Times New Roman" panose="02020603050405020304" pitchFamily="18" charset="0"/>
                <a:cs typeface="Times New Roman" panose="02020603050405020304" pitchFamily="18" charset="0"/>
              </a:rPr>
              <a:t>involves strategically planning, organizing, directing, and controlling an organization’s financial resources to achieve its objectives efficiently and effectively. It encompasses activities such as </a:t>
            </a:r>
            <a:r>
              <a:rPr lang="en-US" b="0" i="1" u="sng" dirty="0">
                <a:solidFill>
                  <a:srgbClr val="222222"/>
                </a:solidFill>
                <a:effectLst/>
                <a:highlight>
                  <a:srgbClr val="FFFFFF"/>
                </a:highlight>
                <a:latin typeface="Times New Roman" panose="02020603050405020304" pitchFamily="18" charset="0"/>
                <a:cs typeface="Times New Roman" panose="02020603050405020304" pitchFamily="18" charset="0"/>
              </a:rPr>
              <a:t>budgeting, forecasting, cash flow management, investment decisions, risk management, and financial reporting. </a:t>
            </a:r>
          </a:p>
          <a:p>
            <a:pPr algn="just">
              <a:lnSpc>
                <a:spcPct val="150000"/>
              </a:lnSpc>
              <a:buFont typeface="Wingdings" panose="05000000000000000000" pitchFamily="2" charset="2"/>
              <a:buChar char="§"/>
            </a:pPr>
            <a:r>
              <a:rPr lang="en-US" b="0" i="0" dirty="0">
                <a:solidFill>
                  <a:srgbClr val="222222"/>
                </a:solidFill>
                <a:effectLst/>
                <a:highlight>
                  <a:srgbClr val="FFFFFF"/>
                </a:highlight>
                <a:latin typeface="Times New Roman" panose="02020603050405020304" pitchFamily="18" charset="0"/>
                <a:cs typeface="Times New Roman" panose="02020603050405020304" pitchFamily="18" charset="0"/>
              </a:rPr>
              <a:t>The primary goal of financial management is </a:t>
            </a:r>
            <a:r>
              <a:rPr lang="en-US" b="0" i="1" u="sng" dirty="0">
                <a:solidFill>
                  <a:srgbClr val="00B050"/>
                </a:solidFill>
                <a:effectLst/>
                <a:highlight>
                  <a:srgbClr val="FFFFFF"/>
                </a:highlight>
                <a:latin typeface="Times New Roman" panose="02020603050405020304" pitchFamily="18" charset="0"/>
                <a:cs typeface="Times New Roman" panose="02020603050405020304" pitchFamily="18" charset="0"/>
              </a:rPr>
              <a:t>to maximize shareholder wealth while ensuring the long-term sustainability and growth of the organization</a:t>
            </a:r>
            <a:r>
              <a:rPr lang="en-US" b="0" i="1" u="sng" dirty="0">
                <a:solidFill>
                  <a:srgbClr val="222222"/>
                </a:solidFill>
                <a:effectLst/>
                <a:highlight>
                  <a:srgbClr val="FFFFFF"/>
                </a:highlight>
                <a:latin typeface="Times New Roman" panose="02020603050405020304" pitchFamily="18" charset="0"/>
                <a:cs typeface="Times New Roman" panose="02020603050405020304" pitchFamily="18" charset="0"/>
              </a:rPr>
              <a:t>. </a:t>
            </a:r>
            <a:r>
              <a:rPr lang="en-US" b="0" i="0" dirty="0">
                <a:solidFill>
                  <a:srgbClr val="222222"/>
                </a:solidFill>
                <a:effectLst/>
                <a:highlight>
                  <a:srgbClr val="FFFFFF"/>
                </a:highlight>
                <a:latin typeface="Times New Roman" panose="02020603050405020304" pitchFamily="18" charset="0"/>
                <a:cs typeface="Times New Roman" panose="02020603050405020304" pitchFamily="18" charset="0"/>
              </a:rPr>
              <a:t>This discipline is crucial for making informed financial decisions, optimizing resource allocation, mitigating risks, and maintaining financial stability.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63781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EE717-9104-DA3A-044E-C3B8822ECC5C}"/>
              </a:ext>
            </a:extLst>
          </p:cNvPr>
          <p:cNvSpPr>
            <a:spLocks noGrp="1"/>
          </p:cNvSpPr>
          <p:nvPr>
            <p:ph type="title"/>
          </p:nvPr>
        </p:nvSpPr>
        <p:spPr/>
        <p:txBody>
          <a:bodyPr/>
          <a:lstStyle/>
          <a:p>
            <a:pPr algn="ctr"/>
            <a:r>
              <a:rPr lang="en-IN" sz="2400" u="sng" dirty="0">
                <a:solidFill>
                  <a:srgbClr val="ED7D31"/>
                </a:solidFill>
                <a:effectLst/>
                <a:latin typeface="Algerian" panose="04020705040A02060702" pitchFamily="82" charset="0"/>
                <a:ea typeface="Calibri" panose="020F0502020204030204" pitchFamily="34" charset="0"/>
                <a:cs typeface="Times New Roman" panose="02020603050405020304" pitchFamily="18" charset="0"/>
              </a:rPr>
              <a:t>OBJECTIVES OF financial management</a:t>
            </a:r>
            <a:endParaRPr lang="en-IN" sz="2400" dirty="0"/>
          </a:p>
        </p:txBody>
      </p:sp>
      <p:sp>
        <p:nvSpPr>
          <p:cNvPr id="3" name="Text Placeholder 2">
            <a:extLst>
              <a:ext uri="{FF2B5EF4-FFF2-40B4-BE49-F238E27FC236}">
                <a16:creationId xmlns:a16="http://schemas.microsoft.com/office/drawing/2014/main" id="{946A529E-AD0D-634D-E1EB-609011257C15}"/>
              </a:ext>
            </a:extLst>
          </p:cNvPr>
          <p:cNvSpPr>
            <a:spLocks noGrp="1"/>
          </p:cNvSpPr>
          <p:nvPr>
            <p:ph type="body" idx="1"/>
          </p:nvPr>
        </p:nvSpPr>
        <p:spPr>
          <a:xfrm>
            <a:off x="37800" y="2196548"/>
            <a:ext cx="9045000" cy="4661452"/>
          </a:xfrm>
        </p:spPr>
        <p:txBody>
          <a:bodyPr>
            <a:normAutofit fontScale="92500" lnSpcReduction="20000"/>
          </a:bodyPr>
          <a:lstStyle/>
          <a:p>
            <a:pPr algn="just">
              <a:lnSpc>
                <a:spcPct val="160000"/>
              </a:lnSpc>
              <a:buFont typeface="+mj-lt"/>
              <a:buAutoNum type="arabicPeriod"/>
            </a:pPr>
            <a:r>
              <a:rPr lang="en-US" b="1" i="0" u="sng" dirty="0">
                <a:solidFill>
                  <a:srgbClr val="00B050"/>
                </a:solidFill>
                <a:effectLst/>
                <a:highlight>
                  <a:srgbClr val="FFFFFF"/>
                </a:highlight>
                <a:latin typeface="Times New Roman" panose="02020603050405020304" pitchFamily="18" charset="0"/>
                <a:cs typeface="Times New Roman" panose="02020603050405020304" pitchFamily="18" charset="0"/>
              </a:rPr>
              <a:t>Assessing Capital Needs: </a:t>
            </a:r>
            <a:r>
              <a:rPr lang="en-US" b="0" i="0" dirty="0">
                <a:solidFill>
                  <a:srgbClr val="222222"/>
                </a:solidFill>
                <a:effectLst/>
                <a:highlight>
                  <a:srgbClr val="FFFFFF"/>
                </a:highlight>
                <a:latin typeface="Times New Roman" panose="02020603050405020304" pitchFamily="18" charset="0"/>
                <a:cs typeface="Times New Roman" panose="02020603050405020304" pitchFamily="18" charset="0"/>
              </a:rPr>
              <a:t>Financial managers need to evaluate factors such as the cost of current and fixed assets, cost of marketing, need for buffer capital, long-term operation, and human resources cost, etc. Successful businesses have clearly defined short-term and long-term financial requirement projections in place.</a:t>
            </a:r>
          </a:p>
          <a:p>
            <a:pPr algn="just">
              <a:lnSpc>
                <a:spcPct val="160000"/>
              </a:lnSpc>
              <a:buFont typeface="+mj-lt"/>
              <a:buAutoNum type="arabicPeriod"/>
            </a:pPr>
            <a:r>
              <a:rPr lang="en-US" b="1" i="0" u="sng" dirty="0">
                <a:solidFill>
                  <a:srgbClr val="00B050"/>
                </a:solidFill>
                <a:effectLst/>
                <a:highlight>
                  <a:srgbClr val="FFFFFF"/>
                </a:highlight>
                <a:latin typeface="Times New Roman" panose="02020603050405020304" pitchFamily="18" charset="0"/>
                <a:cs typeface="Times New Roman" panose="02020603050405020304" pitchFamily="18" charset="0"/>
              </a:rPr>
              <a:t>Determination of Capital Structure: </a:t>
            </a:r>
            <a:r>
              <a:rPr lang="en-US" b="0" i="0" dirty="0">
                <a:solidFill>
                  <a:srgbClr val="222222"/>
                </a:solidFill>
                <a:effectLst/>
                <a:highlight>
                  <a:srgbClr val="FFFFFF"/>
                </a:highlight>
                <a:latin typeface="Times New Roman" panose="02020603050405020304" pitchFamily="18" charset="0"/>
                <a:cs typeface="Times New Roman" panose="02020603050405020304" pitchFamily="18" charset="0"/>
              </a:rPr>
              <a:t>A company’s capital structure is the framework that determines decisions such as debt-equity ratio in the short as well as long term.</a:t>
            </a:r>
          </a:p>
          <a:p>
            <a:pPr algn="just">
              <a:lnSpc>
                <a:spcPct val="160000"/>
              </a:lnSpc>
              <a:buFont typeface="+mj-lt"/>
              <a:buAutoNum type="arabicPeriod"/>
            </a:pPr>
            <a:r>
              <a:rPr lang="en-US" b="1" i="0" u="sng" dirty="0">
                <a:solidFill>
                  <a:srgbClr val="00B050"/>
                </a:solidFill>
                <a:effectLst/>
                <a:highlight>
                  <a:srgbClr val="FFFFFF"/>
                </a:highlight>
                <a:latin typeface="Times New Roman" panose="02020603050405020304" pitchFamily="18" charset="0"/>
                <a:cs typeface="Times New Roman" panose="02020603050405020304" pitchFamily="18" charset="0"/>
              </a:rPr>
              <a:t>Creation of Effective Financial Policies:</a:t>
            </a:r>
            <a:r>
              <a:rPr lang="en-US" b="0" i="0" u="sng" dirty="0">
                <a:solidFill>
                  <a:srgbClr val="00B050"/>
                </a:solidFill>
                <a:effectLst/>
                <a:highlight>
                  <a:srgbClr val="FFFFFF"/>
                </a:highlight>
                <a:latin typeface="Times New Roman" panose="02020603050405020304" pitchFamily="18" charset="0"/>
                <a:cs typeface="Times New Roman" panose="02020603050405020304" pitchFamily="18" charset="0"/>
              </a:rPr>
              <a:t> </a:t>
            </a:r>
            <a:r>
              <a:rPr lang="en-US" b="0" i="0" dirty="0">
                <a:solidFill>
                  <a:srgbClr val="222222"/>
                </a:solidFill>
                <a:effectLst/>
                <a:highlight>
                  <a:srgbClr val="FFFFFF"/>
                </a:highlight>
                <a:latin typeface="Times New Roman" panose="02020603050405020304" pitchFamily="18" charset="0"/>
                <a:cs typeface="Times New Roman" panose="02020603050405020304" pitchFamily="18" charset="0"/>
              </a:rPr>
              <a:t>There is a need to frame efficient financial policies that govern cash control, the lending and borrowing processes, and so on.</a:t>
            </a:r>
          </a:p>
          <a:p>
            <a:pPr algn="just">
              <a:lnSpc>
                <a:spcPct val="160000"/>
              </a:lnSpc>
              <a:buFont typeface="+mj-lt"/>
              <a:buAutoNum type="arabicPeriod"/>
            </a:pPr>
            <a:r>
              <a:rPr lang="en-US" b="1" i="0" u="sng" dirty="0">
                <a:solidFill>
                  <a:srgbClr val="00B050"/>
                </a:solidFill>
                <a:effectLst/>
                <a:highlight>
                  <a:srgbClr val="FFFFFF"/>
                </a:highlight>
                <a:latin typeface="Times New Roman" panose="02020603050405020304" pitchFamily="18" charset="0"/>
                <a:cs typeface="Times New Roman" panose="02020603050405020304" pitchFamily="18" charset="0"/>
              </a:rPr>
              <a:t>Resource Optimization: </a:t>
            </a:r>
            <a:r>
              <a:rPr lang="en-US" b="0" i="0" dirty="0">
                <a:solidFill>
                  <a:srgbClr val="222222"/>
                </a:solidFill>
                <a:effectLst/>
                <a:highlight>
                  <a:srgbClr val="FFFFFF"/>
                </a:highlight>
                <a:latin typeface="Times New Roman" panose="02020603050405020304" pitchFamily="18" charset="0"/>
                <a:cs typeface="Times New Roman" panose="02020603050405020304" pitchFamily="18" charset="0"/>
              </a:rPr>
              <a:t>Great financial managers are able to navigate through different scenarios by making optimum use of the available financial resources. This would reduce the cash burn and increase the cash churn to generate maximum ROI.</a:t>
            </a:r>
          </a:p>
          <a:p>
            <a:endParaRPr lang="en-IN" dirty="0"/>
          </a:p>
        </p:txBody>
      </p:sp>
    </p:spTree>
    <p:extLst>
      <p:ext uri="{BB962C8B-B14F-4D97-AF65-F5344CB8AC3E}">
        <p14:creationId xmlns:p14="http://schemas.microsoft.com/office/powerpoint/2010/main" val="2106886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72852-7B83-840C-CAEB-06A5CDB2316D}"/>
              </a:ext>
            </a:extLst>
          </p:cNvPr>
          <p:cNvSpPr>
            <a:spLocks noGrp="1"/>
          </p:cNvSpPr>
          <p:nvPr>
            <p:ph type="title"/>
          </p:nvPr>
        </p:nvSpPr>
        <p:spPr/>
        <p:txBody>
          <a:bodyPr/>
          <a:lstStyle/>
          <a:p>
            <a:pPr algn="ctr"/>
            <a:r>
              <a:rPr lang="en-IN" sz="2400" u="sng" dirty="0">
                <a:solidFill>
                  <a:srgbClr val="ED7D31"/>
                </a:solidFill>
                <a:effectLst/>
                <a:latin typeface="Algerian" panose="04020705040A02060702" pitchFamily="82" charset="0"/>
                <a:ea typeface="Calibri" panose="020F0502020204030204" pitchFamily="34" charset="0"/>
                <a:cs typeface="Times New Roman" panose="02020603050405020304" pitchFamily="18" charset="0"/>
              </a:rPr>
              <a:t>Introduction to various keywords pertaining to financial management</a:t>
            </a:r>
            <a:endParaRPr lang="en-IN" sz="2400" dirty="0"/>
          </a:p>
        </p:txBody>
      </p:sp>
      <p:sp>
        <p:nvSpPr>
          <p:cNvPr id="3" name="Text Placeholder 2">
            <a:extLst>
              <a:ext uri="{FF2B5EF4-FFF2-40B4-BE49-F238E27FC236}">
                <a16:creationId xmlns:a16="http://schemas.microsoft.com/office/drawing/2014/main" id="{0613B753-1BE7-A8DA-ED53-15C1614C23A0}"/>
              </a:ext>
            </a:extLst>
          </p:cNvPr>
          <p:cNvSpPr>
            <a:spLocks noGrp="1"/>
          </p:cNvSpPr>
          <p:nvPr>
            <p:ph type="body" idx="1"/>
          </p:nvPr>
        </p:nvSpPr>
        <p:spPr>
          <a:xfrm>
            <a:off x="37800" y="2107096"/>
            <a:ext cx="9045000" cy="4750904"/>
          </a:xfrm>
        </p:spPr>
        <p:txBody>
          <a:bodyPr>
            <a:normAutofit fontScale="77500" lnSpcReduction="20000"/>
          </a:bodyPr>
          <a:lstStyle/>
          <a:p>
            <a:pPr>
              <a:lnSpc>
                <a:spcPct val="150000"/>
              </a:lnSpc>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Certainly! Financial management involves a wide array of concepts and terms that are essential for effectively managing finances within an organization or individual's life. Here's an introduction to various keywords pertaining to financial management: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6525" indent="488950">
              <a:lnSpc>
                <a:spcPct val="150000"/>
              </a:lnSpc>
              <a:buNone/>
            </a:pPr>
            <a:r>
              <a:rPr lang="en-IN"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 Budgeting				 9. Asset Allocation</a:t>
            </a:r>
          </a:p>
          <a:p>
            <a:pPr marL="136525" indent="488950">
              <a:lnSpc>
                <a:spcPct val="150000"/>
              </a:lnSpc>
              <a:buNone/>
            </a:pPr>
            <a:r>
              <a:rPr lang="en-IN"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 Cash Flow				 10.Financial Planning </a:t>
            </a:r>
          </a:p>
          <a:p>
            <a:pPr marL="136525" indent="488950">
              <a:lnSpc>
                <a:spcPct val="150000"/>
              </a:lnSpc>
              <a:buNone/>
            </a:pPr>
            <a:r>
              <a:rPr lang="en-IN"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 Financial Statements			 11. Cost of Capital 	</a:t>
            </a:r>
          </a:p>
          <a:p>
            <a:pPr marL="136525" indent="488950">
              <a:lnSpc>
                <a:spcPct val="150000"/>
              </a:lnSpc>
              <a:buNone/>
            </a:pPr>
            <a:r>
              <a:rPr lang="en-IN"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 Risk Management			 12. Financial Ratios</a:t>
            </a:r>
          </a:p>
          <a:p>
            <a:pPr marL="136525" indent="488950">
              <a:lnSpc>
                <a:spcPct val="150000"/>
              </a:lnSpc>
              <a:buNone/>
            </a:pPr>
            <a:r>
              <a:rPr lang="en-IN"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 Investment				 13. Hedging</a:t>
            </a:r>
          </a:p>
          <a:p>
            <a:pPr marL="136525" indent="488950">
              <a:lnSpc>
                <a:spcPct val="150000"/>
              </a:lnSpc>
              <a:buNone/>
            </a:pPr>
            <a:r>
              <a:rPr lang="en-IN"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6. Capital Budgeting			 14. Working Capital Management</a:t>
            </a:r>
          </a:p>
          <a:p>
            <a:pPr marL="136525" indent="488950">
              <a:lnSpc>
                <a:spcPct val="150000"/>
              </a:lnSpc>
              <a:buNone/>
            </a:pPr>
            <a:r>
              <a:rPr lang="en-IN"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7. Financial Analysis			 15. Dividend Policy			</a:t>
            </a:r>
          </a:p>
          <a:p>
            <a:pPr marL="136525" indent="488950">
              <a:lnSpc>
                <a:spcPct val="150000"/>
              </a:lnSpc>
              <a:buNone/>
            </a:pPr>
            <a:r>
              <a:rPr lang="en-IN"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8. Leverage				 16. Mergers and Acquisitions (M&amp;A)</a:t>
            </a:r>
            <a:r>
              <a:rPr lang="en-IN" sz="1800" b="1"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b="1" u="sng" kern="100" dirty="0">
              <a:solidFill>
                <a:schemeClr val="accent2">
                  <a:lumMod val="50000"/>
                </a:schemeClr>
              </a:solidFill>
              <a:latin typeface="Times New Roman" panose="02020603050405020304" pitchFamily="18" charset="0"/>
              <a:ea typeface="Calibri" panose="020F0502020204030204" pitchFamily="34" charset="0"/>
              <a:cs typeface="Times New Roman" panose="02020603050405020304" pitchFamily="18" charset="0"/>
            </a:endParaRPr>
          </a:p>
          <a:p>
            <a:pPr marL="137160" indent="0">
              <a:buNone/>
            </a:pPr>
            <a:endParaRPr lang="en-IN" b="1" u="sng" kern="100" dirty="0">
              <a:solidFill>
                <a:schemeClr val="accent2">
                  <a:lumMod val="50000"/>
                </a:schemeClr>
              </a:solidFill>
              <a:latin typeface="Times New Roman" panose="02020603050405020304" pitchFamily="18" charset="0"/>
              <a:ea typeface="Calibri" panose="020F0502020204030204" pitchFamily="34" charset="0"/>
              <a:cs typeface="Times New Roman" panose="02020603050405020304" pitchFamily="18" charset="0"/>
            </a:endParaRPr>
          </a:p>
          <a:p>
            <a:endParaRPr lang="en-IN" b="1" u="sng" kern="100" dirty="0">
              <a:solidFill>
                <a:schemeClr val="accent2">
                  <a:lumMod val="50000"/>
                </a:schemeClr>
              </a:solidFill>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4096032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0186C-FCBF-7B79-D808-53E3A0882FF7}"/>
              </a:ext>
            </a:extLst>
          </p:cNvPr>
          <p:cNvSpPr>
            <a:spLocks noGrp="1"/>
          </p:cNvSpPr>
          <p:nvPr>
            <p:ph type="title"/>
          </p:nvPr>
        </p:nvSpPr>
        <p:spPr>
          <a:xfrm>
            <a:off x="437323" y="596349"/>
            <a:ext cx="8150086" cy="1093303"/>
          </a:xfrm>
        </p:spPr>
        <p:txBody>
          <a:bodyPr/>
          <a:lstStyle/>
          <a:p>
            <a:pPr algn="ctr"/>
            <a:r>
              <a:rPr lang="en-IN" sz="2400" u="sng" dirty="0">
                <a:solidFill>
                  <a:srgbClr val="ED7D31"/>
                </a:solidFill>
                <a:effectLst/>
                <a:latin typeface="Algerian" panose="04020705040A02060702" pitchFamily="82" charset="0"/>
                <a:ea typeface="Calibri" panose="020F0502020204030204" pitchFamily="34" charset="0"/>
                <a:cs typeface="Times New Roman" panose="02020603050405020304" pitchFamily="18" charset="0"/>
              </a:rPr>
              <a:t>Introduction to various keywords pertaining to financial management</a:t>
            </a:r>
            <a:endParaRPr lang="en-IN" sz="4000" dirty="0"/>
          </a:p>
        </p:txBody>
      </p:sp>
      <p:sp>
        <p:nvSpPr>
          <p:cNvPr id="3" name="Text Placeholder 2">
            <a:extLst>
              <a:ext uri="{FF2B5EF4-FFF2-40B4-BE49-F238E27FC236}">
                <a16:creationId xmlns:a16="http://schemas.microsoft.com/office/drawing/2014/main" id="{E6B7D0A6-5EAB-0C27-BC7B-2BCC815633C5}"/>
              </a:ext>
            </a:extLst>
          </p:cNvPr>
          <p:cNvSpPr>
            <a:spLocks noGrp="1"/>
          </p:cNvSpPr>
          <p:nvPr>
            <p:ph type="body" idx="1"/>
          </p:nvPr>
        </p:nvSpPr>
        <p:spPr>
          <a:xfrm>
            <a:off x="37800" y="2295938"/>
            <a:ext cx="9045000" cy="4562061"/>
          </a:xfrm>
        </p:spPr>
        <p:txBody>
          <a:bodyPr>
            <a:normAutofit fontScale="47500" lnSpcReduction="20000"/>
          </a:bodyPr>
          <a:lstStyle/>
          <a:p>
            <a:pPr marL="137160" indent="0" algn="just">
              <a:lnSpc>
                <a:spcPct val="150000"/>
              </a:lnSpc>
              <a:spcAft>
                <a:spcPts val="800"/>
              </a:spcAft>
              <a:buNone/>
            </a:pPr>
            <a:r>
              <a:rPr lang="en-IN" sz="2300" b="1"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1. Budgeting:</a:t>
            </a:r>
            <a:r>
              <a:rPr lang="en-IN" sz="2300"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300" kern="100" dirty="0">
                <a:effectLst/>
                <a:latin typeface="Times New Roman" panose="02020603050405020304" pitchFamily="18" charset="0"/>
                <a:ea typeface="Calibri" panose="020F0502020204030204" pitchFamily="34" charset="0"/>
                <a:cs typeface="Times New Roman" panose="02020603050405020304" pitchFamily="18" charset="0"/>
              </a:rPr>
              <a:t>The process of creating a plan to manage income and expenses over a specified period, typically monthly or annually.</a:t>
            </a:r>
            <a:endParaRPr lang="en-IN" sz="23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50000"/>
              </a:lnSpc>
              <a:spcAft>
                <a:spcPts val="800"/>
              </a:spcAft>
              <a:buNone/>
            </a:pPr>
            <a:r>
              <a:rPr lang="en-IN" sz="2300" b="1"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2. Cash Flow:</a:t>
            </a:r>
            <a:r>
              <a:rPr lang="en-IN" sz="2300"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300" kern="100" dirty="0">
                <a:effectLst/>
                <a:latin typeface="Times New Roman" panose="02020603050405020304" pitchFamily="18" charset="0"/>
                <a:ea typeface="Calibri" panose="020F0502020204030204" pitchFamily="34" charset="0"/>
                <a:cs typeface="Times New Roman" panose="02020603050405020304" pitchFamily="18" charset="0"/>
              </a:rPr>
              <a:t>The movement of money into and out of a business or individual's accounts, indicating liquidity and financial health.</a:t>
            </a:r>
            <a:endParaRPr lang="en-IN" sz="23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50000"/>
              </a:lnSpc>
              <a:spcAft>
                <a:spcPts val="800"/>
              </a:spcAft>
              <a:buNone/>
            </a:pPr>
            <a:r>
              <a:rPr lang="en-IN" sz="2300" b="1"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3. Financial Statements:</a:t>
            </a:r>
            <a:r>
              <a:rPr lang="en-IN" sz="2300"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300" kern="100" dirty="0">
                <a:effectLst/>
                <a:latin typeface="Times New Roman" panose="02020603050405020304" pitchFamily="18" charset="0"/>
                <a:ea typeface="Calibri" panose="020F0502020204030204" pitchFamily="34" charset="0"/>
                <a:cs typeface="Times New Roman" panose="02020603050405020304" pitchFamily="18" charset="0"/>
              </a:rPr>
              <a:t>Reports that provide a snapshot of an entity's financial position and performance, including the balance sheet, income statement, and cash flow statement.</a:t>
            </a:r>
          </a:p>
          <a:p>
            <a:pPr marL="137160" indent="0" algn="just">
              <a:lnSpc>
                <a:spcPct val="150000"/>
              </a:lnSpc>
              <a:spcAft>
                <a:spcPts val="800"/>
              </a:spcAft>
              <a:buNone/>
            </a:pPr>
            <a:r>
              <a:rPr lang="en-IN" sz="2300" b="1"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4. Risk Management:</a:t>
            </a:r>
            <a:r>
              <a:rPr lang="en-IN" sz="2300"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300" kern="100" dirty="0">
                <a:effectLst/>
                <a:latin typeface="Times New Roman" panose="02020603050405020304" pitchFamily="18" charset="0"/>
                <a:ea typeface="Calibri" panose="020F0502020204030204" pitchFamily="34" charset="0"/>
                <a:cs typeface="Times New Roman" panose="02020603050405020304" pitchFamily="18" charset="0"/>
              </a:rPr>
              <a:t>The process of identifying, assessing, and mitigating potential financial risks that could impact an organization's objectives.</a:t>
            </a:r>
            <a:endParaRPr lang="en-IN" sz="23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50000"/>
              </a:lnSpc>
              <a:spcAft>
                <a:spcPts val="800"/>
              </a:spcAft>
              <a:buNone/>
            </a:pPr>
            <a:r>
              <a:rPr lang="en-IN" sz="2300" b="1"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5. Investment: </a:t>
            </a:r>
            <a:r>
              <a:rPr lang="en-IN" sz="2300" kern="100" dirty="0">
                <a:effectLst/>
                <a:latin typeface="Times New Roman" panose="02020603050405020304" pitchFamily="18" charset="0"/>
                <a:ea typeface="Calibri" panose="020F0502020204030204" pitchFamily="34" charset="0"/>
                <a:cs typeface="Times New Roman" panose="02020603050405020304" pitchFamily="18" charset="0"/>
              </a:rPr>
              <a:t>Allocating funds into assets or securities with the expectation of generating returns over time, balancing risk and return.</a:t>
            </a:r>
            <a:endParaRPr lang="en-IN" sz="23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50000"/>
              </a:lnSpc>
              <a:spcAft>
                <a:spcPts val="800"/>
              </a:spcAft>
              <a:buNone/>
            </a:pPr>
            <a:r>
              <a:rPr lang="en-IN" sz="2300" b="1"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6. Capital Budgeting:</a:t>
            </a:r>
            <a:r>
              <a:rPr lang="en-IN" sz="2300"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300" kern="100" dirty="0">
                <a:effectLst/>
                <a:latin typeface="Times New Roman" panose="02020603050405020304" pitchFamily="18" charset="0"/>
                <a:ea typeface="Calibri" panose="020F0502020204030204" pitchFamily="34" charset="0"/>
                <a:cs typeface="Times New Roman" panose="02020603050405020304" pitchFamily="18" charset="0"/>
              </a:rPr>
              <a:t>Evaluating and selecting long-term investment projects or expenditures that involve significant capital outlay.</a:t>
            </a:r>
            <a:endParaRPr lang="en-IN" sz="23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50000"/>
              </a:lnSpc>
              <a:spcAft>
                <a:spcPts val="800"/>
              </a:spcAft>
              <a:buNone/>
            </a:pPr>
            <a:r>
              <a:rPr lang="en-IN" sz="2300" b="1"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7. Financial Analysis:</a:t>
            </a:r>
            <a:r>
              <a:rPr lang="en-IN" sz="2300"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300" kern="100" dirty="0">
                <a:effectLst/>
                <a:latin typeface="Times New Roman" panose="02020603050405020304" pitchFamily="18" charset="0"/>
                <a:ea typeface="Calibri" panose="020F0502020204030204" pitchFamily="34" charset="0"/>
                <a:cs typeface="Times New Roman" panose="02020603050405020304" pitchFamily="18" charset="0"/>
              </a:rPr>
              <a:t>Assessing the financial performance and position of an entity through quantitative and qualitative techniques</a:t>
            </a:r>
          </a:p>
          <a:p>
            <a:pPr marL="137160" indent="0" algn="just">
              <a:lnSpc>
                <a:spcPct val="150000"/>
              </a:lnSpc>
              <a:spcAft>
                <a:spcPts val="800"/>
              </a:spcAft>
              <a:buNone/>
            </a:pPr>
            <a:r>
              <a:rPr lang="en-IN" sz="2300" b="1"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8. Leverage:</a:t>
            </a:r>
            <a:r>
              <a:rPr lang="en-IN" sz="2300"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300" kern="100" dirty="0">
                <a:effectLst/>
                <a:latin typeface="Times New Roman" panose="02020603050405020304" pitchFamily="18" charset="0"/>
                <a:ea typeface="Calibri" panose="020F0502020204030204" pitchFamily="34" charset="0"/>
                <a:cs typeface="Times New Roman" panose="02020603050405020304" pitchFamily="18" charset="0"/>
              </a:rPr>
              <a:t>The use of borrowed funds to finance investments or operations, amplifying potential returns but also increasing risk.</a:t>
            </a:r>
            <a:endParaRPr lang="en-IN" sz="23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50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buFont typeface="Wingdings" panose="05000000000000000000" pitchFamily="2" charset="2"/>
              <a:buChar char="§"/>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15627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70B99-C5D7-B7C3-03A0-8D9489C05F3D}"/>
              </a:ext>
            </a:extLst>
          </p:cNvPr>
          <p:cNvSpPr>
            <a:spLocks noGrp="1"/>
          </p:cNvSpPr>
          <p:nvPr>
            <p:ph type="title"/>
          </p:nvPr>
        </p:nvSpPr>
        <p:spPr>
          <a:xfrm>
            <a:off x="866439" y="506897"/>
            <a:ext cx="7561943" cy="1130068"/>
          </a:xfrm>
        </p:spPr>
        <p:txBody>
          <a:bodyPr/>
          <a:lstStyle/>
          <a:p>
            <a:pPr algn="ctr"/>
            <a:r>
              <a:rPr lang="en-IN" sz="2000" u="sng" dirty="0">
                <a:solidFill>
                  <a:srgbClr val="ED7D31"/>
                </a:solidFill>
                <a:effectLst/>
                <a:latin typeface="Algerian" panose="04020705040A02060702" pitchFamily="82" charset="0"/>
                <a:ea typeface="Calibri" panose="020F0502020204030204" pitchFamily="34" charset="0"/>
                <a:cs typeface="Times New Roman" panose="02020603050405020304" pitchFamily="18" charset="0"/>
              </a:rPr>
              <a:t>Introduction to various keywords pertaining to financial management</a:t>
            </a:r>
            <a:endParaRPr lang="en-IN" sz="2000" dirty="0"/>
          </a:p>
        </p:txBody>
      </p:sp>
      <p:sp>
        <p:nvSpPr>
          <p:cNvPr id="3" name="Text Placeholder 2">
            <a:extLst>
              <a:ext uri="{FF2B5EF4-FFF2-40B4-BE49-F238E27FC236}">
                <a16:creationId xmlns:a16="http://schemas.microsoft.com/office/drawing/2014/main" id="{0CDFB7C1-4E7B-688F-E8D2-C8029DBF06C0}"/>
              </a:ext>
            </a:extLst>
          </p:cNvPr>
          <p:cNvSpPr>
            <a:spLocks noGrp="1"/>
          </p:cNvSpPr>
          <p:nvPr>
            <p:ph type="body" idx="1"/>
          </p:nvPr>
        </p:nvSpPr>
        <p:spPr>
          <a:xfrm>
            <a:off x="37800" y="2067339"/>
            <a:ext cx="9045000" cy="4790661"/>
          </a:xfrm>
        </p:spPr>
        <p:txBody>
          <a:bodyPr>
            <a:normAutofit fontScale="62500" lnSpcReduction="20000"/>
          </a:bodyPr>
          <a:lstStyle/>
          <a:p>
            <a:pPr marL="137160" indent="0" algn="just">
              <a:lnSpc>
                <a:spcPct val="150000"/>
              </a:lnSpc>
              <a:spcAft>
                <a:spcPts val="800"/>
              </a:spcAft>
              <a:buNone/>
            </a:pPr>
            <a:r>
              <a:rPr lang="en-IN" sz="1800" b="1"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9. Asset Allocation:</a:t>
            </a:r>
            <a:r>
              <a:rPr lang="en-IN" sz="1800"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Distributing investment funds among different asset classes (e.g., stocks, bonds, real estate) to achieve a desired risk-return profile.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50000"/>
              </a:lnSpc>
              <a:spcAft>
                <a:spcPts val="800"/>
              </a:spcAft>
              <a:buNone/>
            </a:pPr>
            <a:r>
              <a:rPr lang="en-IN" sz="1800" b="1"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10.Financial Planning:</a:t>
            </a:r>
            <a:r>
              <a:rPr lang="en-IN" sz="1800"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Developing strategies to achieve financial goals through effective management of resources, income, expenses, and investments.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50000"/>
              </a:lnSpc>
              <a:spcAft>
                <a:spcPts val="800"/>
              </a:spcAft>
              <a:buNone/>
            </a:pPr>
            <a:r>
              <a:rPr lang="en-IN" sz="1800" b="1"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11. Cost of Capital:</a:t>
            </a:r>
            <a:r>
              <a:rPr lang="en-IN" sz="1800"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The rate of return required by investors or lenders to compensate for the risk associated with investing in a particular business or project.</a:t>
            </a:r>
          </a:p>
          <a:p>
            <a:pPr marL="137160" indent="0" algn="just">
              <a:lnSpc>
                <a:spcPct val="150000"/>
              </a:lnSpc>
              <a:spcAft>
                <a:spcPts val="800"/>
              </a:spcAft>
              <a:buNone/>
            </a:pPr>
            <a:r>
              <a:rPr lang="en-IN" sz="1800" b="1"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12. Financial Ratios:</a:t>
            </a:r>
            <a:r>
              <a:rPr lang="en-IN" sz="1800"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Quantitative indicators used to assess various aspects of a company's financial performance and health, such as profitability, liquidity, and efficiency.</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50000"/>
              </a:lnSpc>
              <a:spcAft>
                <a:spcPts val="800"/>
              </a:spcAft>
              <a:buNone/>
            </a:pPr>
            <a:r>
              <a:rPr lang="en-IN" sz="1800" b="1"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13. Hedging: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Using financial instruments or strategies to offset the risk of adverse price movements in assets or liabilities.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50000"/>
              </a:lnSpc>
              <a:spcAft>
                <a:spcPts val="800"/>
              </a:spcAft>
              <a:buNone/>
            </a:pPr>
            <a:r>
              <a:rPr lang="en-IN" sz="1800" b="1"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14. Working Capital Management:</a:t>
            </a:r>
            <a:r>
              <a:rPr lang="en-IN" sz="1800"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Managing the company's short-term assets and liabilities to ensure operational efficiency and liquidity.</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50000"/>
              </a:lnSpc>
              <a:spcAft>
                <a:spcPts val="800"/>
              </a:spcAft>
              <a:buNone/>
            </a:pPr>
            <a:r>
              <a:rPr lang="en-IN" sz="1800" b="1"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15. Dividend Policy:</a:t>
            </a:r>
            <a:r>
              <a:rPr lang="en-IN" sz="1800"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The strategy employed by companies to determine the portion of earnings distributed to shareholders as dividends versus retained for reinvestment.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50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416179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BC5FD-4974-08B1-F9B4-476EC82258FB}"/>
              </a:ext>
            </a:extLst>
          </p:cNvPr>
          <p:cNvSpPr>
            <a:spLocks noGrp="1"/>
          </p:cNvSpPr>
          <p:nvPr>
            <p:ph type="title"/>
          </p:nvPr>
        </p:nvSpPr>
        <p:spPr>
          <a:xfrm>
            <a:off x="866440" y="606288"/>
            <a:ext cx="6345260" cy="954156"/>
          </a:xfrm>
        </p:spPr>
        <p:txBody>
          <a:bodyPr/>
          <a:lstStyle/>
          <a:p>
            <a:pPr algn="ctr"/>
            <a:r>
              <a:rPr lang="en-IN" sz="2000" u="sng" dirty="0">
                <a:solidFill>
                  <a:srgbClr val="ED7D31"/>
                </a:solidFill>
                <a:effectLst/>
                <a:latin typeface="Algerian" panose="04020705040A02060702" pitchFamily="82" charset="0"/>
                <a:ea typeface="Calibri" panose="020F0502020204030204" pitchFamily="34" charset="0"/>
                <a:cs typeface="Times New Roman" panose="02020603050405020304" pitchFamily="18" charset="0"/>
              </a:rPr>
              <a:t>Introduction to various keywords pertaining to financial management</a:t>
            </a:r>
            <a:endParaRPr lang="en-IN" sz="2000" dirty="0"/>
          </a:p>
        </p:txBody>
      </p:sp>
      <p:sp>
        <p:nvSpPr>
          <p:cNvPr id="3" name="Text Placeholder 2">
            <a:extLst>
              <a:ext uri="{FF2B5EF4-FFF2-40B4-BE49-F238E27FC236}">
                <a16:creationId xmlns:a16="http://schemas.microsoft.com/office/drawing/2014/main" id="{B882F23C-FBBF-C531-F4A4-B7A3CAF3D1FB}"/>
              </a:ext>
            </a:extLst>
          </p:cNvPr>
          <p:cNvSpPr>
            <a:spLocks noGrp="1"/>
          </p:cNvSpPr>
          <p:nvPr>
            <p:ph type="body" idx="1"/>
          </p:nvPr>
        </p:nvSpPr>
        <p:spPr>
          <a:xfrm>
            <a:off x="37800" y="2136913"/>
            <a:ext cx="9045000" cy="4572000"/>
          </a:xfrm>
        </p:spPr>
        <p:txBody>
          <a:bodyPr>
            <a:normAutofit/>
          </a:bodyPr>
          <a:lstStyle/>
          <a:p>
            <a:pPr algn="just">
              <a:lnSpc>
                <a:spcPct val="150000"/>
              </a:lnSpc>
              <a:spcAft>
                <a:spcPts val="800"/>
              </a:spcAft>
            </a:pPr>
            <a:r>
              <a:rPr lang="en-IN" sz="1800" b="1"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16. Mergers and Acquisitions (M&amp;A):</a:t>
            </a:r>
            <a:r>
              <a:rPr lang="en-IN" sz="1800" u="sng" kern="100"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Transactions involving the consolidation of companies through various forms such as mergers, acquisitions or takeovers.</a:t>
            </a:r>
          </a:p>
          <a:p>
            <a:pPr marL="715963" indent="-179388" algn="l">
              <a:buFont typeface="Wingdings" panose="05000000000000000000" pitchFamily="2" charset="2"/>
              <a:buChar char="§"/>
              <a:tabLst>
                <a:tab pos="715963" algn="l"/>
              </a:tabLst>
            </a:pPr>
            <a:r>
              <a:rPr lang="en-US" b="1" i="1" dirty="0">
                <a:solidFill>
                  <a:srgbClr val="1C1B18"/>
                </a:solidFill>
                <a:effectLst/>
                <a:highlight>
                  <a:srgbClr val="FFFFFF"/>
                </a:highlight>
                <a:latin typeface="Times New Roman" panose="02020603050405020304" pitchFamily="18" charset="0"/>
                <a:cs typeface="Times New Roman" panose="02020603050405020304" pitchFamily="18" charset="0"/>
              </a:rPr>
              <a:t>Mergers </a:t>
            </a:r>
            <a:r>
              <a:rPr lang="en-US" b="0" i="0" dirty="0">
                <a:solidFill>
                  <a:srgbClr val="1C1B18"/>
                </a:solidFill>
                <a:effectLst/>
                <a:highlight>
                  <a:srgbClr val="FFFFFF"/>
                </a:highlight>
                <a:latin typeface="Times New Roman" panose="02020603050405020304" pitchFamily="18" charset="0"/>
                <a:cs typeface="Times New Roman" panose="02020603050405020304" pitchFamily="18" charset="0"/>
              </a:rPr>
              <a:t>involve two or more equals, while</a:t>
            </a:r>
            <a:r>
              <a:rPr lang="en-US" b="1" i="1" dirty="0">
                <a:solidFill>
                  <a:srgbClr val="1C1B18"/>
                </a:solidFill>
                <a:effectLst/>
                <a:highlight>
                  <a:srgbClr val="FFFFFF"/>
                </a:highlight>
                <a:latin typeface="Times New Roman" panose="02020603050405020304" pitchFamily="18" charset="0"/>
                <a:cs typeface="Times New Roman" panose="02020603050405020304" pitchFamily="18" charset="0"/>
              </a:rPr>
              <a:t> takeovers </a:t>
            </a:r>
            <a:r>
              <a:rPr lang="en-US" b="0" i="0" dirty="0">
                <a:solidFill>
                  <a:srgbClr val="1C1B18"/>
                </a:solidFill>
                <a:effectLst/>
                <a:highlight>
                  <a:srgbClr val="FFFFFF"/>
                </a:highlight>
                <a:latin typeface="Times New Roman" panose="02020603050405020304" pitchFamily="18" charset="0"/>
                <a:cs typeface="Times New Roman" panose="02020603050405020304" pitchFamily="18" charset="0"/>
              </a:rPr>
              <a:t>involve one larger company that takes over a smaller company. Mergers are always agreed upon using mutual consent, while acquisitions may or may not be friendly.</a:t>
            </a:r>
          </a:p>
          <a:p>
            <a:pPr marL="715963" indent="-179388" algn="l">
              <a:buFont typeface="Wingdings" panose="05000000000000000000" pitchFamily="2" charset="2"/>
              <a:buChar char="§"/>
              <a:tabLst>
                <a:tab pos="715963" algn="l"/>
              </a:tabLst>
            </a:pPr>
            <a:r>
              <a:rPr lang="en-US" b="0" i="0" dirty="0">
                <a:solidFill>
                  <a:srgbClr val="1C1B18"/>
                </a:solidFill>
                <a:effectLst/>
                <a:highlight>
                  <a:srgbClr val="FFFFFF"/>
                </a:highlight>
                <a:latin typeface="Times New Roman" panose="02020603050405020304" pitchFamily="18" charset="0"/>
                <a:cs typeface="Times New Roman" panose="02020603050405020304" pitchFamily="18" charset="0"/>
              </a:rPr>
              <a:t>Merged companies choose a new name, while acquired companies often use the parent company’s name. Merged companies issue new shares, while no new shares are issued in a takeover.</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These are just a few of the many keywords and concepts in financial management. Each plays a crucial role in helping individuals and organizations make informed decisions about their finances and investments.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8618016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BC7C9-49B7-9E63-2CFF-FEFB01D11532}"/>
              </a:ext>
            </a:extLst>
          </p:cNvPr>
          <p:cNvSpPr>
            <a:spLocks noGrp="1"/>
          </p:cNvSpPr>
          <p:nvPr>
            <p:ph type="title"/>
          </p:nvPr>
        </p:nvSpPr>
        <p:spPr>
          <a:xfrm>
            <a:off x="866439" y="927099"/>
            <a:ext cx="7740847" cy="709865"/>
          </a:xfrm>
        </p:spPr>
        <p:txBody>
          <a:bodyPr/>
          <a:lstStyle/>
          <a:p>
            <a:pPr algn="ctr"/>
            <a:r>
              <a:rPr lang="en-IN" sz="2800" u="sng" kern="100" dirty="0">
                <a:solidFill>
                  <a:schemeClr val="bg1"/>
                </a:solidFill>
                <a:effectLst/>
                <a:latin typeface="Algerian" panose="04020705040A02060702" pitchFamily="82" charset="0"/>
                <a:ea typeface="Calibri" panose="020F0502020204030204" pitchFamily="34" charset="0"/>
                <a:cs typeface="Times New Roman" panose="02020603050405020304" pitchFamily="18" charset="0"/>
              </a:rPr>
              <a:t>various keywords pertaining to Investment:</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Text Placeholder 2">
            <a:extLst>
              <a:ext uri="{FF2B5EF4-FFF2-40B4-BE49-F238E27FC236}">
                <a16:creationId xmlns:a16="http://schemas.microsoft.com/office/drawing/2014/main" id="{B3786527-21B5-8601-8CA4-00769361CE5A}"/>
              </a:ext>
            </a:extLst>
          </p:cNvPr>
          <p:cNvSpPr>
            <a:spLocks noGrp="1"/>
          </p:cNvSpPr>
          <p:nvPr>
            <p:ph type="body" idx="1"/>
          </p:nvPr>
        </p:nvSpPr>
        <p:spPr>
          <a:xfrm>
            <a:off x="37800" y="2126974"/>
            <a:ext cx="9045000" cy="4820478"/>
          </a:xfrm>
        </p:spPr>
        <p:txBody>
          <a:bodyPr>
            <a:normAutofit fontScale="70000" lnSpcReduction="20000"/>
          </a:bodyPr>
          <a:lstStyle/>
          <a:p>
            <a:pPr marL="137160" indent="0" algn="just">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Certainly! Investment involves allocating resources with the expectation of generating returns in the future. Here are some keywords pertaining to investment: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1. Asset Allocation:</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Distributing investment funds among different asset classes (e.g., stocks, bonds, real estate) to achieve a desired risk-return profile.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 Portfolio Diversification:</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Spreading investments across different assets or securities to reduce overall risk.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3. Risk Management:</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Identifying, assessing, and mitigating potential risks associated with investments to protect capital.</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4. Return on Investment (ROI):</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The measure of profitability or performance of an investment, typically expressed as a percentage of the initial investment.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5. Stocks: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Ownership shares in a corporation, representing a proportional claim on its assets and earnings.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6. Bonds: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Debt securities issued by governments or corporations, typically paying periodic interest and returning the principal amount at maturity.</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7. Mutual Funds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Pooled investment vehicles that invest in a diversified portfolio of securities managed by professional fund managers.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8. Exchange-Traded Funds (ETFs):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Investment funds traded on stock exchanges, representing a basket of assets such as stocks, bonds, or commodities.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5654513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1DD09-F066-C97A-B464-2DD29A0FBA8D}"/>
              </a:ext>
            </a:extLst>
          </p:cNvPr>
          <p:cNvSpPr>
            <a:spLocks noGrp="1"/>
          </p:cNvSpPr>
          <p:nvPr>
            <p:ph type="title"/>
          </p:nvPr>
        </p:nvSpPr>
        <p:spPr>
          <a:xfrm>
            <a:off x="866440" y="927099"/>
            <a:ext cx="7770664" cy="709865"/>
          </a:xfrm>
        </p:spPr>
        <p:txBody>
          <a:bodyPr/>
          <a:lstStyle/>
          <a:p>
            <a:pPr algn="ctr"/>
            <a:r>
              <a:rPr lang="en-IN" sz="3200" u="sng" kern="100" dirty="0">
                <a:solidFill>
                  <a:schemeClr val="bg1"/>
                </a:solidFill>
                <a:effectLst/>
                <a:latin typeface="Algerian" panose="04020705040A02060702" pitchFamily="82" charset="0"/>
                <a:ea typeface="Calibri" panose="020F0502020204030204" pitchFamily="34" charset="0"/>
                <a:cs typeface="Times New Roman" panose="02020603050405020304" pitchFamily="18" charset="0"/>
              </a:rPr>
              <a:t>various keywords pertaining to Investment:</a:t>
            </a:r>
            <a:endParaRPr lang="en-IN" dirty="0"/>
          </a:p>
        </p:txBody>
      </p:sp>
      <p:sp>
        <p:nvSpPr>
          <p:cNvPr id="3" name="Text Placeholder 2">
            <a:extLst>
              <a:ext uri="{FF2B5EF4-FFF2-40B4-BE49-F238E27FC236}">
                <a16:creationId xmlns:a16="http://schemas.microsoft.com/office/drawing/2014/main" id="{680DDE44-71B0-4CB9-606B-25BBD2BD0827}"/>
              </a:ext>
            </a:extLst>
          </p:cNvPr>
          <p:cNvSpPr>
            <a:spLocks noGrp="1"/>
          </p:cNvSpPr>
          <p:nvPr>
            <p:ph type="body" idx="1"/>
          </p:nvPr>
        </p:nvSpPr>
        <p:spPr>
          <a:xfrm>
            <a:off x="196826" y="2156791"/>
            <a:ext cx="9045000" cy="5073966"/>
          </a:xfrm>
        </p:spPr>
        <p:txBody>
          <a:bodyPr>
            <a:normAutofit fontScale="85000" lnSpcReduction="10000"/>
          </a:bodyPr>
          <a:lstStyle/>
          <a:p>
            <a:pPr marL="13716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9. Risk Tolerance</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The degree of uncertainty an investor can handle regarding fluctuations in investment returns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10. Capital Preservation:</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Investment strategies focused on protecting the initial capital from loss or depreciation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11. Long-Term Investing:</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Holding investments for an extended period to capitalize on potential growth and compounding returns.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12.</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Short-Term Investing:</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Buying and selling assets within a relatively short time frame to capitalize on short-term price movements or opportunities.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13. Dividends: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Distributions of earnings by a corporation to its shareholders, typically in the form of cash payments or additional shares.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14. Capital Gains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Profits generated from the sale of an investment at a higher price than its purchase price.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15. Financial Markets: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Platforms where buyers and sellers trade financial assets such as stocks, bonds, currencies, and commodities.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16. Liquidity:</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The ease with which an investment can be converted into cash without significantly impacting its market price.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3935813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1B865-7404-8166-89ED-18639E07E2E8}"/>
              </a:ext>
            </a:extLst>
          </p:cNvPr>
          <p:cNvSpPr>
            <a:spLocks noGrp="1"/>
          </p:cNvSpPr>
          <p:nvPr>
            <p:ph type="title"/>
          </p:nvPr>
        </p:nvSpPr>
        <p:spPr>
          <a:xfrm>
            <a:off x="866440" y="927099"/>
            <a:ext cx="7591760" cy="709865"/>
          </a:xfrm>
        </p:spPr>
        <p:txBody>
          <a:bodyPr/>
          <a:lstStyle/>
          <a:p>
            <a:pPr algn="ctr"/>
            <a:r>
              <a:rPr lang="en-IN" sz="3200" u="sng" kern="100" dirty="0">
                <a:solidFill>
                  <a:schemeClr val="bg1"/>
                </a:solidFill>
                <a:effectLst/>
                <a:latin typeface="Algerian" panose="04020705040A02060702" pitchFamily="82" charset="0"/>
                <a:ea typeface="Calibri" panose="020F0502020204030204" pitchFamily="34" charset="0"/>
                <a:cs typeface="Times New Roman" panose="02020603050405020304" pitchFamily="18" charset="0"/>
              </a:rPr>
              <a:t>various keywords pertaining to Investment:</a:t>
            </a:r>
            <a:endParaRPr lang="en-IN" dirty="0"/>
          </a:p>
        </p:txBody>
      </p:sp>
      <p:sp>
        <p:nvSpPr>
          <p:cNvPr id="3" name="Text Placeholder 2">
            <a:extLst>
              <a:ext uri="{FF2B5EF4-FFF2-40B4-BE49-F238E27FC236}">
                <a16:creationId xmlns:a16="http://schemas.microsoft.com/office/drawing/2014/main" id="{ED25FA24-0C97-ED8D-E13E-2A632E826E8D}"/>
              </a:ext>
            </a:extLst>
          </p:cNvPr>
          <p:cNvSpPr>
            <a:spLocks noGrp="1"/>
          </p:cNvSpPr>
          <p:nvPr>
            <p:ph type="body" idx="1"/>
          </p:nvPr>
        </p:nvSpPr>
        <p:spPr>
          <a:xfrm>
            <a:off x="37800" y="2146852"/>
            <a:ext cx="9045000" cy="3901148"/>
          </a:xfrm>
        </p:spPr>
        <p:txBody>
          <a:bodyPr>
            <a:normAutofit fontScale="92500" lnSpcReduction="10000"/>
          </a:bodyPr>
          <a:lstStyle/>
          <a:p>
            <a:pPr marL="13716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17. Volatility:</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The degree of fluctuation in the price of an investment over a period of time, indicating its riskiness.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18. Fundamental Analysis: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Evaluating the intrinsic value of an investment by analysing factors such as financial statements, economic indicators, and industry trends.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19. Technical Analysis: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Analysing past price movements and trading volume of securities to forecast future price trends.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 Investment Horizon:</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The time frame over which an investor expects to hold an investment before selling it or cashing out.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These keywords provide a foundation for understanding various aspects of investment and are essential for making informed investment decisions.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8395484"/>
      </p:ext>
    </p:extLst>
  </p:cSld>
  <p:clrMapOvr>
    <a:masterClrMapping/>
  </p:clrMapOvr>
</p:sld>
</file>

<file path=ppt/theme/theme1.xml><?xml version="1.0" encoding="utf-8"?>
<a:theme xmlns:a="http://schemas.openxmlformats.org/drawingml/2006/main" name="Ion Boardroom">
  <a:themeElements>
    <a:clrScheme name="Ion Boardroom">
      <a:dk1>
        <a:srgbClr val="000000"/>
      </a:dk1>
      <a:lt1>
        <a:srgbClr val="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383</TotalTime>
  <Words>4139</Words>
  <Application>Microsoft Office PowerPoint</Application>
  <PresentationFormat>On-screen Show (4:3)</PresentationFormat>
  <Paragraphs>221</Paragraphs>
  <Slides>28</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Century Gothic</vt:lpstr>
      <vt:lpstr>Arial</vt:lpstr>
      <vt:lpstr>Calibri</vt:lpstr>
      <vt:lpstr>Algerian</vt:lpstr>
      <vt:lpstr>Noto Sans Symbols</vt:lpstr>
      <vt:lpstr>Verdana</vt:lpstr>
      <vt:lpstr>Wingdings</vt:lpstr>
      <vt:lpstr>Times New Roman</vt:lpstr>
      <vt:lpstr>Rockwell</vt:lpstr>
      <vt:lpstr>Ion Boardroom</vt:lpstr>
      <vt:lpstr>PowerPoint Presentation</vt:lpstr>
      <vt:lpstr>CAPITAL </vt:lpstr>
      <vt:lpstr>PowerPoint Presentation</vt:lpstr>
      <vt:lpstr>Factors determining fixed capital </vt:lpstr>
      <vt:lpstr>Factors determining fixed capital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Financing of a New Venture / Stages of Financing</vt:lpstr>
      <vt:lpstr>Financing of a New Venture</vt:lpstr>
      <vt:lpstr>Financing of a New Venture</vt:lpstr>
      <vt:lpstr>Financial projections and valuation</vt:lpstr>
      <vt:lpstr>Financial projections and valuation</vt:lpstr>
      <vt:lpstr>Financial projections and valuation</vt:lpstr>
      <vt:lpstr>financial management</vt:lpstr>
      <vt:lpstr>OBJECTIVES OF financial management</vt:lpstr>
      <vt:lpstr>Introduction to various keywords pertaining to financial management</vt:lpstr>
      <vt:lpstr>Introduction to various keywords pertaining to financial management</vt:lpstr>
      <vt:lpstr>Introduction to various keywords pertaining to financial management</vt:lpstr>
      <vt:lpstr>Introduction to various keywords pertaining to financial management</vt:lpstr>
      <vt:lpstr>various keywords pertaining to Investment: </vt:lpstr>
      <vt:lpstr>various keywords pertaining to Investment:</vt:lpstr>
      <vt:lpstr>various keywords pertaining to Investment: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kuittho</dc:creator>
  <cp:lastModifiedBy>Erram Ramesh</cp:lastModifiedBy>
  <cp:revision>29</cp:revision>
  <dcterms:created xsi:type="dcterms:W3CDTF">2006-10-04T20:22:07Z</dcterms:created>
  <dcterms:modified xsi:type="dcterms:W3CDTF">2024-06-19T05:39:37Z</dcterms:modified>
</cp:coreProperties>
</file>