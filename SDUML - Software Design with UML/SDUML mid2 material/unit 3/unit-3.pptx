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6" d="100"/>
          <a:sy n="56" d="100"/>
        </p:scale>
        <p:origin x="26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60D5EB-7856-4808-9146-0CAC00915A9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72E0E68-1E5E-4427-B070-3D93A23CD372}">
      <dgm:prSet/>
      <dgm:spPr/>
      <dgm:t>
        <a:bodyPr/>
        <a:lstStyle/>
        <a:p>
          <a:pPr>
            <a:lnSpc>
              <a:spcPct val="100000"/>
            </a:lnSpc>
          </a:pPr>
          <a:r>
            <a:rPr lang="en-GB" b="1" i="0"/>
            <a:t>Identify the Scenario:</a:t>
          </a:r>
          <a:endParaRPr lang="en-US"/>
        </a:p>
      </dgm:t>
    </dgm:pt>
    <dgm:pt modelId="{A6F818BA-A70A-4DD3-8D3C-4410EDAD0794}" type="parTrans" cxnId="{7ACCF2B1-489F-41FE-A602-A13110267B15}">
      <dgm:prSet/>
      <dgm:spPr/>
      <dgm:t>
        <a:bodyPr/>
        <a:lstStyle/>
        <a:p>
          <a:endParaRPr lang="en-US"/>
        </a:p>
      </dgm:t>
    </dgm:pt>
    <dgm:pt modelId="{0CFE7E91-B9F4-4914-8CFC-4E9A498DE3EE}" type="sibTrans" cxnId="{7ACCF2B1-489F-41FE-A602-A13110267B15}">
      <dgm:prSet/>
      <dgm:spPr/>
      <dgm:t>
        <a:bodyPr/>
        <a:lstStyle/>
        <a:p>
          <a:endParaRPr lang="en-US"/>
        </a:p>
      </dgm:t>
    </dgm:pt>
    <dgm:pt modelId="{715FC4EC-2BA3-400A-9DAF-486ADDEAE859}">
      <dgm:prSet/>
      <dgm:spPr/>
      <dgm:t>
        <a:bodyPr/>
        <a:lstStyle/>
        <a:p>
          <a:pPr>
            <a:lnSpc>
              <a:spcPct val="100000"/>
            </a:lnSpc>
          </a:pPr>
          <a:r>
            <a:rPr lang="en-GB" b="0" i="0"/>
            <a:t>Understand the specific scenario or use case that you want to represent in the sequence diagram. This could be a specific interaction between objects or the flow of messages in a particular process.</a:t>
          </a:r>
          <a:endParaRPr lang="en-US"/>
        </a:p>
      </dgm:t>
    </dgm:pt>
    <dgm:pt modelId="{B795C849-49D6-47DC-8577-9AB73F2F8014}" type="parTrans" cxnId="{C5DAFBD2-410C-462F-98C8-8C5617E60143}">
      <dgm:prSet/>
      <dgm:spPr/>
      <dgm:t>
        <a:bodyPr/>
        <a:lstStyle/>
        <a:p>
          <a:endParaRPr lang="en-US"/>
        </a:p>
      </dgm:t>
    </dgm:pt>
    <dgm:pt modelId="{3871824B-9CBC-4536-8590-05B0EEA5DDA3}" type="sibTrans" cxnId="{C5DAFBD2-410C-462F-98C8-8C5617E60143}">
      <dgm:prSet/>
      <dgm:spPr/>
      <dgm:t>
        <a:bodyPr/>
        <a:lstStyle/>
        <a:p>
          <a:endParaRPr lang="en-US"/>
        </a:p>
      </dgm:t>
    </dgm:pt>
    <dgm:pt modelId="{44469CDB-ED3D-4A3F-9C52-400A6A8A082D}">
      <dgm:prSet/>
      <dgm:spPr/>
      <dgm:t>
        <a:bodyPr/>
        <a:lstStyle/>
        <a:p>
          <a:pPr>
            <a:lnSpc>
              <a:spcPct val="100000"/>
            </a:lnSpc>
          </a:pPr>
          <a:r>
            <a:rPr lang="en-GB" b="1" i="0"/>
            <a:t>List the Participants:</a:t>
          </a:r>
          <a:endParaRPr lang="en-US"/>
        </a:p>
      </dgm:t>
    </dgm:pt>
    <dgm:pt modelId="{EA1DA504-3B26-4483-9C4B-7C7D2194B2AE}" type="parTrans" cxnId="{52655877-C5FC-46F2-B02D-176BADA40978}">
      <dgm:prSet/>
      <dgm:spPr/>
      <dgm:t>
        <a:bodyPr/>
        <a:lstStyle/>
        <a:p>
          <a:endParaRPr lang="en-US"/>
        </a:p>
      </dgm:t>
    </dgm:pt>
    <dgm:pt modelId="{E05AA5EB-0DC0-4C86-B4A8-BF600B8B145C}" type="sibTrans" cxnId="{52655877-C5FC-46F2-B02D-176BADA40978}">
      <dgm:prSet/>
      <dgm:spPr/>
      <dgm:t>
        <a:bodyPr/>
        <a:lstStyle/>
        <a:p>
          <a:endParaRPr lang="en-US"/>
        </a:p>
      </dgm:t>
    </dgm:pt>
    <dgm:pt modelId="{0D64F6B4-572A-4398-965C-D59D70ADE701}">
      <dgm:prSet/>
      <dgm:spPr/>
      <dgm:t>
        <a:bodyPr/>
        <a:lstStyle/>
        <a:p>
          <a:pPr>
            <a:lnSpc>
              <a:spcPct val="100000"/>
            </a:lnSpc>
          </a:pPr>
          <a:r>
            <a:rPr lang="en-GB" b="0" i="0"/>
            <a:t>Identify the participants (objects or actors) involved in the scenario. Participants can be users, systems, or external entities.</a:t>
          </a:r>
          <a:endParaRPr lang="en-US"/>
        </a:p>
      </dgm:t>
    </dgm:pt>
    <dgm:pt modelId="{0B98398A-BF95-4277-8B81-6680B9F017C4}" type="parTrans" cxnId="{9DF0BC8D-CF9E-40D7-AE75-1B2F27A40654}">
      <dgm:prSet/>
      <dgm:spPr/>
      <dgm:t>
        <a:bodyPr/>
        <a:lstStyle/>
        <a:p>
          <a:endParaRPr lang="en-US"/>
        </a:p>
      </dgm:t>
    </dgm:pt>
    <dgm:pt modelId="{D8747167-0772-49E4-B1AF-8CC67493CBCA}" type="sibTrans" cxnId="{9DF0BC8D-CF9E-40D7-AE75-1B2F27A40654}">
      <dgm:prSet/>
      <dgm:spPr/>
      <dgm:t>
        <a:bodyPr/>
        <a:lstStyle/>
        <a:p>
          <a:endParaRPr lang="en-US"/>
        </a:p>
      </dgm:t>
    </dgm:pt>
    <dgm:pt modelId="{428A972C-3DCB-4857-9EDF-A3455BF5917B}">
      <dgm:prSet/>
      <dgm:spPr/>
      <dgm:t>
        <a:bodyPr/>
        <a:lstStyle/>
        <a:p>
          <a:pPr>
            <a:lnSpc>
              <a:spcPct val="100000"/>
            </a:lnSpc>
          </a:pPr>
          <a:r>
            <a:rPr lang="en-GB" b="1" i="0"/>
            <a:t>Define Lifelines:</a:t>
          </a:r>
          <a:endParaRPr lang="en-US"/>
        </a:p>
      </dgm:t>
    </dgm:pt>
    <dgm:pt modelId="{4FFA3C55-2FD5-4FFB-9E77-5CD25A9078EA}" type="parTrans" cxnId="{5D974171-7B0B-4AA1-A41D-7E825411445E}">
      <dgm:prSet/>
      <dgm:spPr/>
      <dgm:t>
        <a:bodyPr/>
        <a:lstStyle/>
        <a:p>
          <a:endParaRPr lang="en-US"/>
        </a:p>
      </dgm:t>
    </dgm:pt>
    <dgm:pt modelId="{262DF4EB-FD7C-40B1-B17B-3F33493F22B2}" type="sibTrans" cxnId="{5D974171-7B0B-4AA1-A41D-7E825411445E}">
      <dgm:prSet/>
      <dgm:spPr/>
      <dgm:t>
        <a:bodyPr/>
        <a:lstStyle/>
        <a:p>
          <a:endParaRPr lang="en-US"/>
        </a:p>
      </dgm:t>
    </dgm:pt>
    <dgm:pt modelId="{D7B12924-E98C-435A-AA66-62DED3EC68CC}">
      <dgm:prSet/>
      <dgm:spPr/>
      <dgm:t>
        <a:bodyPr/>
        <a:lstStyle/>
        <a:p>
          <a:pPr>
            <a:lnSpc>
              <a:spcPct val="100000"/>
            </a:lnSpc>
          </a:pPr>
          <a:r>
            <a:rPr lang="en-GB" b="0" i="0"/>
            <a:t>Draw a vertical dashed line for each participant, representing the lifeline of each object over time. The lifeline represents the existence of an object during the interaction.</a:t>
          </a:r>
          <a:endParaRPr lang="en-US"/>
        </a:p>
      </dgm:t>
    </dgm:pt>
    <dgm:pt modelId="{5F65E832-2063-4E90-8748-38437D3CBE6D}" type="parTrans" cxnId="{15B93AE5-365E-428C-856D-A18AF9C5E997}">
      <dgm:prSet/>
      <dgm:spPr/>
      <dgm:t>
        <a:bodyPr/>
        <a:lstStyle/>
        <a:p>
          <a:endParaRPr lang="en-US"/>
        </a:p>
      </dgm:t>
    </dgm:pt>
    <dgm:pt modelId="{F30E6505-1769-4B2D-AB9F-8EDB6C16DCDD}" type="sibTrans" cxnId="{15B93AE5-365E-428C-856D-A18AF9C5E997}">
      <dgm:prSet/>
      <dgm:spPr/>
      <dgm:t>
        <a:bodyPr/>
        <a:lstStyle/>
        <a:p>
          <a:endParaRPr lang="en-US"/>
        </a:p>
      </dgm:t>
    </dgm:pt>
    <dgm:pt modelId="{D3B58B12-B020-4AED-B2E5-0BBFB6BA418C}">
      <dgm:prSet/>
      <dgm:spPr/>
      <dgm:t>
        <a:bodyPr/>
        <a:lstStyle/>
        <a:p>
          <a:pPr>
            <a:lnSpc>
              <a:spcPct val="100000"/>
            </a:lnSpc>
          </a:pPr>
          <a:r>
            <a:rPr lang="en-GB" b="1" i="0"/>
            <a:t>Arrange Lifelines:</a:t>
          </a:r>
          <a:endParaRPr lang="en-US"/>
        </a:p>
      </dgm:t>
    </dgm:pt>
    <dgm:pt modelId="{0FB09241-EA13-43AF-9086-96F05C109C48}" type="parTrans" cxnId="{E3A7F8B3-F1CC-4ECC-BDD0-485A7739ADB5}">
      <dgm:prSet/>
      <dgm:spPr/>
      <dgm:t>
        <a:bodyPr/>
        <a:lstStyle/>
        <a:p>
          <a:endParaRPr lang="en-US"/>
        </a:p>
      </dgm:t>
    </dgm:pt>
    <dgm:pt modelId="{ADE51185-CA06-418B-BF58-88A70890924F}" type="sibTrans" cxnId="{E3A7F8B3-F1CC-4ECC-BDD0-485A7739ADB5}">
      <dgm:prSet/>
      <dgm:spPr/>
      <dgm:t>
        <a:bodyPr/>
        <a:lstStyle/>
        <a:p>
          <a:endParaRPr lang="en-US"/>
        </a:p>
      </dgm:t>
    </dgm:pt>
    <dgm:pt modelId="{4CDFE3C3-D62D-495F-BBAA-49C745CE9905}">
      <dgm:prSet/>
      <dgm:spPr/>
      <dgm:t>
        <a:bodyPr/>
        <a:lstStyle/>
        <a:p>
          <a:pPr>
            <a:lnSpc>
              <a:spcPct val="100000"/>
            </a:lnSpc>
          </a:pPr>
          <a:r>
            <a:rPr lang="en-GB" b="0" i="0"/>
            <a:t>Position the lifelines horizontally in the order of their involvement in the interaction. This helps in visualizing the flow of messages between participants.</a:t>
          </a:r>
          <a:endParaRPr lang="en-US"/>
        </a:p>
      </dgm:t>
    </dgm:pt>
    <dgm:pt modelId="{E4FC95B6-0066-4E1F-8B9E-4362C0DD86FE}" type="parTrans" cxnId="{9391B718-5636-413B-A75A-61D8C2642154}">
      <dgm:prSet/>
      <dgm:spPr/>
      <dgm:t>
        <a:bodyPr/>
        <a:lstStyle/>
        <a:p>
          <a:endParaRPr lang="en-US"/>
        </a:p>
      </dgm:t>
    </dgm:pt>
    <dgm:pt modelId="{CBEB22C6-1A85-4885-A719-E45C3EEF9D6E}" type="sibTrans" cxnId="{9391B718-5636-413B-A75A-61D8C2642154}">
      <dgm:prSet/>
      <dgm:spPr/>
      <dgm:t>
        <a:bodyPr/>
        <a:lstStyle/>
        <a:p>
          <a:endParaRPr lang="en-US"/>
        </a:p>
      </dgm:t>
    </dgm:pt>
    <dgm:pt modelId="{0E89B3DD-4BBA-4588-A559-DC16F77FF098}" type="pres">
      <dgm:prSet presAssocID="{F860D5EB-7856-4808-9146-0CAC00915A9F}" presName="root" presStyleCnt="0">
        <dgm:presLayoutVars>
          <dgm:dir/>
          <dgm:resizeHandles val="exact"/>
        </dgm:presLayoutVars>
      </dgm:prSet>
      <dgm:spPr/>
    </dgm:pt>
    <dgm:pt modelId="{7CFE0E17-1F98-420B-8B03-73D205C2F2C8}" type="pres">
      <dgm:prSet presAssocID="{872E0E68-1E5E-4427-B070-3D93A23CD372}" presName="compNode" presStyleCnt="0"/>
      <dgm:spPr/>
    </dgm:pt>
    <dgm:pt modelId="{B0248A9D-28EB-4FB8-91CC-F24A6A0653B5}" type="pres">
      <dgm:prSet presAssocID="{872E0E68-1E5E-4427-B070-3D93A23CD372}" presName="bgRect" presStyleLbl="bgShp" presStyleIdx="0" presStyleCnt="4"/>
      <dgm:spPr/>
    </dgm:pt>
    <dgm:pt modelId="{A535FAC9-E91D-42AD-8427-56A9B8D57532}" type="pres">
      <dgm:prSet presAssocID="{872E0E68-1E5E-4427-B070-3D93A23CD37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E08567A8-2059-49C1-BF41-5207432735E4}" type="pres">
      <dgm:prSet presAssocID="{872E0E68-1E5E-4427-B070-3D93A23CD372}" presName="spaceRect" presStyleCnt="0"/>
      <dgm:spPr/>
    </dgm:pt>
    <dgm:pt modelId="{575D8ED5-A979-4681-96E0-316EEC493704}" type="pres">
      <dgm:prSet presAssocID="{872E0E68-1E5E-4427-B070-3D93A23CD372}" presName="parTx" presStyleLbl="revTx" presStyleIdx="0" presStyleCnt="8">
        <dgm:presLayoutVars>
          <dgm:chMax val="0"/>
          <dgm:chPref val="0"/>
        </dgm:presLayoutVars>
      </dgm:prSet>
      <dgm:spPr/>
    </dgm:pt>
    <dgm:pt modelId="{5B2C5B62-C67B-44AF-8CCC-FE786633807F}" type="pres">
      <dgm:prSet presAssocID="{872E0E68-1E5E-4427-B070-3D93A23CD372}" presName="desTx" presStyleLbl="revTx" presStyleIdx="1" presStyleCnt="8">
        <dgm:presLayoutVars/>
      </dgm:prSet>
      <dgm:spPr/>
    </dgm:pt>
    <dgm:pt modelId="{8818B77D-7181-4CA9-8762-A0E439C464A5}" type="pres">
      <dgm:prSet presAssocID="{0CFE7E91-B9F4-4914-8CFC-4E9A498DE3EE}" presName="sibTrans" presStyleCnt="0"/>
      <dgm:spPr/>
    </dgm:pt>
    <dgm:pt modelId="{FC8AC796-A998-4749-B3CA-B29C408E91DF}" type="pres">
      <dgm:prSet presAssocID="{44469CDB-ED3D-4A3F-9C52-400A6A8A082D}" presName="compNode" presStyleCnt="0"/>
      <dgm:spPr/>
    </dgm:pt>
    <dgm:pt modelId="{F16AF904-848B-41CA-B178-04C39C802344}" type="pres">
      <dgm:prSet presAssocID="{44469CDB-ED3D-4A3F-9C52-400A6A8A082D}" presName="bgRect" presStyleLbl="bgShp" presStyleIdx="1" presStyleCnt="4"/>
      <dgm:spPr/>
    </dgm:pt>
    <dgm:pt modelId="{6904E77D-2197-44E1-A10F-2732D2BF5AA5}" type="pres">
      <dgm:prSet presAssocID="{44469CDB-ED3D-4A3F-9C52-400A6A8A082D}"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rama"/>
        </a:ext>
      </dgm:extLst>
    </dgm:pt>
    <dgm:pt modelId="{7290C5DA-11DE-4C79-B6D0-1059174E1BE1}" type="pres">
      <dgm:prSet presAssocID="{44469CDB-ED3D-4A3F-9C52-400A6A8A082D}" presName="spaceRect" presStyleCnt="0"/>
      <dgm:spPr/>
    </dgm:pt>
    <dgm:pt modelId="{8363A1B2-6C01-4308-9B04-F0CE791023DB}" type="pres">
      <dgm:prSet presAssocID="{44469CDB-ED3D-4A3F-9C52-400A6A8A082D}" presName="parTx" presStyleLbl="revTx" presStyleIdx="2" presStyleCnt="8">
        <dgm:presLayoutVars>
          <dgm:chMax val="0"/>
          <dgm:chPref val="0"/>
        </dgm:presLayoutVars>
      </dgm:prSet>
      <dgm:spPr/>
    </dgm:pt>
    <dgm:pt modelId="{50663133-7586-4AC7-B0B1-33DFC34561E4}" type="pres">
      <dgm:prSet presAssocID="{44469CDB-ED3D-4A3F-9C52-400A6A8A082D}" presName="desTx" presStyleLbl="revTx" presStyleIdx="3" presStyleCnt="8">
        <dgm:presLayoutVars/>
      </dgm:prSet>
      <dgm:spPr/>
    </dgm:pt>
    <dgm:pt modelId="{DEDB72BF-BC93-4AE9-BC37-0D345479048E}" type="pres">
      <dgm:prSet presAssocID="{E05AA5EB-0DC0-4C86-B4A8-BF600B8B145C}" presName="sibTrans" presStyleCnt="0"/>
      <dgm:spPr/>
    </dgm:pt>
    <dgm:pt modelId="{F26154E5-57AA-4278-BE1D-A34DD20C4A3B}" type="pres">
      <dgm:prSet presAssocID="{428A972C-3DCB-4857-9EDF-A3455BF5917B}" presName="compNode" presStyleCnt="0"/>
      <dgm:spPr/>
    </dgm:pt>
    <dgm:pt modelId="{CCBF989A-F9D9-4265-9CB3-C61546452F42}" type="pres">
      <dgm:prSet presAssocID="{428A972C-3DCB-4857-9EDF-A3455BF5917B}" presName="bgRect" presStyleLbl="bgShp" presStyleIdx="2" presStyleCnt="4"/>
      <dgm:spPr/>
    </dgm:pt>
    <dgm:pt modelId="{4D39370D-BAC1-4386-8541-5927304F090D}" type="pres">
      <dgm:prSet presAssocID="{428A972C-3DCB-4857-9EDF-A3455BF5917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rawing Compass"/>
        </a:ext>
      </dgm:extLst>
    </dgm:pt>
    <dgm:pt modelId="{6C984AC4-C83A-410E-9FC0-B515C7671887}" type="pres">
      <dgm:prSet presAssocID="{428A972C-3DCB-4857-9EDF-A3455BF5917B}" presName="spaceRect" presStyleCnt="0"/>
      <dgm:spPr/>
    </dgm:pt>
    <dgm:pt modelId="{6BA5CCB2-793D-4FCC-B76F-076FEF588B58}" type="pres">
      <dgm:prSet presAssocID="{428A972C-3DCB-4857-9EDF-A3455BF5917B}" presName="parTx" presStyleLbl="revTx" presStyleIdx="4" presStyleCnt="8">
        <dgm:presLayoutVars>
          <dgm:chMax val="0"/>
          <dgm:chPref val="0"/>
        </dgm:presLayoutVars>
      </dgm:prSet>
      <dgm:spPr/>
    </dgm:pt>
    <dgm:pt modelId="{8F87BDDF-6474-4793-9D4A-B86C13582AE0}" type="pres">
      <dgm:prSet presAssocID="{428A972C-3DCB-4857-9EDF-A3455BF5917B}" presName="desTx" presStyleLbl="revTx" presStyleIdx="5" presStyleCnt="8">
        <dgm:presLayoutVars/>
      </dgm:prSet>
      <dgm:spPr/>
    </dgm:pt>
    <dgm:pt modelId="{7F4B59EA-7358-46FA-A599-D477DE58B4D7}" type="pres">
      <dgm:prSet presAssocID="{262DF4EB-FD7C-40B1-B17B-3F33493F22B2}" presName="sibTrans" presStyleCnt="0"/>
      <dgm:spPr/>
    </dgm:pt>
    <dgm:pt modelId="{2C143DFF-2D55-4127-9A1C-15AF37E661C0}" type="pres">
      <dgm:prSet presAssocID="{D3B58B12-B020-4AED-B2E5-0BBFB6BA418C}" presName="compNode" presStyleCnt="0"/>
      <dgm:spPr/>
    </dgm:pt>
    <dgm:pt modelId="{441DAB08-64AE-4883-8D0A-FE0871F1C1D2}" type="pres">
      <dgm:prSet presAssocID="{D3B58B12-B020-4AED-B2E5-0BBFB6BA418C}" presName="bgRect" presStyleLbl="bgShp" presStyleIdx="3" presStyleCnt="4"/>
      <dgm:spPr/>
    </dgm:pt>
    <dgm:pt modelId="{E8C5E960-3272-4A6C-8FD1-9A139C98C5AC}" type="pres">
      <dgm:prSet presAssocID="{D3B58B12-B020-4AED-B2E5-0BBFB6BA418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ubtitles"/>
        </a:ext>
      </dgm:extLst>
    </dgm:pt>
    <dgm:pt modelId="{DA27ADF1-2709-4392-8533-1792C0D53265}" type="pres">
      <dgm:prSet presAssocID="{D3B58B12-B020-4AED-B2E5-0BBFB6BA418C}" presName="spaceRect" presStyleCnt="0"/>
      <dgm:spPr/>
    </dgm:pt>
    <dgm:pt modelId="{AF5743BC-AB96-4C5B-9630-027D60F46ABB}" type="pres">
      <dgm:prSet presAssocID="{D3B58B12-B020-4AED-B2E5-0BBFB6BA418C}" presName="parTx" presStyleLbl="revTx" presStyleIdx="6" presStyleCnt="8">
        <dgm:presLayoutVars>
          <dgm:chMax val="0"/>
          <dgm:chPref val="0"/>
        </dgm:presLayoutVars>
      </dgm:prSet>
      <dgm:spPr/>
    </dgm:pt>
    <dgm:pt modelId="{706F4339-5138-4F44-887F-2F5A324F57BB}" type="pres">
      <dgm:prSet presAssocID="{D3B58B12-B020-4AED-B2E5-0BBFB6BA418C}" presName="desTx" presStyleLbl="revTx" presStyleIdx="7" presStyleCnt="8">
        <dgm:presLayoutVars/>
      </dgm:prSet>
      <dgm:spPr/>
    </dgm:pt>
  </dgm:ptLst>
  <dgm:cxnLst>
    <dgm:cxn modelId="{0D26090B-FB56-4C62-A3B9-BB0B024ADE3C}" type="presOf" srcId="{872E0E68-1E5E-4427-B070-3D93A23CD372}" destId="{575D8ED5-A979-4681-96E0-316EEC493704}" srcOrd="0" destOrd="0" presId="urn:microsoft.com/office/officeart/2018/2/layout/IconVerticalSolidList"/>
    <dgm:cxn modelId="{9391B718-5636-413B-A75A-61D8C2642154}" srcId="{D3B58B12-B020-4AED-B2E5-0BBFB6BA418C}" destId="{4CDFE3C3-D62D-495F-BBAA-49C745CE9905}" srcOrd="0" destOrd="0" parTransId="{E4FC95B6-0066-4E1F-8B9E-4362C0DD86FE}" sibTransId="{CBEB22C6-1A85-4885-A719-E45C3EEF9D6E}"/>
    <dgm:cxn modelId="{8E0ED26F-3B68-4AD2-910D-AE79B5F33E0E}" type="presOf" srcId="{4CDFE3C3-D62D-495F-BBAA-49C745CE9905}" destId="{706F4339-5138-4F44-887F-2F5A324F57BB}" srcOrd="0" destOrd="0" presId="urn:microsoft.com/office/officeart/2018/2/layout/IconVerticalSolidList"/>
    <dgm:cxn modelId="{5D974171-7B0B-4AA1-A41D-7E825411445E}" srcId="{F860D5EB-7856-4808-9146-0CAC00915A9F}" destId="{428A972C-3DCB-4857-9EDF-A3455BF5917B}" srcOrd="2" destOrd="0" parTransId="{4FFA3C55-2FD5-4FFB-9E77-5CD25A9078EA}" sibTransId="{262DF4EB-FD7C-40B1-B17B-3F33493F22B2}"/>
    <dgm:cxn modelId="{7BA17275-D827-47F1-A757-A7C50AACD65D}" type="presOf" srcId="{D3B58B12-B020-4AED-B2E5-0BBFB6BA418C}" destId="{AF5743BC-AB96-4C5B-9630-027D60F46ABB}" srcOrd="0" destOrd="0" presId="urn:microsoft.com/office/officeart/2018/2/layout/IconVerticalSolidList"/>
    <dgm:cxn modelId="{52655877-C5FC-46F2-B02D-176BADA40978}" srcId="{F860D5EB-7856-4808-9146-0CAC00915A9F}" destId="{44469CDB-ED3D-4A3F-9C52-400A6A8A082D}" srcOrd="1" destOrd="0" parTransId="{EA1DA504-3B26-4483-9C4B-7C7D2194B2AE}" sibTransId="{E05AA5EB-0DC0-4C86-B4A8-BF600B8B145C}"/>
    <dgm:cxn modelId="{C767FD59-1F3C-4394-A888-A766303A05C4}" type="presOf" srcId="{D7B12924-E98C-435A-AA66-62DED3EC68CC}" destId="{8F87BDDF-6474-4793-9D4A-B86C13582AE0}" srcOrd="0" destOrd="0" presId="urn:microsoft.com/office/officeart/2018/2/layout/IconVerticalSolidList"/>
    <dgm:cxn modelId="{A32D5C5A-D734-4181-8836-61AFE251A525}" type="presOf" srcId="{F860D5EB-7856-4808-9146-0CAC00915A9F}" destId="{0E89B3DD-4BBA-4588-A559-DC16F77FF098}" srcOrd="0" destOrd="0" presId="urn:microsoft.com/office/officeart/2018/2/layout/IconVerticalSolidList"/>
    <dgm:cxn modelId="{BEB0348B-DAD4-4B17-A969-BF7554361FE2}" type="presOf" srcId="{0D64F6B4-572A-4398-965C-D59D70ADE701}" destId="{50663133-7586-4AC7-B0B1-33DFC34561E4}" srcOrd="0" destOrd="0" presId="urn:microsoft.com/office/officeart/2018/2/layout/IconVerticalSolidList"/>
    <dgm:cxn modelId="{9DF0BC8D-CF9E-40D7-AE75-1B2F27A40654}" srcId="{44469CDB-ED3D-4A3F-9C52-400A6A8A082D}" destId="{0D64F6B4-572A-4398-965C-D59D70ADE701}" srcOrd="0" destOrd="0" parTransId="{0B98398A-BF95-4277-8B81-6680B9F017C4}" sibTransId="{D8747167-0772-49E4-B1AF-8CC67493CBCA}"/>
    <dgm:cxn modelId="{5F4B93B0-6C6E-43B8-8DAF-350DA4B8B065}" type="presOf" srcId="{428A972C-3DCB-4857-9EDF-A3455BF5917B}" destId="{6BA5CCB2-793D-4FCC-B76F-076FEF588B58}" srcOrd="0" destOrd="0" presId="urn:microsoft.com/office/officeart/2018/2/layout/IconVerticalSolidList"/>
    <dgm:cxn modelId="{7ACCF2B1-489F-41FE-A602-A13110267B15}" srcId="{F860D5EB-7856-4808-9146-0CAC00915A9F}" destId="{872E0E68-1E5E-4427-B070-3D93A23CD372}" srcOrd="0" destOrd="0" parTransId="{A6F818BA-A70A-4DD3-8D3C-4410EDAD0794}" sibTransId="{0CFE7E91-B9F4-4914-8CFC-4E9A498DE3EE}"/>
    <dgm:cxn modelId="{E3A7F8B3-F1CC-4ECC-BDD0-485A7739ADB5}" srcId="{F860D5EB-7856-4808-9146-0CAC00915A9F}" destId="{D3B58B12-B020-4AED-B2E5-0BBFB6BA418C}" srcOrd="3" destOrd="0" parTransId="{0FB09241-EA13-43AF-9086-96F05C109C48}" sibTransId="{ADE51185-CA06-418B-BF58-88A70890924F}"/>
    <dgm:cxn modelId="{F4708BB6-58B6-45DD-A5EC-4333A445F25E}" type="presOf" srcId="{715FC4EC-2BA3-400A-9DAF-486ADDEAE859}" destId="{5B2C5B62-C67B-44AF-8CCC-FE786633807F}" srcOrd="0" destOrd="0" presId="urn:microsoft.com/office/officeart/2018/2/layout/IconVerticalSolidList"/>
    <dgm:cxn modelId="{BFA698C9-C9F7-4514-B178-31E74776CAD7}" type="presOf" srcId="{44469CDB-ED3D-4A3F-9C52-400A6A8A082D}" destId="{8363A1B2-6C01-4308-9B04-F0CE791023DB}" srcOrd="0" destOrd="0" presId="urn:microsoft.com/office/officeart/2018/2/layout/IconVerticalSolidList"/>
    <dgm:cxn modelId="{C5DAFBD2-410C-462F-98C8-8C5617E60143}" srcId="{872E0E68-1E5E-4427-B070-3D93A23CD372}" destId="{715FC4EC-2BA3-400A-9DAF-486ADDEAE859}" srcOrd="0" destOrd="0" parTransId="{B795C849-49D6-47DC-8577-9AB73F2F8014}" sibTransId="{3871824B-9CBC-4536-8590-05B0EEA5DDA3}"/>
    <dgm:cxn modelId="{15B93AE5-365E-428C-856D-A18AF9C5E997}" srcId="{428A972C-3DCB-4857-9EDF-A3455BF5917B}" destId="{D7B12924-E98C-435A-AA66-62DED3EC68CC}" srcOrd="0" destOrd="0" parTransId="{5F65E832-2063-4E90-8748-38437D3CBE6D}" sibTransId="{F30E6505-1769-4B2D-AB9F-8EDB6C16DCDD}"/>
    <dgm:cxn modelId="{CCF7DFDC-194A-443A-A840-ED9C25D91C8C}" type="presParOf" srcId="{0E89B3DD-4BBA-4588-A559-DC16F77FF098}" destId="{7CFE0E17-1F98-420B-8B03-73D205C2F2C8}" srcOrd="0" destOrd="0" presId="urn:microsoft.com/office/officeart/2018/2/layout/IconVerticalSolidList"/>
    <dgm:cxn modelId="{DD2F0E8E-0A29-4510-8825-31EBD20ECD58}" type="presParOf" srcId="{7CFE0E17-1F98-420B-8B03-73D205C2F2C8}" destId="{B0248A9D-28EB-4FB8-91CC-F24A6A0653B5}" srcOrd="0" destOrd="0" presId="urn:microsoft.com/office/officeart/2018/2/layout/IconVerticalSolidList"/>
    <dgm:cxn modelId="{8AC7D26A-5E13-4BC4-B4C0-FE3ABF47E7F3}" type="presParOf" srcId="{7CFE0E17-1F98-420B-8B03-73D205C2F2C8}" destId="{A535FAC9-E91D-42AD-8427-56A9B8D57532}" srcOrd="1" destOrd="0" presId="urn:microsoft.com/office/officeart/2018/2/layout/IconVerticalSolidList"/>
    <dgm:cxn modelId="{7EEB9A07-2200-47D6-AECA-51DDC4E1B8A4}" type="presParOf" srcId="{7CFE0E17-1F98-420B-8B03-73D205C2F2C8}" destId="{E08567A8-2059-49C1-BF41-5207432735E4}" srcOrd="2" destOrd="0" presId="urn:microsoft.com/office/officeart/2018/2/layout/IconVerticalSolidList"/>
    <dgm:cxn modelId="{503669D4-9283-46DE-B646-877C646E71B4}" type="presParOf" srcId="{7CFE0E17-1F98-420B-8B03-73D205C2F2C8}" destId="{575D8ED5-A979-4681-96E0-316EEC493704}" srcOrd="3" destOrd="0" presId="urn:microsoft.com/office/officeart/2018/2/layout/IconVerticalSolidList"/>
    <dgm:cxn modelId="{4F84F990-F14A-4252-8AE2-5D1691AF87EA}" type="presParOf" srcId="{7CFE0E17-1F98-420B-8B03-73D205C2F2C8}" destId="{5B2C5B62-C67B-44AF-8CCC-FE786633807F}" srcOrd="4" destOrd="0" presId="urn:microsoft.com/office/officeart/2018/2/layout/IconVerticalSolidList"/>
    <dgm:cxn modelId="{3FD87A9F-DC13-46E6-A086-975E0AAC81E0}" type="presParOf" srcId="{0E89B3DD-4BBA-4588-A559-DC16F77FF098}" destId="{8818B77D-7181-4CA9-8762-A0E439C464A5}" srcOrd="1" destOrd="0" presId="urn:microsoft.com/office/officeart/2018/2/layout/IconVerticalSolidList"/>
    <dgm:cxn modelId="{DA124D34-7DCA-4E22-B47F-D38D6886EEBF}" type="presParOf" srcId="{0E89B3DD-4BBA-4588-A559-DC16F77FF098}" destId="{FC8AC796-A998-4749-B3CA-B29C408E91DF}" srcOrd="2" destOrd="0" presId="urn:microsoft.com/office/officeart/2018/2/layout/IconVerticalSolidList"/>
    <dgm:cxn modelId="{41DDA17A-BEC3-4AA6-A54E-3DB33934C061}" type="presParOf" srcId="{FC8AC796-A998-4749-B3CA-B29C408E91DF}" destId="{F16AF904-848B-41CA-B178-04C39C802344}" srcOrd="0" destOrd="0" presId="urn:microsoft.com/office/officeart/2018/2/layout/IconVerticalSolidList"/>
    <dgm:cxn modelId="{9EEE3948-112E-419A-82C0-B5F52F743E6F}" type="presParOf" srcId="{FC8AC796-A998-4749-B3CA-B29C408E91DF}" destId="{6904E77D-2197-44E1-A10F-2732D2BF5AA5}" srcOrd="1" destOrd="0" presId="urn:microsoft.com/office/officeart/2018/2/layout/IconVerticalSolidList"/>
    <dgm:cxn modelId="{997B53BE-C5FA-43FF-975E-8A300DEA4CAB}" type="presParOf" srcId="{FC8AC796-A998-4749-B3CA-B29C408E91DF}" destId="{7290C5DA-11DE-4C79-B6D0-1059174E1BE1}" srcOrd="2" destOrd="0" presId="urn:microsoft.com/office/officeart/2018/2/layout/IconVerticalSolidList"/>
    <dgm:cxn modelId="{9BF32FA6-4A18-4764-BD26-5B60D0515209}" type="presParOf" srcId="{FC8AC796-A998-4749-B3CA-B29C408E91DF}" destId="{8363A1B2-6C01-4308-9B04-F0CE791023DB}" srcOrd="3" destOrd="0" presId="urn:microsoft.com/office/officeart/2018/2/layout/IconVerticalSolidList"/>
    <dgm:cxn modelId="{5B893B9F-9A13-444E-B08D-C5D2B53EB1D6}" type="presParOf" srcId="{FC8AC796-A998-4749-B3CA-B29C408E91DF}" destId="{50663133-7586-4AC7-B0B1-33DFC34561E4}" srcOrd="4" destOrd="0" presId="urn:microsoft.com/office/officeart/2018/2/layout/IconVerticalSolidList"/>
    <dgm:cxn modelId="{73966183-ED80-4C82-829B-10F655D39D4D}" type="presParOf" srcId="{0E89B3DD-4BBA-4588-A559-DC16F77FF098}" destId="{DEDB72BF-BC93-4AE9-BC37-0D345479048E}" srcOrd="3" destOrd="0" presId="urn:microsoft.com/office/officeart/2018/2/layout/IconVerticalSolidList"/>
    <dgm:cxn modelId="{A3030154-330E-46A7-BB56-1AC86D865365}" type="presParOf" srcId="{0E89B3DD-4BBA-4588-A559-DC16F77FF098}" destId="{F26154E5-57AA-4278-BE1D-A34DD20C4A3B}" srcOrd="4" destOrd="0" presId="urn:microsoft.com/office/officeart/2018/2/layout/IconVerticalSolidList"/>
    <dgm:cxn modelId="{31FBEF55-C487-4884-9CAF-BF0EA26D1F19}" type="presParOf" srcId="{F26154E5-57AA-4278-BE1D-A34DD20C4A3B}" destId="{CCBF989A-F9D9-4265-9CB3-C61546452F42}" srcOrd="0" destOrd="0" presId="urn:microsoft.com/office/officeart/2018/2/layout/IconVerticalSolidList"/>
    <dgm:cxn modelId="{36A72D27-7C62-434E-8E26-B273EC5B5866}" type="presParOf" srcId="{F26154E5-57AA-4278-BE1D-A34DD20C4A3B}" destId="{4D39370D-BAC1-4386-8541-5927304F090D}" srcOrd="1" destOrd="0" presId="urn:microsoft.com/office/officeart/2018/2/layout/IconVerticalSolidList"/>
    <dgm:cxn modelId="{9ABC1F4D-C362-4828-83D9-DD563175C189}" type="presParOf" srcId="{F26154E5-57AA-4278-BE1D-A34DD20C4A3B}" destId="{6C984AC4-C83A-410E-9FC0-B515C7671887}" srcOrd="2" destOrd="0" presId="urn:microsoft.com/office/officeart/2018/2/layout/IconVerticalSolidList"/>
    <dgm:cxn modelId="{EB3C1D8E-B029-4F48-A7F7-D94879A6B7C6}" type="presParOf" srcId="{F26154E5-57AA-4278-BE1D-A34DD20C4A3B}" destId="{6BA5CCB2-793D-4FCC-B76F-076FEF588B58}" srcOrd="3" destOrd="0" presId="urn:microsoft.com/office/officeart/2018/2/layout/IconVerticalSolidList"/>
    <dgm:cxn modelId="{2D780836-F8CF-4091-9C58-B8EF0E6AD513}" type="presParOf" srcId="{F26154E5-57AA-4278-BE1D-A34DD20C4A3B}" destId="{8F87BDDF-6474-4793-9D4A-B86C13582AE0}" srcOrd="4" destOrd="0" presId="urn:microsoft.com/office/officeart/2018/2/layout/IconVerticalSolidList"/>
    <dgm:cxn modelId="{111FF7A6-EB34-4740-9625-670BCDFF2DD1}" type="presParOf" srcId="{0E89B3DD-4BBA-4588-A559-DC16F77FF098}" destId="{7F4B59EA-7358-46FA-A599-D477DE58B4D7}" srcOrd="5" destOrd="0" presId="urn:microsoft.com/office/officeart/2018/2/layout/IconVerticalSolidList"/>
    <dgm:cxn modelId="{77133205-50C1-4956-A67B-E7B4B1133415}" type="presParOf" srcId="{0E89B3DD-4BBA-4588-A559-DC16F77FF098}" destId="{2C143DFF-2D55-4127-9A1C-15AF37E661C0}" srcOrd="6" destOrd="0" presId="urn:microsoft.com/office/officeart/2018/2/layout/IconVerticalSolidList"/>
    <dgm:cxn modelId="{6264E1A5-63E3-40A1-9D70-84648AF74FFE}" type="presParOf" srcId="{2C143DFF-2D55-4127-9A1C-15AF37E661C0}" destId="{441DAB08-64AE-4883-8D0A-FE0871F1C1D2}" srcOrd="0" destOrd="0" presId="urn:microsoft.com/office/officeart/2018/2/layout/IconVerticalSolidList"/>
    <dgm:cxn modelId="{491628FB-3804-4A00-B7A7-24AE7128C3B3}" type="presParOf" srcId="{2C143DFF-2D55-4127-9A1C-15AF37E661C0}" destId="{E8C5E960-3272-4A6C-8FD1-9A139C98C5AC}" srcOrd="1" destOrd="0" presId="urn:microsoft.com/office/officeart/2018/2/layout/IconVerticalSolidList"/>
    <dgm:cxn modelId="{83938CFC-C591-40AD-9AA6-55742131F516}" type="presParOf" srcId="{2C143DFF-2D55-4127-9A1C-15AF37E661C0}" destId="{DA27ADF1-2709-4392-8533-1792C0D53265}" srcOrd="2" destOrd="0" presId="urn:microsoft.com/office/officeart/2018/2/layout/IconVerticalSolidList"/>
    <dgm:cxn modelId="{DFE62E67-8CB8-4EFA-9FA2-EDFED430E785}" type="presParOf" srcId="{2C143DFF-2D55-4127-9A1C-15AF37E661C0}" destId="{AF5743BC-AB96-4C5B-9630-027D60F46ABB}" srcOrd="3" destOrd="0" presId="urn:microsoft.com/office/officeart/2018/2/layout/IconVerticalSolidList"/>
    <dgm:cxn modelId="{CE170EBE-BF18-421C-9216-9DB47B3BC05D}" type="presParOf" srcId="{2C143DFF-2D55-4127-9A1C-15AF37E661C0}" destId="{706F4339-5138-4F44-887F-2F5A324F57BB}"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79FC75C-984A-46A3-BABC-1EF0BB2CB523}"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0224F286-98D9-4F9E-BAA4-85E3559015F2}">
      <dgm:prSet/>
      <dgm:spPr/>
      <dgm:t>
        <a:bodyPr/>
        <a:lstStyle/>
        <a:p>
          <a:r>
            <a:rPr lang="en-GB" b="1" i="0"/>
            <a:t>Add Activation Bars:</a:t>
          </a:r>
          <a:endParaRPr lang="en-US"/>
        </a:p>
      </dgm:t>
    </dgm:pt>
    <dgm:pt modelId="{425D5875-510D-4E0B-B349-2D826908DD7E}" type="parTrans" cxnId="{C5BFD92F-7A01-47A6-95A0-F393BB220B8E}">
      <dgm:prSet/>
      <dgm:spPr/>
      <dgm:t>
        <a:bodyPr/>
        <a:lstStyle/>
        <a:p>
          <a:endParaRPr lang="en-US"/>
        </a:p>
      </dgm:t>
    </dgm:pt>
    <dgm:pt modelId="{12D88EE2-91E0-4B1E-932C-C8DE3453B2FB}" type="sibTrans" cxnId="{C5BFD92F-7A01-47A6-95A0-F393BB220B8E}">
      <dgm:prSet/>
      <dgm:spPr/>
      <dgm:t>
        <a:bodyPr/>
        <a:lstStyle/>
        <a:p>
          <a:endParaRPr lang="en-US"/>
        </a:p>
      </dgm:t>
    </dgm:pt>
    <dgm:pt modelId="{067F8110-92CA-40E2-B80A-F445BB22EB13}">
      <dgm:prSet/>
      <dgm:spPr/>
      <dgm:t>
        <a:bodyPr/>
        <a:lstStyle/>
        <a:p>
          <a:r>
            <a:rPr lang="en-GB" b="0" i="0"/>
            <a:t>For each message, draw an activation bar on the lifeline of the sending participant. The activation bar represents the duration of time during which the participant is actively processing the message.</a:t>
          </a:r>
          <a:endParaRPr lang="en-US"/>
        </a:p>
      </dgm:t>
    </dgm:pt>
    <dgm:pt modelId="{7E1CFCE6-4817-405D-B889-740F4279B663}" type="parTrans" cxnId="{949FF565-218D-4E46-A810-F3912CCD38A1}">
      <dgm:prSet/>
      <dgm:spPr/>
      <dgm:t>
        <a:bodyPr/>
        <a:lstStyle/>
        <a:p>
          <a:endParaRPr lang="en-US"/>
        </a:p>
      </dgm:t>
    </dgm:pt>
    <dgm:pt modelId="{0B427D97-C847-44A9-AA8B-D352EBB525BD}" type="sibTrans" cxnId="{949FF565-218D-4E46-A810-F3912CCD38A1}">
      <dgm:prSet/>
      <dgm:spPr/>
      <dgm:t>
        <a:bodyPr/>
        <a:lstStyle/>
        <a:p>
          <a:endParaRPr lang="en-US"/>
        </a:p>
      </dgm:t>
    </dgm:pt>
    <dgm:pt modelId="{1294B8A7-8D3C-486B-ADD9-F697AB4C137B}">
      <dgm:prSet/>
      <dgm:spPr/>
      <dgm:t>
        <a:bodyPr/>
        <a:lstStyle/>
        <a:p>
          <a:r>
            <a:rPr lang="en-GB" b="1" i="0"/>
            <a:t>Draw Messages:</a:t>
          </a:r>
          <a:endParaRPr lang="en-US"/>
        </a:p>
      </dgm:t>
    </dgm:pt>
    <dgm:pt modelId="{A34D2086-6D8E-4EA0-8FBC-C8F5D211D51A}" type="parTrans" cxnId="{B29DACBF-53AE-4BA6-9D38-AD9BC011AD93}">
      <dgm:prSet/>
      <dgm:spPr/>
      <dgm:t>
        <a:bodyPr/>
        <a:lstStyle/>
        <a:p>
          <a:endParaRPr lang="en-US"/>
        </a:p>
      </dgm:t>
    </dgm:pt>
    <dgm:pt modelId="{432477B3-8254-4863-B0B4-E5A3DCF2E8F1}" type="sibTrans" cxnId="{B29DACBF-53AE-4BA6-9D38-AD9BC011AD93}">
      <dgm:prSet/>
      <dgm:spPr/>
      <dgm:t>
        <a:bodyPr/>
        <a:lstStyle/>
        <a:p>
          <a:endParaRPr lang="en-US"/>
        </a:p>
      </dgm:t>
    </dgm:pt>
    <dgm:pt modelId="{F9D1AD16-20D1-4719-8D23-2A708443008F}">
      <dgm:prSet/>
      <dgm:spPr/>
      <dgm:t>
        <a:bodyPr/>
        <a:lstStyle/>
        <a:p>
          <a:r>
            <a:rPr lang="en-GB" b="0" i="0"/>
            <a:t>Use arrows to represent messages between participants. Messages flow horizontally between lifelines, indicating the communication between objects. Different types of messages include synchronous (solid arrow), asynchronous (dashed arrow), and self-messages.</a:t>
          </a:r>
          <a:endParaRPr lang="en-US"/>
        </a:p>
      </dgm:t>
    </dgm:pt>
    <dgm:pt modelId="{3CD62937-860F-4D79-8B78-F99E1A397554}" type="parTrans" cxnId="{CDA9CED7-2FF1-4B47-8F09-D2FA95117D5D}">
      <dgm:prSet/>
      <dgm:spPr/>
      <dgm:t>
        <a:bodyPr/>
        <a:lstStyle/>
        <a:p>
          <a:endParaRPr lang="en-US"/>
        </a:p>
      </dgm:t>
    </dgm:pt>
    <dgm:pt modelId="{50F6632C-F2A8-46C0-AB8C-FA58F225F6F5}" type="sibTrans" cxnId="{CDA9CED7-2FF1-4B47-8F09-D2FA95117D5D}">
      <dgm:prSet/>
      <dgm:spPr/>
      <dgm:t>
        <a:bodyPr/>
        <a:lstStyle/>
        <a:p>
          <a:endParaRPr lang="en-US"/>
        </a:p>
      </dgm:t>
    </dgm:pt>
    <dgm:pt modelId="{3713A8FB-E533-4E96-B02B-385B549FD4AB}">
      <dgm:prSet/>
      <dgm:spPr/>
      <dgm:t>
        <a:bodyPr/>
        <a:lstStyle/>
        <a:p>
          <a:r>
            <a:rPr lang="en-GB" b="1" i="0"/>
            <a:t>Include Return Messages:</a:t>
          </a:r>
          <a:endParaRPr lang="en-US"/>
        </a:p>
      </dgm:t>
    </dgm:pt>
    <dgm:pt modelId="{A89B5DA6-BACF-4A72-B30D-22726B647234}" type="parTrans" cxnId="{F7CBAC1B-99C6-4993-B890-1300BB707848}">
      <dgm:prSet/>
      <dgm:spPr/>
      <dgm:t>
        <a:bodyPr/>
        <a:lstStyle/>
        <a:p>
          <a:endParaRPr lang="en-US"/>
        </a:p>
      </dgm:t>
    </dgm:pt>
    <dgm:pt modelId="{C5EB6FB9-2B91-457C-A1EB-A04BA3AE5EF7}" type="sibTrans" cxnId="{F7CBAC1B-99C6-4993-B890-1300BB707848}">
      <dgm:prSet/>
      <dgm:spPr/>
      <dgm:t>
        <a:bodyPr/>
        <a:lstStyle/>
        <a:p>
          <a:endParaRPr lang="en-US"/>
        </a:p>
      </dgm:t>
    </dgm:pt>
    <dgm:pt modelId="{919FB45D-3475-4EBF-B1E0-0634E93FF4B1}">
      <dgm:prSet/>
      <dgm:spPr/>
      <dgm:t>
        <a:bodyPr/>
        <a:lstStyle/>
        <a:p>
          <a:r>
            <a:rPr lang="en-GB" b="0" i="0"/>
            <a:t>If a participant sends a response message, draw a dashed arrow returning to the original sender to represent the return message.</a:t>
          </a:r>
          <a:endParaRPr lang="en-US"/>
        </a:p>
      </dgm:t>
    </dgm:pt>
    <dgm:pt modelId="{91C0D8C8-7EA0-45E3-8B8C-E1C6CD04868D}" type="parTrans" cxnId="{613BC6D1-5FCB-4AD2-9952-D34E9629AAD4}">
      <dgm:prSet/>
      <dgm:spPr/>
      <dgm:t>
        <a:bodyPr/>
        <a:lstStyle/>
        <a:p>
          <a:endParaRPr lang="en-US"/>
        </a:p>
      </dgm:t>
    </dgm:pt>
    <dgm:pt modelId="{A6A361D2-A1D2-4006-8E32-C1E364CFC0CC}" type="sibTrans" cxnId="{613BC6D1-5FCB-4AD2-9952-D34E9629AAD4}">
      <dgm:prSet/>
      <dgm:spPr/>
      <dgm:t>
        <a:bodyPr/>
        <a:lstStyle/>
        <a:p>
          <a:endParaRPr lang="en-US"/>
        </a:p>
      </dgm:t>
    </dgm:pt>
    <dgm:pt modelId="{94653A0A-CC97-472A-8F41-DF76DABEC865}">
      <dgm:prSet/>
      <dgm:spPr/>
      <dgm:t>
        <a:bodyPr/>
        <a:lstStyle/>
        <a:p>
          <a:r>
            <a:rPr lang="en-GB" b="1" i="0"/>
            <a:t>Indicate Timing and Order:</a:t>
          </a:r>
          <a:endParaRPr lang="en-US"/>
        </a:p>
      </dgm:t>
    </dgm:pt>
    <dgm:pt modelId="{53397718-388B-4191-80B5-F6610FDED471}" type="parTrans" cxnId="{BACB956A-C822-43D7-AF6F-A6425824B177}">
      <dgm:prSet/>
      <dgm:spPr/>
      <dgm:t>
        <a:bodyPr/>
        <a:lstStyle/>
        <a:p>
          <a:endParaRPr lang="en-US"/>
        </a:p>
      </dgm:t>
    </dgm:pt>
    <dgm:pt modelId="{575E7D3D-C880-4695-8D5C-261D2BDEB599}" type="sibTrans" cxnId="{BACB956A-C822-43D7-AF6F-A6425824B177}">
      <dgm:prSet/>
      <dgm:spPr/>
      <dgm:t>
        <a:bodyPr/>
        <a:lstStyle/>
        <a:p>
          <a:endParaRPr lang="en-US"/>
        </a:p>
      </dgm:t>
    </dgm:pt>
    <dgm:pt modelId="{14442336-EE8C-41C9-B555-F3D9E5E5A656}">
      <dgm:prSet/>
      <dgm:spPr/>
      <dgm:t>
        <a:bodyPr/>
        <a:lstStyle/>
        <a:p>
          <a:r>
            <a:rPr lang="en-GB" b="0" i="0"/>
            <a:t>Use numbers to indicate the order of messages in the sequence. You can also use vertical dashed lines to represent occurrences of events or the passage of time.</a:t>
          </a:r>
          <a:endParaRPr lang="en-US"/>
        </a:p>
      </dgm:t>
    </dgm:pt>
    <dgm:pt modelId="{969CB978-3ADE-4C77-A27B-1E243990761E}" type="parTrans" cxnId="{91B9C52F-CAB0-4759-9407-5A32248313B4}">
      <dgm:prSet/>
      <dgm:spPr/>
      <dgm:t>
        <a:bodyPr/>
        <a:lstStyle/>
        <a:p>
          <a:endParaRPr lang="en-US"/>
        </a:p>
      </dgm:t>
    </dgm:pt>
    <dgm:pt modelId="{514F868C-8557-4E1B-BFD0-F3FD05D201DC}" type="sibTrans" cxnId="{91B9C52F-CAB0-4759-9407-5A32248313B4}">
      <dgm:prSet/>
      <dgm:spPr/>
      <dgm:t>
        <a:bodyPr/>
        <a:lstStyle/>
        <a:p>
          <a:endParaRPr lang="en-US"/>
        </a:p>
      </dgm:t>
    </dgm:pt>
    <dgm:pt modelId="{77E05DF5-333B-4438-BB5F-0554C422DCF4}">
      <dgm:prSet/>
      <dgm:spPr/>
      <dgm:t>
        <a:bodyPr/>
        <a:lstStyle/>
        <a:p>
          <a:r>
            <a:rPr lang="en-GB" b="1" i="0"/>
            <a:t>Include Conditions and Loops:</a:t>
          </a:r>
          <a:endParaRPr lang="en-US"/>
        </a:p>
      </dgm:t>
    </dgm:pt>
    <dgm:pt modelId="{C9C3DF9F-C338-4D05-A87A-9D4B347770E4}" type="parTrans" cxnId="{134EBD67-5585-43CD-B7AB-CFF86EA43DE4}">
      <dgm:prSet/>
      <dgm:spPr/>
      <dgm:t>
        <a:bodyPr/>
        <a:lstStyle/>
        <a:p>
          <a:endParaRPr lang="en-US"/>
        </a:p>
      </dgm:t>
    </dgm:pt>
    <dgm:pt modelId="{C24AD8F1-FA54-4573-8882-FE59C2DC48E6}" type="sibTrans" cxnId="{134EBD67-5585-43CD-B7AB-CFF86EA43DE4}">
      <dgm:prSet/>
      <dgm:spPr/>
      <dgm:t>
        <a:bodyPr/>
        <a:lstStyle/>
        <a:p>
          <a:endParaRPr lang="en-US"/>
        </a:p>
      </dgm:t>
    </dgm:pt>
    <dgm:pt modelId="{60636D8E-136A-4684-8C93-D614B3EF9CE6}">
      <dgm:prSet/>
      <dgm:spPr/>
      <dgm:t>
        <a:bodyPr/>
        <a:lstStyle/>
        <a:p>
          <a:r>
            <a:rPr lang="en-GB" b="0" i="0"/>
            <a:t>Use combined fragments to represent conditions (like if statements) and loops in the interaction. This adds complexity to the sequence diagram and helps in detailing the control flow.</a:t>
          </a:r>
          <a:endParaRPr lang="en-US"/>
        </a:p>
      </dgm:t>
    </dgm:pt>
    <dgm:pt modelId="{3C252A3C-0CFF-4F13-B57B-AE7422467A53}" type="parTrans" cxnId="{8503EFE3-307D-4E4C-ADD4-014F1F64035E}">
      <dgm:prSet/>
      <dgm:spPr/>
      <dgm:t>
        <a:bodyPr/>
        <a:lstStyle/>
        <a:p>
          <a:endParaRPr lang="en-US"/>
        </a:p>
      </dgm:t>
    </dgm:pt>
    <dgm:pt modelId="{815F41C8-BD88-4B91-B75B-1B3FD54932CB}" type="sibTrans" cxnId="{8503EFE3-307D-4E4C-ADD4-014F1F64035E}">
      <dgm:prSet/>
      <dgm:spPr/>
      <dgm:t>
        <a:bodyPr/>
        <a:lstStyle/>
        <a:p>
          <a:endParaRPr lang="en-US"/>
        </a:p>
      </dgm:t>
    </dgm:pt>
    <dgm:pt modelId="{F7649D3F-C044-4701-B4F2-30D9C39CE838}">
      <dgm:prSet/>
      <dgm:spPr/>
      <dgm:t>
        <a:bodyPr/>
        <a:lstStyle/>
        <a:p>
          <a:r>
            <a:rPr lang="en-GB" b="1" i="0"/>
            <a:t>Consider Parallel Execution:</a:t>
          </a:r>
          <a:endParaRPr lang="en-US"/>
        </a:p>
      </dgm:t>
    </dgm:pt>
    <dgm:pt modelId="{EA53CB94-3AFB-41C3-BAC7-237B5054043E}" type="parTrans" cxnId="{8D183310-EA05-4C96-B280-CE007414921F}">
      <dgm:prSet/>
      <dgm:spPr/>
      <dgm:t>
        <a:bodyPr/>
        <a:lstStyle/>
        <a:p>
          <a:endParaRPr lang="en-US"/>
        </a:p>
      </dgm:t>
    </dgm:pt>
    <dgm:pt modelId="{117F47EE-3DB8-4129-9355-FA30BFB6912A}" type="sibTrans" cxnId="{8D183310-EA05-4C96-B280-CE007414921F}">
      <dgm:prSet/>
      <dgm:spPr/>
      <dgm:t>
        <a:bodyPr/>
        <a:lstStyle/>
        <a:p>
          <a:endParaRPr lang="en-US"/>
        </a:p>
      </dgm:t>
    </dgm:pt>
    <dgm:pt modelId="{7B1897FF-EB09-4FF0-B988-CAF7EEE9BD7F}">
      <dgm:prSet/>
      <dgm:spPr/>
      <dgm:t>
        <a:bodyPr/>
        <a:lstStyle/>
        <a:p>
          <a:r>
            <a:rPr lang="en-GB" b="0" i="0"/>
            <a:t>If there are parallel activities happening, represent them by drawing parallel vertical dashed lines and placing the messages accordingly.</a:t>
          </a:r>
          <a:endParaRPr lang="en-US"/>
        </a:p>
      </dgm:t>
    </dgm:pt>
    <dgm:pt modelId="{98B27071-EA2F-4529-8011-EE2A5659DC71}" type="parTrans" cxnId="{B0C229EC-376B-48F4-982C-E443453D661F}">
      <dgm:prSet/>
      <dgm:spPr/>
      <dgm:t>
        <a:bodyPr/>
        <a:lstStyle/>
        <a:p>
          <a:endParaRPr lang="en-US"/>
        </a:p>
      </dgm:t>
    </dgm:pt>
    <dgm:pt modelId="{3D049E48-CC6A-4B7E-BAB1-411591697711}" type="sibTrans" cxnId="{B0C229EC-376B-48F4-982C-E443453D661F}">
      <dgm:prSet/>
      <dgm:spPr/>
      <dgm:t>
        <a:bodyPr/>
        <a:lstStyle/>
        <a:p>
          <a:endParaRPr lang="en-US"/>
        </a:p>
      </dgm:t>
    </dgm:pt>
    <dgm:pt modelId="{1F1079C0-806F-4CFD-9064-A6448DB9291B}" type="pres">
      <dgm:prSet presAssocID="{879FC75C-984A-46A3-BABC-1EF0BB2CB523}" presName="Name0" presStyleCnt="0">
        <dgm:presLayoutVars>
          <dgm:dir/>
          <dgm:resizeHandles val="exact"/>
        </dgm:presLayoutVars>
      </dgm:prSet>
      <dgm:spPr/>
    </dgm:pt>
    <dgm:pt modelId="{D6F30CA6-2D7B-402F-BE6D-EBF8155D200A}" type="pres">
      <dgm:prSet presAssocID="{0224F286-98D9-4F9E-BAA4-85E3559015F2}" presName="node" presStyleLbl="node1" presStyleIdx="0" presStyleCnt="6">
        <dgm:presLayoutVars>
          <dgm:bulletEnabled val="1"/>
        </dgm:presLayoutVars>
      </dgm:prSet>
      <dgm:spPr/>
    </dgm:pt>
    <dgm:pt modelId="{EC45D446-1782-45E4-9EC5-3B8128B701AA}" type="pres">
      <dgm:prSet presAssocID="{12D88EE2-91E0-4B1E-932C-C8DE3453B2FB}" presName="sibTrans" presStyleLbl="sibTrans1D1" presStyleIdx="0" presStyleCnt="5"/>
      <dgm:spPr/>
    </dgm:pt>
    <dgm:pt modelId="{0FDCAAC9-1ECF-4C3D-9587-F17419F4D870}" type="pres">
      <dgm:prSet presAssocID="{12D88EE2-91E0-4B1E-932C-C8DE3453B2FB}" presName="connectorText" presStyleLbl="sibTrans1D1" presStyleIdx="0" presStyleCnt="5"/>
      <dgm:spPr/>
    </dgm:pt>
    <dgm:pt modelId="{1E95F7A9-41E0-4170-A9D9-D438D1D5FDBB}" type="pres">
      <dgm:prSet presAssocID="{1294B8A7-8D3C-486B-ADD9-F697AB4C137B}" presName="node" presStyleLbl="node1" presStyleIdx="1" presStyleCnt="6">
        <dgm:presLayoutVars>
          <dgm:bulletEnabled val="1"/>
        </dgm:presLayoutVars>
      </dgm:prSet>
      <dgm:spPr/>
    </dgm:pt>
    <dgm:pt modelId="{38D12B0C-D71F-4704-840A-4CD21ED90DE9}" type="pres">
      <dgm:prSet presAssocID="{432477B3-8254-4863-B0B4-E5A3DCF2E8F1}" presName="sibTrans" presStyleLbl="sibTrans1D1" presStyleIdx="1" presStyleCnt="5"/>
      <dgm:spPr/>
    </dgm:pt>
    <dgm:pt modelId="{A9303FF4-8392-4D7A-A704-9D274CD8D6D8}" type="pres">
      <dgm:prSet presAssocID="{432477B3-8254-4863-B0B4-E5A3DCF2E8F1}" presName="connectorText" presStyleLbl="sibTrans1D1" presStyleIdx="1" presStyleCnt="5"/>
      <dgm:spPr/>
    </dgm:pt>
    <dgm:pt modelId="{334943F9-A6FE-40AB-88DD-DA7F4CF026E3}" type="pres">
      <dgm:prSet presAssocID="{3713A8FB-E533-4E96-B02B-385B549FD4AB}" presName="node" presStyleLbl="node1" presStyleIdx="2" presStyleCnt="6">
        <dgm:presLayoutVars>
          <dgm:bulletEnabled val="1"/>
        </dgm:presLayoutVars>
      </dgm:prSet>
      <dgm:spPr/>
    </dgm:pt>
    <dgm:pt modelId="{0C6D4ABA-A9CC-46F7-B399-D2CFA4CB477D}" type="pres">
      <dgm:prSet presAssocID="{C5EB6FB9-2B91-457C-A1EB-A04BA3AE5EF7}" presName="sibTrans" presStyleLbl="sibTrans1D1" presStyleIdx="2" presStyleCnt="5"/>
      <dgm:spPr/>
    </dgm:pt>
    <dgm:pt modelId="{751089DE-738C-4A03-87C7-39B776DDB028}" type="pres">
      <dgm:prSet presAssocID="{C5EB6FB9-2B91-457C-A1EB-A04BA3AE5EF7}" presName="connectorText" presStyleLbl="sibTrans1D1" presStyleIdx="2" presStyleCnt="5"/>
      <dgm:spPr/>
    </dgm:pt>
    <dgm:pt modelId="{9389AFEA-5B18-4D07-BE94-5A7B9FC545EC}" type="pres">
      <dgm:prSet presAssocID="{94653A0A-CC97-472A-8F41-DF76DABEC865}" presName="node" presStyleLbl="node1" presStyleIdx="3" presStyleCnt="6">
        <dgm:presLayoutVars>
          <dgm:bulletEnabled val="1"/>
        </dgm:presLayoutVars>
      </dgm:prSet>
      <dgm:spPr/>
    </dgm:pt>
    <dgm:pt modelId="{F24A066F-867A-4D90-8D44-E30926C1F277}" type="pres">
      <dgm:prSet presAssocID="{575E7D3D-C880-4695-8D5C-261D2BDEB599}" presName="sibTrans" presStyleLbl="sibTrans1D1" presStyleIdx="3" presStyleCnt="5"/>
      <dgm:spPr/>
    </dgm:pt>
    <dgm:pt modelId="{D50D9717-2B85-4FEE-BEAB-B25FFA577027}" type="pres">
      <dgm:prSet presAssocID="{575E7D3D-C880-4695-8D5C-261D2BDEB599}" presName="connectorText" presStyleLbl="sibTrans1D1" presStyleIdx="3" presStyleCnt="5"/>
      <dgm:spPr/>
    </dgm:pt>
    <dgm:pt modelId="{BFA42FE6-77B5-4A94-9462-A56EE7B28570}" type="pres">
      <dgm:prSet presAssocID="{77E05DF5-333B-4438-BB5F-0554C422DCF4}" presName="node" presStyleLbl="node1" presStyleIdx="4" presStyleCnt="6">
        <dgm:presLayoutVars>
          <dgm:bulletEnabled val="1"/>
        </dgm:presLayoutVars>
      </dgm:prSet>
      <dgm:spPr/>
    </dgm:pt>
    <dgm:pt modelId="{BE116717-A4E7-4DF0-9877-8438D708E060}" type="pres">
      <dgm:prSet presAssocID="{C24AD8F1-FA54-4573-8882-FE59C2DC48E6}" presName="sibTrans" presStyleLbl="sibTrans1D1" presStyleIdx="4" presStyleCnt="5"/>
      <dgm:spPr/>
    </dgm:pt>
    <dgm:pt modelId="{04B59AA0-9534-4E1D-94CC-4E3E9A1F7C54}" type="pres">
      <dgm:prSet presAssocID="{C24AD8F1-FA54-4573-8882-FE59C2DC48E6}" presName="connectorText" presStyleLbl="sibTrans1D1" presStyleIdx="4" presStyleCnt="5"/>
      <dgm:spPr/>
    </dgm:pt>
    <dgm:pt modelId="{EFA9B145-B848-4DC3-9480-EC15501D00B4}" type="pres">
      <dgm:prSet presAssocID="{F7649D3F-C044-4701-B4F2-30D9C39CE838}" presName="node" presStyleLbl="node1" presStyleIdx="5" presStyleCnt="6">
        <dgm:presLayoutVars>
          <dgm:bulletEnabled val="1"/>
        </dgm:presLayoutVars>
      </dgm:prSet>
      <dgm:spPr/>
    </dgm:pt>
  </dgm:ptLst>
  <dgm:cxnLst>
    <dgm:cxn modelId="{A678110B-1530-4F8B-8E20-2BBF712B6247}" type="presOf" srcId="{879FC75C-984A-46A3-BABC-1EF0BB2CB523}" destId="{1F1079C0-806F-4CFD-9064-A6448DB9291B}" srcOrd="0" destOrd="0" presId="urn:microsoft.com/office/officeart/2016/7/layout/RepeatingBendingProcessNew"/>
    <dgm:cxn modelId="{F6C1940D-30E4-480F-B056-3E111E29CE02}" type="presOf" srcId="{575E7D3D-C880-4695-8D5C-261D2BDEB599}" destId="{D50D9717-2B85-4FEE-BEAB-B25FFA577027}" srcOrd="1" destOrd="0" presId="urn:microsoft.com/office/officeart/2016/7/layout/RepeatingBendingProcessNew"/>
    <dgm:cxn modelId="{8D183310-EA05-4C96-B280-CE007414921F}" srcId="{879FC75C-984A-46A3-BABC-1EF0BB2CB523}" destId="{F7649D3F-C044-4701-B4F2-30D9C39CE838}" srcOrd="5" destOrd="0" parTransId="{EA53CB94-3AFB-41C3-BAC7-237B5054043E}" sibTransId="{117F47EE-3DB8-4129-9355-FA30BFB6912A}"/>
    <dgm:cxn modelId="{4E3DF412-BCCD-40D4-A3D6-0CB07019B3A9}" type="presOf" srcId="{C5EB6FB9-2B91-457C-A1EB-A04BA3AE5EF7}" destId="{0C6D4ABA-A9CC-46F7-B399-D2CFA4CB477D}" srcOrd="0" destOrd="0" presId="urn:microsoft.com/office/officeart/2016/7/layout/RepeatingBendingProcessNew"/>
    <dgm:cxn modelId="{E4204A16-E616-4F2A-852C-DAF44CBB3F2B}" type="presOf" srcId="{12D88EE2-91E0-4B1E-932C-C8DE3453B2FB}" destId="{EC45D446-1782-45E4-9EC5-3B8128B701AA}" srcOrd="0" destOrd="0" presId="urn:microsoft.com/office/officeart/2016/7/layout/RepeatingBendingProcessNew"/>
    <dgm:cxn modelId="{F7CBAC1B-99C6-4993-B890-1300BB707848}" srcId="{879FC75C-984A-46A3-BABC-1EF0BB2CB523}" destId="{3713A8FB-E533-4E96-B02B-385B549FD4AB}" srcOrd="2" destOrd="0" parTransId="{A89B5DA6-BACF-4A72-B30D-22726B647234}" sibTransId="{C5EB6FB9-2B91-457C-A1EB-A04BA3AE5EF7}"/>
    <dgm:cxn modelId="{409BE71E-04DD-4CE9-90EF-1A6685C1B870}" type="presOf" srcId="{067F8110-92CA-40E2-B80A-F445BB22EB13}" destId="{D6F30CA6-2D7B-402F-BE6D-EBF8155D200A}" srcOrd="0" destOrd="1" presId="urn:microsoft.com/office/officeart/2016/7/layout/RepeatingBendingProcessNew"/>
    <dgm:cxn modelId="{5F6DBC23-CDA5-45D9-BBF9-8CD395FBB5C1}" type="presOf" srcId="{77E05DF5-333B-4438-BB5F-0554C422DCF4}" destId="{BFA42FE6-77B5-4A94-9462-A56EE7B28570}" srcOrd="0" destOrd="0" presId="urn:microsoft.com/office/officeart/2016/7/layout/RepeatingBendingProcessNew"/>
    <dgm:cxn modelId="{91B9C52F-CAB0-4759-9407-5A32248313B4}" srcId="{94653A0A-CC97-472A-8F41-DF76DABEC865}" destId="{14442336-EE8C-41C9-B555-F3D9E5E5A656}" srcOrd="0" destOrd="0" parTransId="{969CB978-3ADE-4C77-A27B-1E243990761E}" sibTransId="{514F868C-8557-4E1B-BFD0-F3FD05D201DC}"/>
    <dgm:cxn modelId="{C5BFD92F-7A01-47A6-95A0-F393BB220B8E}" srcId="{879FC75C-984A-46A3-BABC-1EF0BB2CB523}" destId="{0224F286-98D9-4F9E-BAA4-85E3559015F2}" srcOrd="0" destOrd="0" parTransId="{425D5875-510D-4E0B-B349-2D826908DD7E}" sibTransId="{12D88EE2-91E0-4B1E-932C-C8DE3453B2FB}"/>
    <dgm:cxn modelId="{C4E9C25F-E0E6-45D2-BDEE-89CF12ABC5E1}" type="presOf" srcId="{F7649D3F-C044-4701-B4F2-30D9C39CE838}" destId="{EFA9B145-B848-4DC3-9480-EC15501D00B4}" srcOrd="0" destOrd="0" presId="urn:microsoft.com/office/officeart/2016/7/layout/RepeatingBendingProcessNew"/>
    <dgm:cxn modelId="{949FF565-218D-4E46-A810-F3912CCD38A1}" srcId="{0224F286-98D9-4F9E-BAA4-85E3559015F2}" destId="{067F8110-92CA-40E2-B80A-F445BB22EB13}" srcOrd="0" destOrd="0" parTransId="{7E1CFCE6-4817-405D-B889-740F4279B663}" sibTransId="{0B427D97-C847-44A9-AA8B-D352EBB525BD}"/>
    <dgm:cxn modelId="{134EBD67-5585-43CD-B7AB-CFF86EA43DE4}" srcId="{879FC75C-984A-46A3-BABC-1EF0BB2CB523}" destId="{77E05DF5-333B-4438-BB5F-0554C422DCF4}" srcOrd="4" destOrd="0" parTransId="{C9C3DF9F-C338-4D05-A87A-9D4B347770E4}" sibTransId="{C24AD8F1-FA54-4573-8882-FE59C2DC48E6}"/>
    <dgm:cxn modelId="{52A7C969-BCFF-420F-B543-CFA7764D3247}" type="presOf" srcId="{0224F286-98D9-4F9E-BAA4-85E3559015F2}" destId="{D6F30CA6-2D7B-402F-BE6D-EBF8155D200A}" srcOrd="0" destOrd="0" presId="urn:microsoft.com/office/officeart/2016/7/layout/RepeatingBendingProcessNew"/>
    <dgm:cxn modelId="{BACB956A-C822-43D7-AF6F-A6425824B177}" srcId="{879FC75C-984A-46A3-BABC-1EF0BB2CB523}" destId="{94653A0A-CC97-472A-8F41-DF76DABEC865}" srcOrd="3" destOrd="0" parTransId="{53397718-388B-4191-80B5-F6610FDED471}" sibTransId="{575E7D3D-C880-4695-8D5C-261D2BDEB599}"/>
    <dgm:cxn modelId="{B123254C-6D25-4ABF-8D95-499D4F989D9F}" type="presOf" srcId="{12D88EE2-91E0-4B1E-932C-C8DE3453B2FB}" destId="{0FDCAAC9-1ECF-4C3D-9587-F17419F4D870}" srcOrd="1" destOrd="0" presId="urn:microsoft.com/office/officeart/2016/7/layout/RepeatingBendingProcessNew"/>
    <dgm:cxn modelId="{D16EE14E-9D42-4578-9448-1303BBBA51B3}" type="presOf" srcId="{919FB45D-3475-4EBF-B1E0-0634E93FF4B1}" destId="{334943F9-A6FE-40AB-88DD-DA7F4CF026E3}" srcOrd="0" destOrd="1" presId="urn:microsoft.com/office/officeart/2016/7/layout/RepeatingBendingProcessNew"/>
    <dgm:cxn modelId="{E40F8572-5E5C-447F-B7DE-BAB93F91E80D}" type="presOf" srcId="{575E7D3D-C880-4695-8D5C-261D2BDEB599}" destId="{F24A066F-867A-4D90-8D44-E30926C1F277}" srcOrd="0" destOrd="0" presId="urn:microsoft.com/office/officeart/2016/7/layout/RepeatingBendingProcessNew"/>
    <dgm:cxn modelId="{BAA51B58-77BA-4A93-8753-04512448823D}" type="presOf" srcId="{14442336-EE8C-41C9-B555-F3D9E5E5A656}" destId="{9389AFEA-5B18-4D07-BE94-5A7B9FC545EC}" srcOrd="0" destOrd="1" presId="urn:microsoft.com/office/officeart/2016/7/layout/RepeatingBendingProcessNew"/>
    <dgm:cxn modelId="{8AAF8480-FA44-4B4F-9F59-AFFBBD9AE2BA}" type="presOf" srcId="{3713A8FB-E533-4E96-B02B-385B549FD4AB}" destId="{334943F9-A6FE-40AB-88DD-DA7F4CF026E3}" srcOrd="0" destOrd="0" presId="urn:microsoft.com/office/officeart/2016/7/layout/RepeatingBendingProcessNew"/>
    <dgm:cxn modelId="{4BD0328A-855C-49E9-B87E-EBD3D86D73AA}" type="presOf" srcId="{94653A0A-CC97-472A-8F41-DF76DABEC865}" destId="{9389AFEA-5B18-4D07-BE94-5A7B9FC545EC}" srcOrd="0" destOrd="0" presId="urn:microsoft.com/office/officeart/2016/7/layout/RepeatingBendingProcessNew"/>
    <dgm:cxn modelId="{9114E495-34D6-4567-9481-7F63CC7363E9}" type="presOf" srcId="{60636D8E-136A-4684-8C93-D614B3EF9CE6}" destId="{BFA42FE6-77B5-4A94-9462-A56EE7B28570}" srcOrd="0" destOrd="1" presId="urn:microsoft.com/office/officeart/2016/7/layout/RepeatingBendingProcessNew"/>
    <dgm:cxn modelId="{705B40A0-5F43-4676-A6EA-8D54D6D4FFBB}" type="presOf" srcId="{1294B8A7-8D3C-486B-ADD9-F697AB4C137B}" destId="{1E95F7A9-41E0-4170-A9D9-D438D1D5FDBB}" srcOrd="0" destOrd="0" presId="urn:microsoft.com/office/officeart/2016/7/layout/RepeatingBendingProcessNew"/>
    <dgm:cxn modelId="{7E91EAA1-4639-4F6F-BE3F-6D24B28F41E9}" type="presOf" srcId="{C5EB6FB9-2B91-457C-A1EB-A04BA3AE5EF7}" destId="{751089DE-738C-4A03-87C7-39B776DDB028}" srcOrd="1" destOrd="0" presId="urn:microsoft.com/office/officeart/2016/7/layout/RepeatingBendingProcessNew"/>
    <dgm:cxn modelId="{EB632CA7-A816-4447-B865-61E368231C9B}" type="presOf" srcId="{432477B3-8254-4863-B0B4-E5A3DCF2E8F1}" destId="{38D12B0C-D71F-4704-840A-4CD21ED90DE9}" srcOrd="0" destOrd="0" presId="urn:microsoft.com/office/officeart/2016/7/layout/RepeatingBendingProcessNew"/>
    <dgm:cxn modelId="{C2B61EA9-E0DB-4FEE-8129-F218DBA8ADDF}" type="presOf" srcId="{C24AD8F1-FA54-4573-8882-FE59C2DC48E6}" destId="{BE116717-A4E7-4DF0-9877-8438D708E060}" srcOrd="0" destOrd="0" presId="urn:microsoft.com/office/officeart/2016/7/layout/RepeatingBendingProcessNew"/>
    <dgm:cxn modelId="{B29DACBF-53AE-4BA6-9D38-AD9BC011AD93}" srcId="{879FC75C-984A-46A3-BABC-1EF0BB2CB523}" destId="{1294B8A7-8D3C-486B-ADD9-F697AB4C137B}" srcOrd="1" destOrd="0" parTransId="{A34D2086-6D8E-4EA0-8FBC-C8F5D211D51A}" sibTransId="{432477B3-8254-4863-B0B4-E5A3DCF2E8F1}"/>
    <dgm:cxn modelId="{052A40CA-00D7-4956-9077-AF64D1F1D4E8}" type="presOf" srcId="{F9D1AD16-20D1-4719-8D23-2A708443008F}" destId="{1E95F7A9-41E0-4170-A9D9-D438D1D5FDBB}" srcOrd="0" destOrd="1" presId="urn:microsoft.com/office/officeart/2016/7/layout/RepeatingBendingProcessNew"/>
    <dgm:cxn modelId="{613BC6D1-5FCB-4AD2-9952-D34E9629AAD4}" srcId="{3713A8FB-E533-4E96-B02B-385B549FD4AB}" destId="{919FB45D-3475-4EBF-B1E0-0634E93FF4B1}" srcOrd="0" destOrd="0" parTransId="{91C0D8C8-7EA0-45E3-8B8C-E1C6CD04868D}" sibTransId="{A6A361D2-A1D2-4006-8E32-C1E364CFC0CC}"/>
    <dgm:cxn modelId="{CDA9CED7-2FF1-4B47-8F09-D2FA95117D5D}" srcId="{1294B8A7-8D3C-486B-ADD9-F697AB4C137B}" destId="{F9D1AD16-20D1-4719-8D23-2A708443008F}" srcOrd="0" destOrd="0" parTransId="{3CD62937-860F-4D79-8B78-F99E1A397554}" sibTransId="{50F6632C-F2A8-46C0-AB8C-FA58F225F6F5}"/>
    <dgm:cxn modelId="{8503EFE3-307D-4E4C-ADD4-014F1F64035E}" srcId="{77E05DF5-333B-4438-BB5F-0554C422DCF4}" destId="{60636D8E-136A-4684-8C93-D614B3EF9CE6}" srcOrd="0" destOrd="0" parTransId="{3C252A3C-0CFF-4F13-B57B-AE7422467A53}" sibTransId="{815F41C8-BD88-4B91-B75B-1B3FD54932CB}"/>
    <dgm:cxn modelId="{5E1695E4-AEE9-455F-80A5-73283A0E6F12}" type="presOf" srcId="{432477B3-8254-4863-B0B4-E5A3DCF2E8F1}" destId="{A9303FF4-8392-4D7A-A704-9D274CD8D6D8}" srcOrd="1" destOrd="0" presId="urn:microsoft.com/office/officeart/2016/7/layout/RepeatingBendingProcessNew"/>
    <dgm:cxn modelId="{B0C229EC-376B-48F4-982C-E443453D661F}" srcId="{F7649D3F-C044-4701-B4F2-30D9C39CE838}" destId="{7B1897FF-EB09-4FF0-B988-CAF7EEE9BD7F}" srcOrd="0" destOrd="0" parTransId="{98B27071-EA2F-4529-8011-EE2A5659DC71}" sibTransId="{3D049E48-CC6A-4B7E-BAB1-411591697711}"/>
    <dgm:cxn modelId="{E7BA9CEC-1CDC-4F65-A915-9F7C4E494384}" type="presOf" srcId="{C24AD8F1-FA54-4573-8882-FE59C2DC48E6}" destId="{04B59AA0-9534-4E1D-94CC-4E3E9A1F7C54}" srcOrd="1" destOrd="0" presId="urn:microsoft.com/office/officeart/2016/7/layout/RepeatingBendingProcessNew"/>
    <dgm:cxn modelId="{B13ADCF6-181E-485D-AE00-A09EB5439933}" type="presOf" srcId="{7B1897FF-EB09-4FF0-B988-CAF7EEE9BD7F}" destId="{EFA9B145-B848-4DC3-9480-EC15501D00B4}" srcOrd="0" destOrd="1" presId="urn:microsoft.com/office/officeart/2016/7/layout/RepeatingBendingProcessNew"/>
    <dgm:cxn modelId="{2F6CE257-91AA-4C8B-B9D4-9B2F635359F9}" type="presParOf" srcId="{1F1079C0-806F-4CFD-9064-A6448DB9291B}" destId="{D6F30CA6-2D7B-402F-BE6D-EBF8155D200A}" srcOrd="0" destOrd="0" presId="urn:microsoft.com/office/officeart/2016/7/layout/RepeatingBendingProcessNew"/>
    <dgm:cxn modelId="{8C0A74CB-3811-4C6D-9809-714CFA779BEC}" type="presParOf" srcId="{1F1079C0-806F-4CFD-9064-A6448DB9291B}" destId="{EC45D446-1782-45E4-9EC5-3B8128B701AA}" srcOrd="1" destOrd="0" presId="urn:microsoft.com/office/officeart/2016/7/layout/RepeatingBendingProcessNew"/>
    <dgm:cxn modelId="{47BAF638-0EDD-4D93-ADFA-F6CCB07BBD3E}" type="presParOf" srcId="{EC45D446-1782-45E4-9EC5-3B8128B701AA}" destId="{0FDCAAC9-1ECF-4C3D-9587-F17419F4D870}" srcOrd="0" destOrd="0" presId="urn:microsoft.com/office/officeart/2016/7/layout/RepeatingBendingProcessNew"/>
    <dgm:cxn modelId="{A8F9C0DF-E578-476D-AF54-5ECF8221B9A3}" type="presParOf" srcId="{1F1079C0-806F-4CFD-9064-A6448DB9291B}" destId="{1E95F7A9-41E0-4170-A9D9-D438D1D5FDBB}" srcOrd="2" destOrd="0" presId="urn:microsoft.com/office/officeart/2016/7/layout/RepeatingBendingProcessNew"/>
    <dgm:cxn modelId="{27A1638A-266E-49D8-AB51-125C12515473}" type="presParOf" srcId="{1F1079C0-806F-4CFD-9064-A6448DB9291B}" destId="{38D12B0C-D71F-4704-840A-4CD21ED90DE9}" srcOrd="3" destOrd="0" presId="urn:microsoft.com/office/officeart/2016/7/layout/RepeatingBendingProcessNew"/>
    <dgm:cxn modelId="{E2957213-04A4-43E8-9CEC-42BD30D09DDA}" type="presParOf" srcId="{38D12B0C-D71F-4704-840A-4CD21ED90DE9}" destId="{A9303FF4-8392-4D7A-A704-9D274CD8D6D8}" srcOrd="0" destOrd="0" presId="urn:microsoft.com/office/officeart/2016/7/layout/RepeatingBendingProcessNew"/>
    <dgm:cxn modelId="{4E0090BA-03CC-43FE-A95C-EFEA0C60BCEC}" type="presParOf" srcId="{1F1079C0-806F-4CFD-9064-A6448DB9291B}" destId="{334943F9-A6FE-40AB-88DD-DA7F4CF026E3}" srcOrd="4" destOrd="0" presId="urn:microsoft.com/office/officeart/2016/7/layout/RepeatingBendingProcessNew"/>
    <dgm:cxn modelId="{BADDB869-243C-4E50-B698-40CEF8F7C813}" type="presParOf" srcId="{1F1079C0-806F-4CFD-9064-A6448DB9291B}" destId="{0C6D4ABA-A9CC-46F7-B399-D2CFA4CB477D}" srcOrd="5" destOrd="0" presId="urn:microsoft.com/office/officeart/2016/7/layout/RepeatingBendingProcessNew"/>
    <dgm:cxn modelId="{131626D9-C5F0-4B5F-8306-FDC4AA7B26C6}" type="presParOf" srcId="{0C6D4ABA-A9CC-46F7-B399-D2CFA4CB477D}" destId="{751089DE-738C-4A03-87C7-39B776DDB028}" srcOrd="0" destOrd="0" presId="urn:microsoft.com/office/officeart/2016/7/layout/RepeatingBendingProcessNew"/>
    <dgm:cxn modelId="{927EBD7F-6B30-4CB9-870A-F6F87438A5C4}" type="presParOf" srcId="{1F1079C0-806F-4CFD-9064-A6448DB9291B}" destId="{9389AFEA-5B18-4D07-BE94-5A7B9FC545EC}" srcOrd="6" destOrd="0" presId="urn:microsoft.com/office/officeart/2016/7/layout/RepeatingBendingProcessNew"/>
    <dgm:cxn modelId="{9959D052-C7B7-4C80-B740-34598578A26E}" type="presParOf" srcId="{1F1079C0-806F-4CFD-9064-A6448DB9291B}" destId="{F24A066F-867A-4D90-8D44-E30926C1F277}" srcOrd="7" destOrd="0" presId="urn:microsoft.com/office/officeart/2016/7/layout/RepeatingBendingProcessNew"/>
    <dgm:cxn modelId="{151AB655-8866-4EAA-9DF8-2EFDBA76376C}" type="presParOf" srcId="{F24A066F-867A-4D90-8D44-E30926C1F277}" destId="{D50D9717-2B85-4FEE-BEAB-B25FFA577027}" srcOrd="0" destOrd="0" presId="urn:microsoft.com/office/officeart/2016/7/layout/RepeatingBendingProcessNew"/>
    <dgm:cxn modelId="{81766702-8A22-44B1-975E-CB0CB417AE26}" type="presParOf" srcId="{1F1079C0-806F-4CFD-9064-A6448DB9291B}" destId="{BFA42FE6-77B5-4A94-9462-A56EE7B28570}" srcOrd="8" destOrd="0" presId="urn:microsoft.com/office/officeart/2016/7/layout/RepeatingBendingProcessNew"/>
    <dgm:cxn modelId="{C24C987D-96F7-4AD2-89D6-EA56DDE6AAAA}" type="presParOf" srcId="{1F1079C0-806F-4CFD-9064-A6448DB9291B}" destId="{BE116717-A4E7-4DF0-9877-8438D708E060}" srcOrd="9" destOrd="0" presId="urn:microsoft.com/office/officeart/2016/7/layout/RepeatingBendingProcessNew"/>
    <dgm:cxn modelId="{6265CF26-FC37-4BA3-839F-531614B1E03C}" type="presParOf" srcId="{BE116717-A4E7-4DF0-9877-8438D708E060}" destId="{04B59AA0-9534-4E1D-94CC-4E3E9A1F7C54}" srcOrd="0" destOrd="0" presId="urn:microsoft.com/office/officeart/2016/7/layout/RepeatingBendingProcessNew"/>
    <dgm:cxn modelId="{2CD0A677-97BC-4C38-AD2E-9B9C1B3BF356}" type="presParOf" srcId="{1F1079C0-806F-4CFD-9064-A6448DB9291B}" destId="{EFA9B145-B848-4DC3-9480-EC15501D00B4}"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E0C388-91C4-45D3-BE27-607A15DC6C40}"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0253AD0-1769-4556-8EC1-333BC2AD28F4}">
      <dgm:prSet/>
      <dgm:spPr/>
      <dgm:t>
        <a:bodyPr/>
        <a:lstStyle/>
        <a:p>
          <a:pPr>
            <a:defRPr b="1"/>
          </a:pPr>
          <a:r>
            <a:rPr lang="en-GB" b="1" i="0"/>
            <a:t>Review and Refine:</a:t>
          </a:r>
          <a:endParaRPr lang="en-US"/>
        </a:p>
      </dgm:t>
    </dgm:pt>
    <dgm:pt modelId="{A2298A58-EA61-49C0-B039-E2A2D572245C}" type="parTrans" cxnId="{D56EACC6-F649-4DD0-B4E1-18E0462B4187}">
      <dgm:prSet/>
      <dgm:spPr/>
      <dgm:t>
        <a:bodyPr/>
        <a:lstStyle/>
        <a:p>
          <a:endParaRPr lang="en-US"/>
        </a:p>
      </dgm:t>
    </dgm:pt>
    <dgm:pt modelId="{DA07DDF3-93E0-4F3C-8F6E-163ACE31A145}" type="sibTrans" cxnId="{D56EACC6-F649-4DD0-B4E1-18E0462B4187}">
      <dgm:prSet/>
      <dgm:spPr/>
      <dgm:t>
        <a:bodyPr/>
        <a:lstStyle/>
        <a:p>
          <a:endParaRPr lang="en-US"/>
        </a:p>
      </dgm:t>
    </dgm:pt>
    <dgm:pt modelId="{4610AAA2-EB2E-4980-8826-2220DB24DD73}">
      <dgm:prSet/>
      <dgm:spPr/>
      <dgm:t>
        <a:bodyPr/>
        <a:lstStyle/>
        <a:p>
          <a:r>
            <a:rPr lang="en-GB" b="0" i="0"/>
            <a:t>Review the sequence diagram for clarity and correctness. Ensure that it accurately represents the intended interaction. Refine as needed.</a:t>
          </a:r>
          <a:endParaRPr lang="en-US"/>
        </a:p>
      </dgm:t>
    </dgm:pt>
    <dgm:pt modelId="{99DFCE42-8F9D-4C28-90CB-ACEF9D1DE919}" type="parTrans" cxnId="{937195F6-59F4-4F33-A7C5-7A1C21898C07}">
      <dgm:prSet/>
      <dgm:spPr/>
      <dgm:t>
        <a:bodyPr/>
        <a:lstStyle/>
        <a:p>
          <a:endParaRPr lang="en-US"/>
        </a:p>
      </dgm:t>
    </dgm:pt>
    <dgm:pt modelId="{0300DB17-F3B1-430E-A5EF-8EA71417752C}" type="sibTrans" cxnId="{937195F6-59F4-4F33-A7C5-7A1C21898C07}">
      <dgm:prSet/>
      <dgm:spPr/>
      <dgm:t>
        <a:bodyPr/>
        <a:lstStyle/>
        <a:p>
          <a:endParaRPr lang="en-US"/>
        </a:p>
      </dgm:t>
    </dgm:pt>
    <dgm:pt modelId="{3B80352D-F816-44C7-950F-AB705DFE85D9}">
      <dgm:prSet/>
      <dgm:spPr/>
      <dgm:t>
        <a:bodyPr/>
        <a:lstStyle/>
        <a:p>
          <a:pPr>
            <a:defRPr b="1"/>
          </a:pPr>
          <a:r>
            <a:rPr lang="en-GB" b="1" i="0"/>
            <a:t>Add Annotations and Comments:</a:t>
          </a:r>
          <a:endParaRPr lang="en-US"/>
        </a:p>
      </dgm:t>
    </dgm:pt>
    <dgm:pt modelId="{69F351F7-48D8-46A9-B389-94774A372E7D}" type="parTrans" cxnId="{FFFC3554-7719-47F0-8BC0-1D66C1706625}">
      <dgm:prSet/>
      <dgm:spPr/>
      <dgm:t>
        <a:bodyPr/>
        <a:lstStyle/>
        <a:p>
          <a:endParaRPr lang="en-US"/>
        </a:p>
      </dgm:t>
    </dgm:pt>
    <dgm:pt modelId="{D1FA686B-8914-4828-8397-5CEDE1849A6D}" type="sibTrans" cxnId="{FFFC3554-7719-47F0-8BC0-1D66C1706625}">
      <dgm:prSet/>
      <dgm:spPr/>
      <dgm:t>
        <a:bodyPr/>
        <a:lstStyle/>
        <a:p>
          <a:endParaRPr lang="en-US"/>
        </a:p>
      </dgm:t>
    </dgm:pt>
    <dgm:pt modelId="{729C6034-2711-42B6-AF14-B5DCAD1FFDEE}">
      <dgm:prSet/>
      <dgm:spPr/>
      <dgm:t>
        <a:bodyPr/>
        <a:lstStyle/>
        <a:p>
          <a:r>
            <a:rPr lang="en-GB" b="0" i="0"/>
            <a:t>Include any additional information, annotations, or comments that provide context or clarification for elements in the diagram.</a:t>
          </a:r>
          <a:endParaRPr lang="en-US"/>
        </a:p>
      </dgm:t>
    </dgm:pt>
    <dgm:pt modelId="{D885C411-1735-4FA4-BA24-24610862144B}" type="parTrans" cxnId="{06B7363D-1047-4A9C-81D3-DE57777C13C4}">
      <dgm:prSet/>
      <dgm:spPr/>
      <dgm:t>
        <a:bodyPr/>
        <a:lstStyle/>
        <a:p>
          <a:endParaRPr lang="en-US"/>
        </a:p>
      </dgm:t>
    </dgm:pt>
    <dgm:pt modelId="{AAB83EF1-D43E-491D-AFCD-C598E0F1063A}" type="sibTrans" cxnId="{06B7363D-1047-4A9C-81D3-DE57777C13C4}">
      <dgm:prSet/>
      <dgm:spPr/>
      <dgm:t>
        <a:bodyPr/>
        <a:lstStyle/>
        <a:p>
          <a:endParaRPr lang="en-US"/>
        </a:p>
      </dgm:t>
    </dgm:pt>
    <dgm:pt modelId="{4A441BBA-CBE7-4719-8823-49BA0AB3ADD9}">
      <dgm:prSet/>
      <dgm:spPr/>
      <dgm:t>
        <a:bodyPr/>
        <a:lstStyle/>
        <a:p>
          <a:pPr>
            <a:defRPr b="1"/>
          </a:pPr>
          <a:r>
            <a:rPr lang="en-GB" b="1" i="0"/>
            <a:t>Document Assumptions and Constraints:</a:t>
          </a:r>
          <a:endParaRPr lang="en-US"/>
        </a:p>
      </dgm:t>
    </dgm:pt>
    <dgm:pt modelId="{E9CF48A3-33E6-48D6-A545-702EE678C510}" type="parTrans" cxnId="{C82E2758-F8B8-4BF9-AA94-8CFEFE72B9B1}">
      <dgm:prSet/>
      <dgm:spPr/>
      <dgm:t>
        <a:bodyPr/>
        <a:lstStyle/>
        <a:p>
          <a:endParaRPr lang="en-US"/>
        </a:p>
      </dgm:t>
    </dgm:pt>
    <dgm:pt modelId="{0BBA6BD3-679F-46C8-BC2B-2CE94403A08C}" type="sibTrans" cxnId="{C82E2758-F8B8-4BF9-AA94-8CFEFE72B9B1}">
      <dgm:prSet/>
      <dgm:spPr/>
      <dgm:t>
        <a:bodyPr/>
        <a:lstStyle/>
        <a:p>
          <a:endParaRPr lang="en-US"/>
        </a:p>
      </dgm:t>
    </dgm:pt>
    <dgm:pt modelId="{F6283008-32A6-4585-99E9-D6F36B06F429}">
      <dgm:prSet/>
      <dgm:spPr/>
      <dgm:t>
        <a:bodyPr/>
        <a:lstStyle/>
        <a:p>
          <a:r>
            <a:rPr lang="en-GB" b="0" i="0"/>
            <a:t>If there are any assumptions or constraints related to the interaction, document them alongside the diagram.</a:t>
          </a:r>
          <a:endParaRPr lang="en-US"/>
        </a:p>
      </dgm:t>
    </dgm:pt>
    <dgm:pt modelId="{305B9582-4919-4D3C-8349-12B7E49B7256}" type="parTrans" cxnId="{9D04D86F-BE8C-4497-A6F7-D4B7D9B22FD7}">
      <dgm:prSet/>
      <dgm:spPr/>
      <dgm:t>
        <a:bodyPr/>
        <a:lstStyle/>
        <a:p>
          <a:endParaRPr lang="en-US"/>
        </a:p>
      </dgm:t>
    </dgm:pt>
    <dgm:pt modelId="{E95E7DE8-A664-41D8-99F9-BA3E83C62F3D}" type="sibTrans" cxnId="{9D04D86F-BE8C-4497-A6F7-D4B7D9B22FD7}">
      <dgm:prSet/>
      <dgm:spPr/>
      <dgm:t>
        <a:bodyPr/>
        <a:lstStyle/>
        <a:p>
          <a:endParaRPr lang="en-US"/>
        </a:p>
      </dgm:t>
    </dgm:pt>
    <dgm:pt modelId="{1769106E-C913-48B9-9A7B-3DED5D618E23}">
      <dgm:prSet/>
      <dgm:spPr/>
      <dgm:t>
        <a:bodyPr/>
        <a:lstStyle/>
        <a:p>
          <a:pPr>
            <a:defRPr b="1"/>
          </a:pPr>
          <a:r>
            <a:rPr lang="en-GB" b="1" i="0"/>
            <a:t>Tools:</a:t>
          </a:r>
          <a:endParaRPr lang="en-US"/>
        </a:p>
      </dgm:t>
    </dgm:pt>
    <dgm:pt modelId="{E783D9A8-7E77-4F5A-BB5E-21359B61958C}" type="parTrans" cxnId="{FB379FD8-1134-47AF-9CA6-501009B56F56}">
      <dgm:prSet/>
      <dgm:spPr/>
      <dgm:t>
        <a:bodyPr/>
        <a:lstStyle/>
        <a:p>
          <a:endParaRPr lang="en-US"/>
        </a:p>
      </dgm:t>
    </dgm:pt>
    <dgm:pt modelId="{4D8E4923-E54B-4B97-BC3B-ECF2D40A2240}" type="sibTrans" cxnId="{FB379FD8-1134-47AF-9CA6-501009B56F56}">
      <dgm:prSet/>
      <dgm:spPr/>
      <dgm:t>
        <a:bodyPr/>
        <a:lstStyle/>
        <a:p>
          <a:endParaRPr lang="en-US"/>
        </a:p>
      </dgm:t>
    </dgm:pt>
    <dgm:pt modelId="{2B4348D1-6BC2-4F98-974A-8D8C8F34B466}">
      <dgm:prSet/>
      <dgm:spPr/>
      <dgm:t>
        <a:bodyPr/>
        <a:lstStyle/>
        <a:p>
          <a:r>
            <a:rPr lang="en-GB" b="0" i="0"/>
            <a:t>Use a UML modeling tool or diagramming software to create a neat and professional-looking sequence diagram. These tools often provide features for easy editing, collaboration, and documentation.</a:t>
          </a:r>
          <a:endParaRPr lang="en-US"/>
        </a:p>
      </dgm:t>
    </dgm:pt>
    <dgm:pt modelId="{B7A13C77-A797-45FD-A72F-5F85F51FE8E2}" type="parTrans" cxnId="{D298DAB4-1C91-477F-8671-7A525C10E901}">
      <dgm:prSet/>
      <dgm:spPr/>
      <dgm:t>
        <a:bodyPr/>
        <a:lstStyle/>
        <a:p>
          <a:endParaRPr lang="en-US"/>
        </a:p>
      </dgm:t>
    </dgm:pt>
    <dgm:pt modelId="{F8F2FDEA-0F02-4F16-A40B-9224C37C947C}" type="sibTrans" cxnId="{D298DAB4-1C91-477F-8671-7A525C10E901}">
      <dgm:prSet/>
      <dgm:spPr/>
      <dgm:t>
        <a:bodyPr/>
        <a:lstStyle/>
        <a:p>
          <a:endParaRPr lang="en-US"/>
        </a:p>
      </dgm:t>
    </dgm:pt>
    <dgm:pt modelId="{B16BCD30-154C-4F20-A8BD-CEF53013D09B}" type="pres">
      <dgm:prSet presAssocID="{B7E0C388-91C4-45D3-BE27-607A15DC6C40}" presName="root" presStyleCnt="0">
        <dgm:presLayoutVars>
          <dgm:dir/>
          <dgm:resizeHandles val="exact"/>
        </dgm:presLayoutVars>
      </dgm:prSet>
      <dgm:spPr/>
    </dgm:pt>
    <dgm:pt modelId="{88DC89C2-F9A7-4415-BB61-27782D87275B}" type="pres">
      <dgm:prSet presAssocID="{30253AD0-1769-4556-8EC1-333BC2AD28F4}" presName="compNode" presStyleCnt="0"/>
      <dgm:spPr/>
    </dgm:pt>
    <dgm:pt modelId="{8E884392-DEDB-47A7-8AE3-4B36BDBFC2DE}" type="pres">
      <dgm:prSet presAssocID="{30253AD0-1769-4556-8EC1-333BC2AD28F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E4AE3C6D-8B17-4D3D-AF4B-54D05255A1C4}" type="pres">
      <dgm:prSet presAssocID="{30253AD0-1769-4556-8EC1-333BC2AD28F4}" presName="iconSpace" presStyleCnt="0"/>
      <dgm:spPr/>
    </dgm:pt>
    <dgm:pt modelId="{5685302C-4FFF-47CC-BB94-5EC53D2E62E1}" type="pres">
      <dgm:prSet presAssocID="{30253AD0-1769-4556-8EC1-333BC2AD28F4}" presName="parTx" presStyleLbl="revTx" presStyleIdx="0" presStyleCnt="8">
        <dgm:presLayoutVars>
          <dgm:chMax val="0"/>
          <dgm:chPref val="0"/>
        </dgm:presLayoutVars>
      </dgm:prSet>
      <dgm:spPr/>
    </dgm:pt>
    <dgm:pt modelId="{C18B691D-9480-4FAA-BCEB-B6E890C79F0B}" type="pres">
      <dgm:prSet presAssocID="{30253AD0-1769-4556-8EC1-333BC2AD28F4}" presName="txSpace" presStyleCnt="0"/>
      <dgm:spPr/>
    </dgm:pt>
    <dgm:pt modelId="{0BB6B15A-7721-42FF-9AFB-4A70F372D344}" type="pres">
      <dgm:prSet presAssocID="{30253AD0-1769-4556-8EC1-333BC2AD28F4}" presName="desTx" presStyleLbl="revTx" presStyleIdx="1" presStyleCnt="8">
        <dgm:presLayoutVars/>
      </dgm:prSet>
      <dgm:spPr/>
    </dgm:pt>
    <dgm:pt modelId="{C8B6FDE4-4C10-45DE-8839-A94047010C2D}" type="pres">
      <dgm:prSet presAssocID="{DA07DDF3-93E0-4F3C-8F6E-163ACE31A145}" presName="sibTrans" presStyleCnt="0"/>
      <dgm:spPr/>
    </dgm:pt>
    <dgm:pt modelId="{F46A65A8-7544-4405-9538-0E22023529C6}" type="pres">
      <dgm:prSet presAssocID="{3B80352D-F816-44C7-950F-AB705DFE85D9}" presName="compNode" presStyleCnt="0"/>
      <dgm:spPr/>
    </dgm:pt>
    <dgm:pt modelId="{B887C551-978E-4A45-A734-3E7CD8E5317A}" type="pres">
      <dgm:prSet presAssocID="{3B80352D-F816-44C7-950F-AB705DFE85D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Quotation Mark"/>
        </a:ext>
      </dgm:extLst>
    </dgm:pt>
    <dgm:pt modelId="{51B1DAA8-CB21-481C-82EB-0A0027083D02}" type="pres">
      <dgm:prSet presAssocID="{3B80352D-F816-44C7-950F-AB705DFE85D9}" presName="iconSpace" presStyleCnt="0"/>
      <dgm:spPr/>
    </dgm:pt>
    <dgm:pt modelId="{0DAE7CFB-C07A-4DBB-9068-543D6496D5B9}" type="pres">
      <dgm:prSet presAssocID="{3B80352D-F816-44C7-950F-AB705DFE85D9}" presName="parTx" presStyleLbl="revTx" presStyleIdx="2" presStyleCnt="8">
        <dgm:presLayoutVars>
          <dgm:chMax val="0"/>
          <dgm:chPref val="0"/>
        </dgm:presLayoutVars>
      </dgm:prSet>
      <dgm:spPr/>
    </dgm:pt>
    <dgm:pt modelId="{D195E38D-7F27-458E-966B-2BD973BB4E02}" type="pres">
      <dgm:prSet presAssocID="{3B80352D-F816-44C7-950F-AB705DFE85D9}" presName="txSpace" presStyleCnt="0"/>
      <dgm:spPr/>
    </dgm:pt>
    <dgm:pt modelId="{8F0A19D8-8992-4A8D-A54E-D8AF7B1C8AA4}" type="pres">
      <dgm:prSet presAssocID="{3B80352D-F816-44C7-950F-AB705DFE85D9}" presName="desTx" presStyleLbl="revTx" presStyleIdx="3" presStyleCnt="8">
        <dgm:presLayoutVars/>
      </dgm:prSet>
      <dgm:spPr/>
    </dgm:pt>
    <dgm:pt modelId="{8B86286F-F6C2-4A24-84C9-8905F91F77DA}" type="pres">
      <dgm:prSet presAssocID="{D1FA686B-8914-4828-8397-5CEDE1849A6D}" presName="sibTrans" presStyleCnt="0"/>
      <dgm:spPr/>
    </dgm:pt>
    <dgm:pt modelId="{88431268-952E-4B36-A0B3-4F63DF723ECA}" type="pres">
      <dgm:prSet presAssocID="{4A441BBA-CBE7-4719-8823-49BA0AB3ADD9}" presName="compNode" presStyleCnt="0"/>
      <dgm:spPr/>
    </dgm:pt>
    <dgm:pt modelId="{0B26BA7F-668F-44DB-8FBF-68854BD5C6E1}" type="pres">
      <dgm:prSet presAssocID="{4A441BBA-CBE7-4719-8823-49BA0AB3ADD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04CDCC59-A449-4448-BF60-88547BD58E21}" type="pres">
      <dgm:prSet presAssocID="{4A441BBA-CBE7-4719-8823-49BA0AB3ADD9}" presName="iconSpace" presStyleCnt="0"/>
      <dgm:spPr/>
    </dgm:pt>
    <dgm:pt modelId="{90A5CDA0-BEF0-4056-917B-1F18AB14FAA4}" type="pres">
      <dgm:prSet presAssocID="{4A441BBA-CBE7-4719-8823-49BA0AB3ADD9}" presName="parTx" presStyleLbl="revTx" presStyleIdx="4" presStyleCnt="8">
        <dgm:presLayoutVars>
          <dgm:chMax val="0"/>
          <dgm:chPref val="0"/>
        </dgm:presLayoutVars>
      </dgm:prSet>
      <dgm:spPr/>
    </dgm:pt>
    <dgm:pt modelId="{96AFA494-5F20-418B-ABF9-52480BF86C7E}" type="pres">
      <dgm:prSet presAssocID="{4A441BBA-CBE7-4719-8823-49BA0AB3ADD9}" presName="txSpace" presStyleCnt="0"/>
      <dgm:spPr/>
    </dgm:pt>
    <dgm:pt modelId="{90D7D923-ECDF-4CE4-8EBB-0B2E032DCA91}" type="pres">
      <dgm:prSet presAssocID="{4A441BBA-CBE7-4719-8823-49BA0AB3ADD9}" presName="desTx" presStyleLbl="revTx" presStyleIdx="5" presStyleCnt="8">
        <dgm:presLayoutVars/>
      </dgm:prSet>
      <dgm:spPr/>
    </dgm:pt>
    <dgm:pt modelId="{293C8C08-6357-4039-A177-B6EDC6F145D0}" type="pres">
      <dgm:prSet presAssocID="{0BBA6BD3-679F-46C8-BC2B-2CE94403A08C}" presName="sibTrans" presStyleCnt="0"/>
      <dgm:spPr/>
    </dgm:pt>
    <dgm:pt modelId="{FA216680-D1EC-4112-9CD7-4231FE6E4916}" type="pres">
      <dgm:prSet presAssocID="{1769106E-C913-48B9-9A7B-3DED5D618E23}" presName="compNode" presStyleCnt="0"/>
      <dgm:spPr/>
    </dgm:pt>
    <dgm:pt modelId="{149483D6-50B6-454F-AADB-8BE1A7E60C73}" type="pres">
      <dgm:prSet presAssocID="{1769106E-C913-48B9-9A7B-3DED5D618E2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ools"/>
        </a:ext>
      </dgm:extLst>
    </dgm:pt>
    <dgm:pt modelId="{6FDDA1C8-AB4B-418C-BBDE-85166E2E15A5}" type="pres">
      <dgm:prSet presAssocID="{1769106E-C913-48B9-9A7B-3DED5D618E23}" presName="iconSpace" presStyleCnt="0"/>
      <dgm:spPr/>
    </dgm:pt>
    <dgm:pt modelId="{14E370D6-4288-4DF7-8658-75A68ED2CA5A}" type="pres">
      <dgm:prSet presAssocID="{1769106E-C913-48B9-9A7B-3DED5D618E23}" presName="parTx" presStyleLbl="revTx" presStyleIdx="6" presStyleCnt="8">
        <dgm:presLayoutVars>
          <dgm:chMax val="0"/>
          <dgm:chPref val="0"/>
        </dgm:presLayoutVars>
      </dgm:prSet>
      <dgm:spPr/>
    </dgm:pt>
    <dgm:pt modelId="{95EB6714-5AC2-49D1-A14D-35862A908547}" type="pres">
      <dgm:prSet presAssocID="{1769106E-C913-48B9-9A7B-3DED5D618E23}" presName="txSpace" presStyleCnt="0"/>
      <dgm:spPr/>
    </dgm:pt>
    <dgm:pt modelId="{8B7EA79C-8479-4DEF-9E13-C4AE4A3B678D}" type="pres">
      <dgm:prSet presAssocID="{1769106E-C913-48B9-9A7B-3DED5D618E23}" presName="desTx" presStyleLbl="revTx" presStyleIdx="7" presStyleCnt="8">
        <dgm:presLayoutVars/>
      </dgm:prSet>
      <dgm:spPr/>
    </dgm:pt>
  </dgm:ptLst>
  <dgm:cxnLst>
    <dgm:cxn modelId="{7357DF06-9A6E-4BE2-B544-304286576F1F}" type="presOf" srcId="{729C6034-2711-42B6-AF14-B5DCAD1FFDEE}" destId="{8F0A19D8-8992-4A8D-A54E-D8AF7B1C8AA4}" srcOrd="0" destOrd="0" presId="urn:microsoft.com/office/officeart/2018/2/layout/IconLabelDescriptionList"/>
    <dgm:cxn modelId="{F7894F28-57B1-4DAC-B0C1-3898A6374D1C}" type="presOf" srcId="{B7E0C388-91C4-45D3-BE27-607A15DC6C40}" destId="{B16BCD30-154C-4F20-A8BD-CEF53013D09B}" srcOrd="0" destOrd="0" presId="urn:microsoft.com/office/officeart/2018/2/layout/IconLabelDescriptionList"/>
    <dgm:cxn modelId="{06B7363D-1047-4A9C-81D3-DE57777C13C4}" srcId="{3B80352D-F816-44C7-950F-AB705DFE85D9}" destId="{729C6034-2711-42B6-AF14-B5DCAD1FFDEE}" srcOrd="0" destOrd="0" parTransId="{D885C411-1735-4FA4-BA24-24610862144B}" sibTransId="{AAB83EF1-D43E-491D-AFCD-C598E0F1063A}"/>
    <dgm:cxn modelId="{E9D2363D-C2EF-4F55-B832-33D9FBBC0528}" type="presOf" srcId="{3B80352D-F816-44C7-950F-AB705DFE85D9}" destId="{0DAE7CFB-C07A-4DBB-9068-543D6496D5B9}" srcOrd="0" destOrd="0" presId="urn:microsoft.com/office/officeart/2018/2/layout/IconLabelDescriptionList"/>
    <dgm:cxn modelId="{9D04D86F-BE8C-4497-A6F7-D4B7D9B22FD7}" srcId="{4A441BBA-CBE7-4719-8823-49BA0AB3ADD9}" destId="{F6283008-32A6-4585-99E9-D6F36B06F429}" srcOrd="0" destOrd="0" parTransId="{305B9582-4919-4D3C-8349-12B7E49B7256}" sibTransId="{E95E7DE8-A664-41D8-99F9-BA3E83C62F3D}"/>
    <dgm:cxn modelId="{FFFC3554-7719-47F0-8BC0-1D66C1706625}" srcId="{B7E0C388-91C4-45D3-BE27-607A15DC6C40}" destId="{3B80352D-F816-44C7-950F-AB705DFE85D9}" srcOrd="1" destOrd="0" parTransId="{69F351F7-48D8-46A9-B389-94774A372E7D}" sibTransId="{D1FA686B-8914-4828-8397-5CEDE1849A6D}"/>
    <dgm:cxn modelId="{C82E2758-F8B8-4BF9-AA94-8CFEFE72B9B1}" srcId="{B7E0C388-91C4-45D3-BE27-607A15DC6C40}" destId="{4A441BBA-CBE7-4719-8823-49BA0AB3ADD9}" srcOrd="2" destOrd="0" parTransId="{E9CF48A3-33E6-48D6-A545-702EE678C510}" sibTransId="{0BBA6BD3-679F-46C8-BC2B-2CE94403A08C}"/>
    <dgm:cxn modelId="{3D391483-5B77-42EF-85BE-8185E6F73223}" type="presOf" srcId="{4610AAA2-EB2E-4980-8826-2220DB24DD73}" destId="{0BB6B15A-7721-42FF-9AFB-4A70F372D344}" srcOrd="0" destOrd="0" presId="urn:microsoft.com/office/officeart/2018/2/layout/IconLabelDescriptionList"/>
    <dgm:cxn modelId="{B4668694-BA96-4813-91BF-30C498CF84C0}" type="presOf" srcId="{1769106E-C913-48B9-9A7B-3DED5D618E23}" destId="{14E370D6-4288-4DF7-8658-75A68ED2CA5A}" srcOrd="0" destOrd="0" presId="urn:microsoft.com/office/officeart/2018/2/layout/IconLabelDescriptionList"/>
    <dgm:cxn modelId="{09925BB3-2B19-4D99-B500-1895FF06717C}" type="presOf" srcId="{F6283008-32A6-4585-99E9-D6F36B06F429}" destId="{90D7D923-ECDF-4CE4-8EBB-0B2E032DCA91}" srcOrd="0" destOrd="0" presId="urn:microsoft.com/office/officeart/2018/2/layout/IconLabelDescriptionList"/>
    <dgm:cxn modelId="{73B24EB3-3BFD-4543-A15D-D1073F7F464B}" type="presOf" srcId="{30253AD0-1769-4556-8EC1-333BC2AD28F4}" destId="{5685302C-4FFF-47CC-BB94-5EC53D2E62E1}" srcOrd="0" destOrd="0" presId="urn:microsoft.com/office/officeart/2018/2/layout/IconLabelDescriptionList"/>
    <dgm:cxn modelId="{D298DAB4-1C91-477F-8671-7A525C10E901}" srcId="{1769106E-C913-48B9-9A7B-3DED5D618E23}" destId="{2B4348D1-6BC2-4F98-974A-8D8C8F34B466}" srcOrd="0" destOrd="0" parTransId="{B7A13C77-A797-45FD-A72F-5F85F51FE8E2}" sibTransId="{F8F2FDEA-0F02-4F16-A40B-9224C37C947C}"/>
    <dgm:cxn modelId="{435152C2-C357-4ED3-B793-76D096F6FF2B}" type="presOf" srcId="{4A441BBA-CBE7-4719-8823-49BA0AB3ADD9}" destId="{90A5CDA0-BEF0-4056-917B-1F18AB14FAA4}" srcOrd="0" destOrd="0" presId="urn:microsoft.com/office/officeart/2018/2/layout/IconLabelDescriptionList"/>
    <dgm:cxn modelId="{D56EACC6-F649-4DD0-B4E1-18E0462B4187}" srcId="{B7E0C388-91C4-45D3-BE27-607A15DC6C40}" destId="{30253AD0-1769-4556-8EC1-333BC2AD28F4}" srcOrd="0" destOrd="0" parTransId="{A2298A58-EA61-49C0-B039-E2A2D572245C}" sibTransId="{DA07DDF3-93E0-4F3C-8F6E-163ACE31A145}"/>
    <dgm:cxn modelId="{FB379FD8-1134-47AF-9CA6-501009B56F56}" srcId="{B7E0C388-91C4-45D3-BE27-607A15DC6C40}" destId="{1769106E-C913-48B9-9A7B-3DED5D618E23}" srcOrd="3" destOrd="0" parTransId="{E783D9A8-7E77-4F5A-BB5E-21359B61958C}" sibTransId="{4D8E4923-E54B-4B97-BC3B-ECF2D40A2240}"/>
    <dgm:cxn modelId="{753363EA-7EBE-48CE-8F1F-B6E6D17588BD}" type="presOf" srcId="{2B4348D1-6BC2-4F98-974A-8D8C8F34B466}" destId="{8B7EA79C-8479-4DEF-9E13-C4AE4A3B678D}" srcOrd="0" destOrd="0" presId="urn:microsoft.com/office/officeart/2018/2/layout/IconLabelDescriptionList"/>
    <dgm:cxn modelId="{937195F6-59F4-4F33-A7C5-7A1C21898C07}" srcId="{30253AD0-1769-4556-8EC1-333BC2AD28F4}" destId="{4610AAA2-EB2E-4980-8826-2220DB24DD73}" srcOrd="0" destOrd="0" parTransId="{99DFCE42-8F9D-4C28-90CB-ACEF9D1DE919}" sibTransId="{0300DB17-F3B1-430E-A5EF-8EA71417752C}"/>
    <dgm:cxn modelId="{9D8CAD80-5A27-4A02-81BE-C5883151E89B}" type="presParOf" srcId="{B16BCD30-154C-4F20-A8BD-CEF53013D09B}" destId="{88DC89C2-F9A7-4415-BB61-27782D87275B}" srcOrd="0" destOrd="0" presId="urn:microsoft.com/office/officeart/2018/2/layout/IconLabelDescriptionList"/>
    <dgm:cxn modelId="{EE8830C0-DD9C-4645-B916-6B8B2B4F4D2C}" type="presParOf" srcId="{88DC89C2-F9A7-4415-BB61-27782D87275B}" destId="{8E884392-DEDB-47A7-8AE3-4B36BDBFC2DE}" srcOrd="0" destOrd="0" presId="urn:microsoft.com/office/officeart/2018/2/layout/IconLabelDescriptionList"/>
    <dgm:cxn modelId="{7EE926FA-9D01-48BE-879D-011BD9E01254}" type="presParOf" srcId="{88DC89C2-F9A7-4415-BB61-27782D87275B}" destId="{E4AE3C6D-8B17-4D3D-AF4B-54D05255A1C4}" srcOrd="1" destOrd="0" presId="urn:microsoft.com/office/officeart/2018/2/layout/IconLabelDescriptionList"/>
    <dgm:cxn modelId="{76407389-4A7D-47BE-BC51-9F5C3F4863A6}" type="presParOf" srcId="{88DC89C2-F9A7-4415-BB61-27782D87275B}" destId="{5685302C-4FFF-47CC-BB94-5EC53D2E62E1}" srcOrd="2" destOrd="0" presId="urn:microsoft.com/office/officeart/2018/2/layout/IconLabelDescriptionList"/>
    <dgm:cxn modelId="{B08BEE0C-90E1-402D-BFF0-450FB765340C}" type="presParOf" srcId="{88DC89C2-F9A7-4415-BB61-27782D87275B}" destId="{C18B691D-9480-4FAA-BCEB-B6E890C79F0B}" srcOrd="3" destOrd="0" presId="urn:microsoft.com/office/officeart/2018/2/layout/IconLabelDescriptionList"/>
    <dgm:cxn modelId="{8F3F4D69-7303-4FDD-A855-60AC51396E00}" type="presParOf" srcId="{88DC89C2-F9A7-4415-BB61-27782D87275B}" destId="{0BB6B15A-7721-42FF-9AFB-4A70F372D344}" srcOrd="4" destOrd="0" presId="urn:microsoft.com/office/officeart/2018/2/layout/IconLabelDescriptionList"/>
    <dgm:cxn modelId="{36C5DD6A-5780-4D8D-AD75-9312E47B786B}" type="presParOf" srcId="{B16BCD30-154C-4F20-A8BD-CEF53013D09B}" destId="{C8B6FDE4-4C10-45DE-8839-A94047010C2D}" srcOrd="1" destOrd="0" presId="urn:microsoft.com/office/officeart/2018/2/layout/IconLabelDescriptionList"/>
    <dgm:cxn modelId="{8B442FDC-EADA-4C4B-B694-1DC6A7DF599D}" type="presParOf" srcId="{B16BCD30-154C-4F20-A8BD-CEF53013D09B}" destId="{F46A65A8-7544-4405-9538-0E22023529C6}" srcOrd="2" destOrd="0" presId="urn:microsoft.com/office/officeart/2018/2/layout/IconLabelDescriptionList"/>
    <dgm:cxn modelId="{4B8701EA-88DD-4629-B838-CC57185202AA}" type="presParOf" srcId="{F46A65A8-7544-4405-9538-0E22023529C6}" destId="{B887C551-978E-4A45-A734-3E7CD8E5317A}" srcOrd="0" destOrd="0" presId="urn:microsoft.com/office/officeart/2018/2/layout/IconLabelDescriptionList"/>
    <dgm:cxn modelId="{6481A8F6-20DF-4BA3-B5F5-939EAB07F555}" type="presParOf" srcId="{F46A65A8-7544-4405-9538-0E22023529C6}" destId="{51B1DAA8-CB21-481C-82EB-0A0027083D02}" srcOrd="1" destOrd="0" presId="urn:microsoft.com/office/officeart/2018/2/layout/IconLabelDescriptionList"/>
    <dgm:cxn modelId="{4AA85020-E4FA-4C77-A552-949F7C7F7F93}" type="presParOf" srcId="{F46A65A8-7544-4405-9538-0E22023529C6}" destId="{0DAE7CFB-C07A-4DBB-9068-543D6496D5B9}" srcOrd="2" destOrd="0" presId="urn:microsoft.com/office/officeart/2018/2/layout/IconLabelDescriptionList"/>
    <dgm:cxn modelId="{126F2647-9A63-4B64-8ACE-7CA342E2C3EE}" type="presParOf" srcId="{F46A65A8-7544-4405-9538-0E22023529C6}" destId="{D195E38D-7F27-458E-966B-2BD973BB4E02}" srcOrd="3" destOrd="0" presId="urn:microsoft.com/office/officeart/2018/2/layout/IconLabelDescriptionList"/>
    <dgm:cxn modelId="{01EF7B34-8FFB-4D25-BD50-D869E4162358}" type="presParOf" srcId="{F46A65A8-7544-4405-9538-0E22023529C6}" destId="{8F0A19D8-8992-4A8D-A54E-D8AF7B1C8AA4}" srcOrd="4" destOrd="0" presId="urn:microsoft.com/office/officeart/2018/2/layout/IconLabelDescriptionList"/>
    <dgm:cxn modelId="{C3A8EB97-832F-4457-A20A-EF0C7550240C}" type="presParOf" srcId="{B16BCD30-154C-4F20-A8BD-CEF53013D09B}" destId="{8B86286F-F6C2-4A24-84C9-8905F91F77DA}" srcOrd="3" destOrd="0" presId="urn:microsoft.com/office/officeart/2018/2/layout/IconLabelDescriptionList"/>
    <dgm:cxn modelId="{BDBF6E03-5BED-447E-85CB-93F6C704FA85}" type="presParOf" srcId="{B16BCD30-154C-4F20-A8BD-CEF53013D09B}" destId="{88431268-952E-4B36-A0B3-4F63DF723ECA}" srcOrd="4" destOrd="0" presId="urn:microsoft.com/office/officeart/2018/2/layout/IconLabelDescriptionList"/>
    <dgm:cxn modelId="{3433FABA-DD8E-4105-9DEE-D8C673CC5A11}" type="presParOf" srcId="{88431268-952E-4B36-A0B3-4F63DF723ECA}" destId="{0B26BA7F-668F-44DB-8FBF-68854BD5C6E1}" srcOrd="0" destOrd="0" presId="urn:microsoft.com/office/officeart/2018/2/layout/IconLabelDescriptionList"/>
    <dgm:cxn modelId="{361C78AF-E869-4184-97C0-CA89FB896270}" type="presParOf" srcId="{88431268-952E-4B36-A0B3-4F63DF723ECA}" destId="{04CDCC59-A449-4448-BF60-88547BD58E21}" srcOrd="1" destOrd="0" presId="urn:microsoft.com/office/officeart/2018/2/layout/IconLabelDescriptionList"/>
    <dgm:cxn modelId="{FCC886C7-D191-4D76-9979-5F90D26E3723}" type="presParOf" srcId="{88431268-952E-4B36-A0B3-4F63DF723ECA}" destId="{90A5CDA0-BEF0-4056-917B-1F18AB14FAA4}" srcOrd="2" destOrd="0" presId="urn:microsoft.com/office/officeart/2018/2/layout/IconLabelDescriptionList"/>
    <dgm:cxn modelId="{E3BC5902-1008-45AA-82CC-62B29D9243F8}" type="presParOf" srcId="{88431268-952E-4B36-A0B3-4F63DF723ECA}" destId="{96AFA494-5F20-418B-ABF9-52480BF86C7E}" srcOrd="3" destOrd="0" presId="urn:microsoft.com/office/officeart/2018/2/layout/IconLabelDescriptionList"/>
    <dgm:cxn modelId="{7B3CBFAF-DD91-4DEA-92A3-2E6292C5A51F}" type="presParOf" srcId="{88431268-952E-4B36-A0B3-4F63DF723ECA}" destId="{90D7D923-ECDF-4CE4-8EBB-0B2E032DCA91}" srcOrd="4" destOrd="0" presId="urn:microsoft.com/office/officeart/2018/2/layout/IconLabelDescriptionList"/>
    <dgm:cxn modelId="{DE02B259-1767-43DF-B3F9-F79B3206B1B7}" type="presParOf" srcId="{B16BCD30-154C-4F20-A8BD-CEF53013D09B}" destId="{293C8C08-6357-4039-A177-B6EDC6F145D0}" srcOrd="5" destOrd="0" presId="urn:microsoft.com/office/officeart/2018/2/layout/IconLabelDescriptionList"/>
    <dgm:cxn modelId="{3B6F23C3-B575-40DD-8417-F332EE3B1BD6}" type="presParOf" srcId="{B16BCD30-154C-4F20-A8BD-CEF53013D09B}" destId="{FA216680-D1EC-4112-9CD7-4231FE6E4916}" srcOrd="6" destOrd="0" presId="urn:microsoft.com/office/officeart/2018/2/layout/IconLabelDescriptionList"/>
    <dgm:cxn modelId="{36BC7A28-60C3-41A8-A98A-04E301D0DE27}" type="presParOf" srcId="{FA216680-D1EC-4112-9CD7-4231FE6E4916}" destId="{149483D6-50B6-454F-AADB-8BE1A7E60C73}" srcOrd="0" destOrd="0" presId="urn:microsoft.com/office/officeart/2018/2/layout/IconLabelDescriptionList"/>
    <dgm:cxn modelId="{FA586BA5-8739-4D19-859E-9BBA5B238206}" type="presParOf" srcId="{FA216680-D1EC-4112-9CD7-4231FE6E4916}" destId="{6FDDA1C8-AB4B-418C-BBDE-85166E2E15A5}" srcOrd="1" destOrd="0" presId="urn:microsoft.com/office/officeart/2018/2/layout/IconLabelDescriptionList"/>
    <dgm:cxn modelId="{1ABF4CD8-4899-466C-ADDF-C79243743F88}" type="presParOf" srcId="{FA216680-D1EC-4112-9CD7-4231FE6E4916}" destId="{14E370D6-4288-4DF7-8658-75A68ED2CA5A}" srcOrd="2" destOrd="0" presId="urn:microsoft.com/office/officeart/2018/2/layout/IconLabelDescriptionList"/>
    <dgm:cxn modelId="{D1EC3108-838F-4EB0-B6B6-7E34B26B4EE7}" type="presParOf" srcId="{FA216680-D1EC-4112-9CD7-4231FE6E4916}" destId="{95EB6714-5AC2-49D1-A14D-35862A908547}" srcOrd="3" destOrd="0" presId="urn:microsoft.com/office/officeart/2018/2/layout/IconLabelDescriptionList"/>
    <dgm:cxn modelId="{2673AE8A-1242-4601-BF27-4F23E6F801BC}" type="presParOf" srcId="{FA216680-D1EC-4112-9CD7-4231FE6E4916}" destId="{8B7EA79C-8479-4DEF-9E13-C4AE4A3B678D}"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248A9D-28EB-4FB8-91CC-F24A6A0653B5}">
      <dsp:nvSpPr>
        <dsp:cNvPr id="0" name=""/>
        <dsp:cNvSpPr/>
      </dsp:nvSpPr>
      <dsp:spPr>
        <a:xfrm>
          <a:off x="0" y="3706"/>
          <a:ext cx="6911975" cy="8627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35FAC9-E91D-42AD-8427-56A9B8D57532}">
      <dsp:nvSpPr>
        <dsp:cNvPr id="0" name=""/>
        <dsp:cNvSpPr/>
      </dsp:nvSpPr>
      <dsp:spPr>
        <a:xfrm>
          <a:off x="260969" y="197815"/>
          <a:ext cx="474489" cy="4744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D8ED5-A979-4681-96E0-316EEC493704}">
      <dsp:nvSpPr>
        <dsp:cNvPr id="0" name=""/>
        <dsp:cNvSpPr/>
      </dsp:nvSpPr>
      <dsp:spPr>
        <a:xfrm>
          <a:off x="996427" y="3706"/>
          <a:ext cx="3110388" cy="86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03" tIns="91303" rIns="91303" bIns="91303" numCol="1" spcCol="1270" anchor="ctr" anchorCtr="0">
          <a:noAutofit/>
        </a:bodyPr>
        <a:lstStyle/>
        <a:p>
          <a:pPr marL="0" lvl="0" indent="0" algn="l" defTabSz="977900">
            <a:lnSpc>
              <a:spcPct val="100000"/>
            </a:lnSpc>
            <a:spcBef>
              <a:spcPct val="0"/>
            </a:spcBef>
            <a:spcAft>
              <a:spcPct val="35000"/>
            </a:spcAft>
            <a:buNone/>
          </a:pPr>
          <a:r>
            <a:rPr lang="en-GB" sz="2200" b="1" i="0" kern="1200"/>
            <a:t>Identify the Scenario:</a:t>
          </a:r>
          <a:endParaRPr lang="en-US" sz="2200" kern="1200"/>
        </a:p>
      </dsp:txBody>
      <dsp:txXfrm>
        <a:off x="996427" y="3706"/>
        <a:ext cx="3110388" cy="862707"/>
      </dsp:txXfrm>
    </dsp:sp>
    <dsp:sp modelId="{5B2C5B62-C67B-44AF-8CCC-FE786633807F}">
      <dsp:nvSpPr>
        <dsp:cNvPr id="0" name=""/>
        <dsp:cNvSpPr/>
      </dsp:nvSpPr>
      <dsp:spPr>
        <a:xfrm>
          <a:off x="4106816" y="3706"/>
          <a:ext cx="2804184" cy="86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03" tIns="91303" rIns="91303" bIns="91303" numCol="1" spcCol="1270" anchor="ctr" anchorCtr="0">
          <a:noAutofit/>
        </a:bodyPr>
        <a:lstStyle/>
        <a:p>
          <a:pPr marL="0" lvl="0" indent="0" algn="l" defTabSz="488950">
            <a:lnSpc>
              <a:spcPct val="100000"/>
            </a:lnSpc>
            <a:spcBef>
              <a:spcPct val="0"/>
            </a:spcBef>
            <a:spcAft>
              <a:spcPct val="35000"/>
            </a:spcAft>
            <a:buNone/>
          </a:pPr>
          <a:r>
            <a:rPr lang="en-GB" sz="1100" b="0" i="0" kern="1200"/>
            <a:t>Understand the specific scenario or use case that you want to represent in the sequence diagram. This could be a specific interaction between objects or the flow of messages in a particular process.</a:t>
          </a:r>
          <a:endParaRPr lang="en-US" sz="1100" kern="1200"/>
        </a:p>
      </dsp:txBody>
      <dsp:txXfrm>
        <a:off x="4106816" y="3706"/>
        <a:ext cx="2804184" cy="862707"/>
      </dsp:txXfrm>
    </dsp:sp>
    <dsp:sp modelId="{F16AF904-848B-41CA-B178-04C39C802344}">
      <dsp:nvSpPr>
        <dsp:cNvPr id="0" name=""/>
        <dsp:cNvSpPr/>
      </dsp:nvSpPr>
      <dsp:spPr>
        <a:xfrm>
          <a:off x="0" y="1082091"/>
          <a:ext cx="6911975" cy="8627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04E77D-2197-44E1-A10F-2732D2BF5AA5}">
      <dsp:nvSpPr>
        <dsp:cNvPr id="0" name=""/>
        <dsp:cNvSpPr/>
      </dsp:nvSpPr>
      <dsp:spPr>
        <a:xfrm>
          <a:off x="260969" y="1276200"/>
          <a:ext cx="474489" cy="4744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63A1B2-6C01-4308-9B04-F0CE791023DB}">
      <dsp:nvSpPr>
        <dsp:cNvPr id="0" name=""/>
        <dsp:cNvSpPr/>
      </dsp:nvSpPr>
      <dsp:spPr>
        <a:xfrm>
          <a:off x="996427" y="1082091"/>
          <a:ext cx="3110388" cy="86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03" tIns="91303" rIns="91303" bIns="91303" numCol="1" spcCol="1270" anchor="ctr" anchorCtr="0">
          <a:noAutofit/>
        </a:bodyPr>
        <a:lstStyle/>
        <a:p>
          <a:pPr marL="0" lvl="0" indent="0" algn="l" defTabSz="977900">
            <a:lnSpc>
              <a:spcPct val="100000"/>
            </a:lnSpc>
            <a:spcBef>
              <a:spcPct val="0"/>
            </a:spcBef>
            <a:spcAft>
              <a:spcPct val="35000"/>
            </a:spcAft>
            <a:buNone/>
          </a:pPr>
          <a:r>
            <a:rPr lang="en-GB" sz="2200" b="1" i="0" kern="1200"/>
            <a:t>List the Participants:</a:t>
          </a:r>
          <a:endParaRPr lang="en-US" sz="2200" kern="1200"/>
        </a:p>
      </dsp:txBody>
      <dsp:txXfrm>
        <a:off x="996427" y="1082091"/>
        <a:ext cx="3110388" cy="862707"/>
      </dsp:txXfrm>
    </dsp:sp>
    <dsp:sp modelId="{50663133-7586-4AC7-B0B1-33DFC34561E4}">
      <dsp:nvSpPr>
        <dsp:cNvPr id="0" name=""/>
        <dsp:cNvSpPr/>
      </dsp:nvSpPr>
      <dsp:spPr>
        <a:xfrm>
          <a:off x="4106816" y="1082091"/>
          <a:ext cx="2804184" cy="86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03" tIns="91303" rIns="91303" bIns="91303" numCol="1" spcCol="1270" anchor="ctr" anchorCtr="0">
          <a:noAutofit/>
        </a:bodyPr>
        <a:lstStyle/>
        <a:p>
          <a:pPr marL="0" lvl="0" indent="0" algn="l" defTabSz="488950">
            <a:lnSpc>
              <a:spcPct val="100000"/>
            </a:lnSpc>
            <a:spcBef>
              <a:spcPct val="0"/>
            </a:spcBef>
            <a:spcAft>
              <a:spcPct val="35000"/>
            </a:spcAft>
            <a:buNone/>
          </a:pPr>
          <a:r>
            <a:rPr lang="en-GB" sz="1100" b="0" i="0" kern="1200"/>
            <a:t>Identify the participants (objects or actors) involved in the scenario. Participants can be users, systems, or external entities.</a:t>
          </a:r>
          <a:endParaRPr lang="en-US" sz="1100" kern="1200"/>
        </a:p>
      </dsp:txBody>
      <dsp:txXfrm>
        <a:off x="4106816" y="1082091"/>
        <a:ext cx="2804184" cy="862707"/>
      </dsp:txXfrm>
    </dsp:sp>
    <dsp:sp modelId="{CCBF989A-F9D9-4265-9CB3-C61546452F42}">
      <dsp:nvSpPr>
        <dsp:cNvPr id="0" name=""/>
        <dsp:cNvSpPr/>
      </dsp:nvSpPr>
      <dsp:spPr>
        <a:xfrm>
          <a:off x="0" y="2160475"/>
          <a:ext cx="6911975" cy="8627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39370D-BAC1-4386-8541-5927304F090D}">
      <dsp:nvSpPr>
        <dsp:cNvPr id="0" name=""/>
        <dsp:cNvSpPr/>
      </dsp:nvSpPr>
      <dsp:spPr>
        <a:xfrm>
          <a:off x="260969" y="2354585"/>
          <a:ext cx="474489" cy="4744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A5CCB2-793D-4FCC-B76F-076FEF588B58}">
      <dsp:nvSpPr>
        <dsp:cNvPr id="0" name=""/>
        <dsp:cNvSpPr/>
      </dsp:nvSpPr>
      <dsp:spPr>
        <a:xfrm>
          <a:off x="996427" y="2160475"/>
          <a:ext cx="3110388" cy="86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03" tIns="91303" rIns="91303" bIns="91303" numCol="1" spcCol="1270" anchor="ctr" anchorCtr="0">
          <a:noAutofit/>
        </a:bodyPr>
        <a:lstStyle/>
        <a:p>
          <a:pPr marL="0" lvl="0" indent="0" algn="l" defTabSz="977900">
            <a:lnSpc>
              <a:spcPct val="100000"/>
            </a:lnSpc>
            <a:spcBef>
              <a:spcPct val="0"/>
            </a:spcBef>
            <a:spcAft>
              <a:spcPct val="35000"/>
            </a:spcAft>
            <a:buNone/>
          </a:pPr>
          <a:r>
            <a:rPr lang="en-GB" sz="2200" b="1" i="0" kern="1200"/>
            <a:t>Define Lifelines:</a:t>
          </a:r>
          <a:endParaRPr lang="en-US" sz="2200" kern="1200"/>
        </a:p>
      </dsp:txBody>
      <dsp:txXfrm>
        <a:off x="996427" y="2160475"/>
        <a:ext cx="3110388" cy="862707"/>
      </dsp:txXfrm>
    </dsp:sp>
    <dsp:sp modelId="{8F87BDDF-6474-4793-9D4A-B86C13582AE0}">
      <dsp:nvSpPr>
        <dsp:cNvPr id="0" name=""/>
        <dsp:cNvSpPr/>
      </dsp:nvSpPr>
      <dsp:spPr>
        <a:xfrm>
          <a:off x="4106816" y="2160475"/>
          <a:ext cx="2804184" cy="86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03" tIns="91303" rIns="91303" bIns="91303" numCol="1" spcCol="1270" anchor="ctr" anchorCtr="0">
          <a:noAutofit/>
        </a:bodyPr>
        <a:lstStyle/>
        <a:p>
          <a:pPr marL="0" lvl="0" indent="0" algn="l" defTabSz="488950">
            <a:lnSpc>
              <a:spcPct val="100000"/>
            </a:lnSpc>
            <a:spcBef>
              <a:spcPct val="0"/>
            </a:spcBef>
            <a:spcAft>
              <a:spcPct val="35000"/>
            </a:spcAft>
            <a:buNone/>
          </a:pPr>
          <a:r>
            <a:rPr lang="en-GB" sz="1100" b="0" i="0" kern="1200"/>
            <a:t>Draw a vertical dashed line for each participant, representing the lifeline of each object over time. The lifeline represents the existence of an object during the interaction.</a:t>
          </a:r>
          <a:endParaRPr lang="en-US" sz="1100" kern="1200"/>
        </a:p>
      </dsp:txBody>
      <dsp:txXfrm>
        <a:off x="4106816" y="2160475"/>
        <a:ext cx="2804184" cy="862707"/>
      </dsp:txXfrm>
    </dsp:sp>
    <dsp:sp modelId="{441DAB08-64AE-4883-8D0A-FE0871F1C1D2}">
      <dsp:nvSpPr>
        <dsp:cNvPr id="0" name=""/>
        <dsp:cNvSpPr/>
      </dsp:nvSpPr>
      <dsp:spPr>
        <a:xfrm>
          <a:off x="0" y="3238860"/>
          <a:ext cx="6911975" cy="86270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C5E960-3272-4A6C-8FD1-9A139C98C5AC}">
      <dsp:nvSpPr>
        <dsp:cNvPr id="0" name=""/>
        <dsp:cNvSpPr/>
      </dsp:nvSpPr>
      <dsp:spPr>
        <a:xfrm>
          <a:off x="260969" y="3432969"/>
          <a:ext cx="474489" cy="4744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5743BC-AB96-4C5B-9630-027D60F46ABB}">
      <dsp:nvSpPr>
        <dsp:cNvPr id="0" name=""/>
        <dsp:cNvSpPr/>
      </dsp:nvSpPr>
      <dsp:spPr>
        <a:xfrm>
          <a:off x="996427" y="3238860"/>
          <a:ext cx="3110388" cy="86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03" tIns="91303" rIns="91303" bIns="91303" numCol="1" spcCol="1270" anchor="ctr" anchorCtr="0">
          <a:noAutofit/>
        </a:bodyPr>
        <a:lstStyle/>
        <a:p>
          <a:pPr marL="0" lvl="0" indent="0" algn="l" defTabSz="977900">
            <a:lnSpc>
              <a:spcPct val="100000"/>
            </a:lnSpc>
            <a:spcBef>
              <a:spcPct val="0"/>
            </a:spcBef>
            <a:spcAft>
              <a:spcPct val="35000"/>
            </a:spcAft>
            <a:buNone/>
          </a:pPr>
          <a:r>
            <a:rPr lang="en-GB" sz="2200" b="1" i="0" kern="1200"/>
            <a:t>Arrange Lifelines:</a:t>
          </a:r>
          <a:endParaRPr lang="en-US" sz="2200" kern="1200"/>
        </a:p>
      </dsp:txBody>
      <dsp:txXfrm>
        <a:off x="996427" y="3238860"/>
        <a:ext cx="3110388" cy="862707"/>
      </dsp:txXfrm>
    </dsp:sp>
    <dsp:sp modelId="{706F4339-5138-4F44-887F-2F5A324F57BB}">
      <dsp:nvSpPr>
        <dsp:cNvPr id="0" name=""/>
        <dsp:cNvSpPr/>
      </dsp:nvSpPr>
      <dsp:spPr>
        <a:xfrm>
          <a:off x="4106816" y="3238860"/>
          <a:ext cx="2804184" cy="862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303" tIns="91303" rIns="91303" bIns="91303" numCol="1" spcCol="1270" anchor="ctr" anchorCtr="0">
          <a:noAutofit/>
        </a:bodyPr>
        <a:lstStyle/>
        <a:p>
          <a:pPr marL="0" lvl="0" indent="0" algn="l" defTabSz="488950">
            <a:lnSpc>
              <a:spcPct val="100000"/>
            </a:lnSpc>
            <a:spcBef>
              <a:spcPct val="0"/>
            </a:spcBef>
            <a:spcAft>
              <a:spcPct val="35000"/>
            </a:spcAft>
            <a:buNone/>
          </a:pPr>
          <a:r>
            <a:rPr lang="en-GB" sz="1100" b="0" i="0" kern="1200"/>
            <a:t>Position the lifelines horizontally in the order of their involvement in the interaction. This helps in visualizing the flow of messages between participants.</a:t>
          </a:r>
          <a:endParaRPr lang="en-US" sz="1100" kern="1200"/>
        </a:p>
      </dsp:txBody>
      <dsp:txXfrm>
        <a:off x="4106816" y="3238860"/>
        <a:ext cx="2804184" cy="8627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45D446-1782-45E4-9EC5-3B8128B701AA}">
      <dsp:nvSpPr>
        <dsp:cNvPr id="0" name=""/>
        <dsp:cNvSpPr/>
      </dsp:nvSpPr>
      <dsp:spPr>
        <a:xfrm>
          <a:off x="3323664" y="834988"/>
          <a:ext cx="643158" cy="91440"/>
        </a:xfrm>
        <a:custGeom>
          <a:avLst/>
          <a:gdLst/>
          <a:ahLst/>
          <a:cxnLst/>
          <a:rect l="0" t="0" r="0" b="0"/>
          <a:pathLst>
            <a:path>
              <a:moveTo>
                <a:pt x="0" y="45720"/>
              </a:moveTo>
              <a:lnTo>
                <a:pt x="643158" y="45720"/>
              </a:lnTo>
            </a:path>
          </a:pathLst>
        </a:custGeom>
        <a:noFill/>
        <a:ln w="1270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877339"/>
        <a:ext cx="33687" cy="6737"/>
      </dsp:txXfrm>
    </dsp:sp>
    <dsp:sp modelId="{D6F30CA6-2D7B-402F-BE6D-EBF8155D200A}">
      <dsp:nvSpPr>
        <dsp:cNvPr id="0" name=""/>
        <dsp:cNvSpPr/>
      </dsp:nvSpPr>
      <dsp:spPr>
        <a:xfrm>
          <a:off x="396080" y="1893"/>
          <a:ext cx="2929383" cy="175763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t" anchorCtr="0">
          <a:noAutofit/>
        </a:bodyPr>
        <a:lstStyle/>
        <a:p>
          <a:pPr marL="0" lvl="0" indent="0" algn="l" defTabSz="622300">
            <a:lnSpc>
              <a:spcPct val="90000"/>
            </a:lnSpc>
            <a:spcBef>
              <a:spcPct val="0"/>
            </a:spcBef>
            <a:spcAft>
              <a:spcPct val="35000"/>
            </a:spcAft>
            <a:buNone/>
          </a:pPr>
          <a:r>
            <a:rPr lang="en-GB" sz="1400" b="1" i="0" kern="1200"/>
            <a:t>Add Activation Bars:</a:t>
          </a:r>
          <a:endParaRPr lang="en-US" sz="1400" kern="1200"/>
        </a:p>
        <a:p>
          <a:pPr marL="57150" lvl="1" indent="-57150" algn="l" defTabSz="488950">
            <a:lnSpc>
              <a:spcPct val="90000"/>
            </a:lnSpc>
            <a:spcBef>
              <a:spcPct val="0"/>
            </a:spcBef>
            <a:spcAft>
              <a:spcPct val="15000"/>
            </a:spcAft>
            <a:buChar char="•"/>
          </a:pPr>
          <a:r>
            <a:rPr lang="en-GB" sz="1100" b="0" i="0" kern="1200"/>
            <a:t>For each message, draw an activation bar on the lifeline of the sending participant. The activation bar represents the duration of time during which the participant is actively processing the message.</a:t>
          </a:r>
          <a:endParaRPr lang="en-US" sz="1100" kern="1200"/>
        </a:p>
      </dsp:txBody>
      <dsp:txXfrm>
        <a:off x="396080" y="1893"/>
        <a:ext cx="2929383" cy="1757630"/>
      </dsp:txXfrm>
    </dsp:sp>
    <dsp:sp modelId="{38D12B0C-D71F-4704-840A-4CD21ED90DE9}">
      <dsp:nvSpPr>
        <dsp:cNvPr id="0" name=""/>
        <dsp:cNvSpPr/>
      </dsp:nvSpPr>
      <dsp:spPr>
        <a:xfrm>
          <a:off x="6926806" y="834988"/>
          <a:ext cx="643158" cy="91440"/>
        </a:xfrm>
        <a:custGeom>
          <a:avLst/>
          <a:gdLst/>
          <a:ahLst/>
          <a:cxnLst/>
          <a:rect l="0" t="0" r="0" b="0"/>
          <a:pathLst>
            <a:path>
              <a:moveTo>
                <a:pt x="0" y="45720"/>
              </a:moveTo>
              <a:lnTo>
                <a:pt x="643158" y="45720"/>
              </a:lnTo>
            </a:path>
          </a:pathLst>
        </a:custGeom>
        <a:noFill/>
        <a:ln w="1270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1541" y="877339"/>
        <a:ext cx="33687" cy="6737"/>
      </dsp:txXfrm>
    </dsp:sp>
    <dsp:sp modelId="{1E95F7A9-41E0-4170-A9D9-D438D1D5FDBB}">
      <dsp:nvSpPr>
        <dsp:cNvPr id="0" name=""/>
        <dsp:cNvSpPr/>
      </dsp:nvSpPr>
      <dsp:spPr>
        <a:xfrm>
          <a:off x="3999222" y="1893"/>
          <a:ext cx="2929383" cy="1757630"/>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t" anchorCtr="0">
          <a:noAutofit/>
        </a:bodyPr>
        <a:lstStyle/>
        <a:p>
          <a:pPr marL="0" lvl="0" indent="0" algn="l" defTabSz="622300">
            <a:lnSpc>
              <a:spcPct val="90000"/>
            </a:lnSpc>
            <a:spcBef>
              <a:spcPct val="0"/>
            </a:spcBef>
            <a:spcAft>
              <a:spcPct val="35000"/>
            </a:spcAft>
            <a:buNone/>
          </a:pPr>
          <a:r>
            <a:rPr lang="en-GB" sz="1400" b="1" i="0" kern="1200"/>
            <a:t>Draw Messages:</a:t>
          </a:r>
          <a:endParaRPr lang="en-US" sz="1400" kern="1200"/>
        </a:p>
        <a:p>
          <a:pPr marL="57150" lvl="1" indent="-57150" algn="l" defTabSz="488950">
            <a:lnSpc>
              <a:spcPct val="90000"/>
            </a:lnSpc>
            <a:spcBef>
              <a:spcPct val="0"/>
            </a:spcBef>
            <a:spcAft>
              <a:spcPct val="15000"/>
            </a:spcAft>
            <a:buChar char="•"/>
          </a:pPr>
          <a:r>
            <a:rPr lang="en-GB" sz="1100" b="0" i="0" kern="1200"/>
            <a:t>Use arrows to represent messages between participants. Messages flow horizontally between lifelines, indicating the communication between objects. Different types of messages include synchronous (solid arrow), asynchronous (dashed arrow), and self-messages.</a:t>
          </a:r>
          <a:endParaRPr lang="en-US" sz="1100" kern="1200"/>
        </a:p>
      </dsp:txBody>
      <dsp:txXfrm>
        <a:off x="3999222" y="1893"/>
        <a:ext cx="2929383" cy="1757630"/>
      </dsp:txXfrm>
    </dsp:sp>
    <dsp:sp modelId="{0C6D4ABA-A9CC-46F7-B399-D2CFA4CB477D}">
      <dsp:nvSpPr>
        <dsp:cNvPr id="0" name=""/>
        <dsp:cNvSpPr/>
      </dsp:nvSpPr>
      <dsp:spPr>
        <a:xfrm>
          <a:off x="1860772" y="1757723"/>
          <a:ext cx="7206284" cy="643158"/>
        </a:xfrm>
        <a:custGeom>
          <a:avLst/>
          <a:gdLst/>
          <a:ahLst/>
          <a:cxnLst/>
          <a:rect l="0" t="0" r="0" b="0"/>
          <a:pathLst>
            <a:path>
              <a:moveTo>
                <a:pt x="7206284" y="0"/>
              </a:moveTo>
              <a:lnTo>
                <a:pt x="7206284" y="338679"/>
              </a:lnTo>
              <a:lnTo>
                <a:pt x="0" y="338679"/>
              </a:lnTo>
              <a:lnTo>
                <a:pt x="0" y="643158"/>
              </a:lnTo>
            </a:path>
          </a:pathLst>
        </a:custGeom>
        <a:noFill/>
        <a:ln w="1270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82971" y="2075933"/>
        <a:ext cx="361885" cy="6737"/>
      </dsp:txXfrm>
    </dsp:sp>
    <dsp:sp modelId="{334943F9-A6FE-40AB-88DD-DA7F4CF026E3}">
      <dsp:nvSpPr>
        <dsp:cNvPr id="0" name=""/>
        <dsp:cNvSpPr/>
      </dsp:nvSpPr>
      <dsp:spPr>
        <a:xfrm>
          <a:off x="7602364" y="1893"/>
          <a:ext cx="2929383" cy="1757630"/>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t" anchorCtr="0">
          <a:noAutofit/>
        </a:bodyPr>
        <a:lstStyle/>
        <a:p>
          <a:pPr marL="0" lvl="0" indent="0" algn="l" defTabSz="622300">
            <a:lnSpc>
              <a:spcPct val="90000"/>
            </a:lnSpc>
            <a:spcBef>
              <a:spcPct val="0"/>
            </a:spcBef>
            <a:spcAft>
              <a:spcPct val="35000"/>
            </a:spcAft>
            <a:buNone/>
          </a:pPr>
          <a:r>
            <a:rPr lang="en-GB" sz="1400" b="1" i="0" kern="1200"/>
            <a:t>Include Return Messages:</a:t>
          </a:r>
          <a:endParaRPr lang="en-US" sz="1400" kern="1200"/>
        </a:p>
        <a:p>
          <a:pPr marL="57150" lvl="1" indent="-57150" algn="l" defTabSz="488950">
            <a:lnSpc>
              <a:spcPct val="90000"/>
            </a:lnSpc>
            <a:spcBef>
              <a:spcPct val="0"/>
            </a:spcBef>
            <a:spcAft>
              <a:spcPct val="15000"/>
            </a:spcAft>
            <a:buChar char="•"/>
          </a:pPr>
          <a:r>
            <a:rPr lang="en-GB" sz="1100" b="0" i="0" kern="1200"/>
            <a:t>If a participant sends a response message, draw a dashed arrow returning to the original sender to represent the return message.</a:t>
          </a:r>
          <a:endParaRPr lang="en-US" sz="1100" kern="1200"/>
        </a:p>
      </dsp:txBody>
      <dsp:txXfrm>
        <a:off x="7602364" y="1893"/>
        <a:ext cx="2929383" cy="1757630"/>
      </dsp:txXfrm>
    </dsp:sp>
    <dsp:sp modelId="{F24A066F-867A-4D90-8D44-E30926C1F277}">
      <dsp:nvSpPr>
        <dsp:cNvPr id="0" name=""/>
        <dsp:cNvSpPr/>
      </dsp:nvSpPr>
      <dsp:spPr>
        <a:xfrm>
          <a:off x="3323664" y="3266376"/>
          <a:ext cx="643158" cy="91440"/>
        </a:xfrm>
        <a:custGeom>
          <a:avLst/>
          <a:gdLst/>
          <a:ahLst/>
          <a:cxnLst/>
          <a:rect l="0" t="0" r="0" b="0"/>
          <a:pathLst>
            <a:path>
              <a:moveTo>
                <a:pt x="0" y="45720"/>
              </a:moveTo>
              <a:lnTo>
                <a:pt x="643158" y="45720"/>
              </a:lnTo>
            </a:path>
          </a:pathLst>
        </a:custGeom>
        <a:noFill/>
        <a:ln w="1270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628399" y="3308728"/>
        <a:ext cx="33687" cy="6737"/>
      </dsp:txXfrm>
    </dsp:sp>
    <dsp:sp modelId="{9389AFEA-5B18-4D07-BE94-5A7B9FC545EC}">
      <dsp:nvSpPr>
        <dsp:cNvPr id="0" name=""/>
        <dsp:cNvSpPr/>
      </dsp:nvSpPr>
      <dsp:spPr>
        <a:xfrm>
          <a:off x="396080" y="2433281"/>
          <a:ext cx="2929383" cy="1757630"/>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t" anchorCtr="0">
          <a:noAutofit/>
        </a:bodyPr>
        <a:lstStyle/>
        <a:p>
          <a:pPr marL="0" lvl="0" indent="0" algn="l" defTabSz="622300">
            <a:lnSpc>
              <a:spcPct val="90000"/>
            </a:lnSpc>
            <a:spcBef>
              <a:spcPct val="0"/>
            </a:spcBef>
            <a:spcAft>
              <a:spcPct val="35000"/>
            </a:spcAft>
            <a:buNone/>
          </a:pPr>
          <a:r>
            <a:rPr lang="en-GB" sz="1400" b="1" i="0" kern="1200"/>
            <a:t>Indicate Timing and Order:</a:t>
          </a:r>
          <a:endParaRPr lang="en-US" sz="1400" kern="1200"/>
        </a:p>
        <a:p>
          <a:pPr marL="57150" lvl="1" indent="-57150" algn="l" defTabSz="488950">
            <a:lnSpc>
              <a:spcPct val="90000"/>
            </a:lnSpc>
            <a:spcBef>
              <a:spcPct val="0"/>
            </a:spcBef>
            <a:spcAft>
              <a:spcPct val="15000"/>
            </a:spcAft>
            <a:buChar char="•"/>
          </a:pPr>
          <a:r>
            <a:rPr lang="en-GB" sz="1100" b="0" i="0" kern="1200"/>
            <a:t>Use numbers to indicate the order of messages in the sequence. You can also use vertical dashed lines to represent occurrences of events or the passage of time.</a:t>
          </a:r>
          <a:endParaRPr lang="en-US" sz="1100" kern="1200"/>
        </a:p>
      </dsp:txBody>
      <dsp:txXfrm>
        <a:off x="396080" y="2433281"/>
        <a:ext cx="2929383" cy="1757630"/>
      </dsp:txXfrm>
    </dsp:sp>
    <dsp:sp modelId="{BE116717-A4E7-4DF0-9877-8438D708E060}">
      <dsp:nvSpPr>
        <dsp:cNvPr id="0" name=""/>
        <dsp:cNvSpPr/>
      </dsp:nvSpPr>
      <dsp:spPr>
        <a:xfrm>
          <a:off x="6926806" y="3266376"/>
          <a:ext cx="643158" cy="91440"/>
        </a:xfrm>
        <a:custGeom>
          <a:avLst/>
          <a:gdLst/>
          <a:ahLst/>
          <a:cxnLst/>
          <a:rect l="0" t="0" r="0" b="0"/>
          <a:pathLst>
            <a:path>
              <a:moveTo>
                <a:pt x="0" y="45720"/>
              </a:moveTo>
              <a:lnTo>
                <a:pt x="643158" y="45720"/>
              </a:lnTo>
            </a:path>
          </a:pathLst>
        </a:custGeom>
        <a:noFill/>
        <a:ln w="1270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1541" y="3308728"/>
        <a:ext cx="33687" cy="6737"/>
      </dsp:txXfrm>
    </dsp:sp>
    <dsp:sp modelId="{BFA42FE6-77B5-4A94-9462-A56EE7B28570}">
      <dsp:nvSpPr>
        <dsp:cNvPr id="0" name=""/>
        <dsp:cNvSpPr/>
      </dsp:nvSpPr>
      <dsp:spPr>
        <a:xfrm>
          <a:off x="3999222" y="2433281"/>
          <a:ext cx="2929383" cy="1757630"/>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t" anchorCtr="0">
          <a:noAutofit/>
        </a:bodyPr>
        <a:lstStyle/>
        <a:p>
          <a:pPr marL="0" lvl="0" indent="0" algn="l" defTabSz="622300">
            <a:lnSpc>
              <a:spcPct val="90000"/>
            </a:lnSpc>
            <a:spcBef>
              <a:spcPct val="0"/>
            </a:spcBef>
            <a:spcAft>
              <a:spcPct val="35000"/>
            </a:spcAft>
            <a:buNone/>
          </a:pPr>
          <a:r>
            <a:rPr lang="en-GB" sz="1400" b="1" i="0" kern="1200"/>
            <a:t>Include Conditions and Loops:</a:t>
          </a:r>
          <a:endParaRPr lang="en-US" sz="1400" kern="1200"/>
        </a:p>
        <a:p>
          <a:pPr marL="57150" lvl="1" indent="-57150" algn="l" defTabSz="488950">
            <a:lnSpc>
              <a:spcPct val="90000"/>
            </a:lnSpc>
            <a:spcBef>
              <a:spcPct val="0"/>
            </a:spcBef>
            <a:spcAft>
              <a:spcPct val="15000"/>
            </a:spcAft>
            <a:buChar char="•"/>
          </a:pPr>
          <a:r>
            <a:rPr lang="en-GB" sz="1100" b="0" i="0" kern="1200"/>
            <a:t>Use combined fragments to represent conditions (like if statements) and loops in the interaction. This adds complexity to the sequence diagram and helps in detailing the control flow.</a:t>
          </a:r>
          <a:endParaRPr lang="en-US" sz="1100" kern="1200"/>
        </a:p>
      </dsp:txBody>
      <dsp:txXfrm>
        <a:off x="3999222" y="2433281"/>
        <a:ext cx="2929383" cy="1757630"/>
      </dsp:txXfrm>
    </dsp:sp>
    <dsp:sp modelId="{EFA9B145-B848-4DC3-9480-EC15501D00B4}">
      <dsp:nvSpPr>
        <dsp:cNvPr id="0" name=""/>
        <dsp:cNvSpPr/>
      </dsp:nvSpPr>
      <dsp:spPr>
        <a:xfrm>
          <a:off x="7602364" y="2433281"/>
          <a:ext cx="2929383" cy="1757630"/>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3542" tIns="150673" rIns="143542" bIns="150673" numCol="1" spcCol="1270" anchor="t" anchorCtr="0">
          <a:noAutofit/>
        </a:bodyPr>
        <a:lstStyle/>
        <a:p>
          <a:pPr marL="0" lvl="0" indent="0" algn="l" defTabSz="622300">
            <a:lnSpc>
              <a:spcPct val="90000"/>
            </a:lnSpc>
            <a:spcBef>
              <a:spcPct val="0"/>
            </a:spcBef>
            <a:spcAft>
              <a:spcPct val="35000"/>
            </a:spcAft>
            <a:buNone/>
          </a:pPr>
          <a:r>
            <a:rPr lang="en-GB" sz="1400" b="1" i="0" kern="1200"/>
            <a:t>Consider Parallel Execution:</a:t>
          </a:r>
          <a:endParaRPr lang="en-US" sz="1400" kern="1200"/>
        </a:p>
        <a:p>
          <a:pPr marL="57150" lvl="1" indent="-57150" algn="l" defTabSz="488950">
            <a:lnSpc>
              <a:spcPct val="90000"/>
            </a:lnSpc>
            <a:spcBef>
              <a:spcPct val="0"/>
            </a:spcBef>
            <a:spcAft>
              <a:spcPct val="15000"/>
            </a:spcAft>
            <a:buChar char="•"/>
          </a:pPr>
          <a:r>
            <a:rPr lang="en-GB" sz="1100" b="0" i="0" kern="1200"/>
            <a:t>If there are parallel activities happening, represent them by drawing parallel vertical dashed lines and placing the messages accordingly.</a:t>
          </a:r>
          <a:endParaRPr lang="en-US" sz="1100" kern="1200"/>
        </a:p>
      </dsp:txBody>
      <dsp:txXfrm>
        <a:off x="7602364" y="2433281"/>
        <a:ext cx="2929383" cy="17576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884392-DEDB-47A7-8AE3-4B36BDBFC2DE}">
      <dsp:nvSpPr>
        <dsp:cNvPr id="0" name=""/>
        <dsp:cNvSpPr/>
      </dsp:nvSpPr>
      <dsp:spPr>
        <a:xfrm>
          <a:off x="4219" y="918279"/>
          <a:ext cx="844593" cy="84459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685302C-4FFF-47CC-BB94-5EC53D2E62E1}">
      <dsp:nvSpPr>
        <dsp:cNvPr id="0" name=""/>
        <dsp:cNvSpPr/>
      </dsp:nvSpPr>
      <dsp:spPr>
        <a:xfrm>
          <a:off x="4219" y="1864191"/>
          <a:ext cx="2413125" cy="395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GB" sz="1400" b="1" i="0" kern="1200"/>
            <a:t>Review and Refine:</a:t>
          </a:r>
          <a:endParaRPr lang="en-US" sz="1400" kern="1200"/>
        </a:p>
      </dsp:txBody>
      <dsp:txXfrm>
        <a:off x="4219" y="1864191"/>
        <a:ext cx="2413125" cy="395903"/>
      </dsp:txXfrm>
    </dsp:sp>
    <dsp:sp modelId="{0BB6B15A-7721-42FF-9AFB-4A70F372D344}">
      <dsp:nvSpPr>
        <dsp:cNvPr id="0" name=""/>
        <dsp:cNvSpPr/>
      </dsp:nvSpPr>
      <dsp:spPr>
        <a:xfrm>
          <a:off x="4219" y="2307219"/>
          <a:ext cx="2413125" cy="967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GB" sz="1100" b="0" i="0" kern="1200"/>
            <a:t>Review the sequence diagram for clarity and correctness. Ensure that it accurately represents the intended interaction. Refine as needed.</a:t>
          </a:r>
          <a:endParaRPr lang="en-US" sz="1100" kern="1200"/>
        </a:p>
      </dsp:txBody>
      <dsp:txXfrm>
        <a:off x="4219" y="2307219"/>
        <a:ext cx="2413125" cy="967306"/>
      </dsp:txXfrm>
    </dsp:sp>
    <dsp:sp modelId="{B887C551-978E-4A45-A734-3E7CD8E5317A}">
      <dsp:nvSpPr>
        <dsp:cNvPr id="0" name=""/>
        <dsp:cNvSpPr/>
      </dsp:nvSpPr>
      <dsp:spPr>
        <a:xfrm>
          <a:off x="2839641" y="918279"/>
          <a:ext cx="844593" cy="84459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DAE7CFB-C07A-4DBB-9068-543D6496D5B9}">
      <dsp:nvSpPr>
        <dsp:cNvPr id="0" name=""/>
        <dsp:cNvSpPr/>
      </dsp:nvSpPr>
      <dsp:spPr>
        <a:xfrm>
          <a:off x="2839641" y="1864191"/>
          <a:ext cx="2413125" cy="395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GB" sz="1400" b="1" i="0" kern="1200"/>
            <a:t>Add Annotations and Comments:</a:t>
          </a:r>
          <a:endParaRPr lang="en-US" sz="1400" kern="1200"/>
        </a:p>
      </dsp:txBody>
      <dsp:txXfrm>
        <a:off x="2839641" y="1864191"/>
        <a:ext cx="2413125" cy="395903"/>
      </dsp:txXfrm>
    </dsp:sp>
    <dsp:sp modelId="{8F0A19D8-8992-4A8D-A54E-D8AF7B1C8AA4}">
      <dsp:nvSpPr>
        <dsp:cNvPr id="0" name=""/>
        <dsp:cNvSpPr/>
      </dsp:nvSpPr>
      <dsp:spPr>
        <a:xfrm>
          <a:off x="2839641" y="2307219"/>
          <a:ext cx="2413125" cy="967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GB" sz="1100" b="0" i="0" kern="1200"/>
            <a:t>Include any additional information, annotations, or comments that provide context or clarification for elements in the diagram.</a:t>
          </a:r>
          <a:endParaRPr lang="en-US" sz="1100" kern="1200"/>
        </a:p>
      </dsp:txBody>
      <dsp:txXfrm>
        <a:off x="2839641" y="2307219"/>
        <a:ext cx="2413125" cy="967306"/>
      </dsp:txXfrm>
    </dsp:sp>
    <dsp:sp modelId="{0B26BA7F-668F-44DB-8FBF-68854BD5C6E1}">
      <dsp:nvSpPr>
        <dsp:cNvPr id="0" name=""/>
        <dsp:cNvSpPr/>
      </dsp:nvSpPr>
      <dsp:spPr>
        <a:xfrm>
          <a:off x="5675062" y="918279"/>
          <a:ext cx="844593" cy="84459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A5CDA0-BEF0-4056-917B-1F18AB14FAA4}">
      <dsp:nvSpPr>
        <dsp:cNvPr id="0" name=""/>
        <dsp:cNvSpPr/>
      </dsp:nvSpPr>
      <dsp:spPr>
        <a:xfrm>
          <a:off x="5675062" y="1864191"/>
          <a:ext cx="2413125" cy="395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GB" sz="1400" b="1" i="0" kern="1200"/>
            <a:t>Document Assumptions and Constraints:</a:t>
          </a:r>
          <a:endParaRPr lang="en-US" sz="1400" kern="1200"/>
        </a:p>
      </dsp:txBody>
      <dsp:txXfrm>
        <a:off x="5675062" y="1864191"/>
        <a:ext cx="2413125" cy="395903"/>
      </dsp:txXfrm>
    </dsp:sp>
    <dsp:sp modelId="{90D7D923-ECDF-4CE4-8EBB-0B2E032DCA91}">
      <dsp:nvSpPr>
        <dsp:cNvPr id="0" name=""/>
        <dsp:cNvSpPr/>
      </dsp:nvSpPr>
      <dsp:spPr>
        <a:xfrm>
          <a:off x="5675062" y="2307219"/>
          <a:ext cx="2413125" cy="967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GB" sz="1100" b="0" i="0" kern="1200"/>
            <a:t>If there are any assumptions or constraints related to the interaction, document them alongside the diagram.</a:t>
          </a:r>
          <a:endParaRPr lang="en-US" sz="1100" kern="1200"/>
        </a:p>
      </dsp:txBody>
      <dsp:txXfrm>
        <a:off x="5675062" y="2307219"/>
        <a:ext cx="2413125" cy="967306"/>
      </dsp:txXfrm>
    </dsp:sp>
    <dsp:sp modelId="{149483D6-50B6-454F-AADB-8BE1A7E60C73}">
      <dsp:nvSpPr>
        <dsp:cNvPr id="0" name=""/>
        <dsp:cNvSpPr/>
      </dsp:nvSpPr>
      <dsp:spPr>
        <a:xfrm>
          <a:off x="8510484" y="918279"/>
          <a:ext cx="844593" cy="84459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E370D6-4288-4DF7-8658-75A68ED2CA5A}">
      <dsp:nvSpPr>
        <dsp:cNvPr id="0" name=""/>
        <dsp:cNvSpPr/>
      </dsp:nvSpPr>
      <dsp:spPr>
        <a:xfrm>
          <a:off x="8510484" y="1864191"/>
          <a:ext cx="2413125" cy="3959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GB" sz="1400" b="1" i="0" kern="1200"/>
            <a:t>Tools:</a:t>
          </a:r>
          <a:endParaRPr lang="en-US" sz="1400" kern="1200"/>
        </a:p>
      </dsp:txBody>
      <dsp:txXfrm>
        <a:off x="8510484" y="1864191"/>
        <a:ext cx="2413125" cy="395903"/>
      </dsp:txXfrm>
    </dsp:sp>
    <dsp:sp modelId="{8B7EA79C-8479-4DEF-9E13-C4AE4A3B678D}">
      <dsp:nvSpPr>
        <dsp:cNvPr id="0" name=""/>
        <dsp:cNvSpPr/>
      </dsp:nvSpPr>
      <dsp:spPr>
        <a:xfrm>
          <a:off x="8510484" y="2307219"/>
          <a:ext cx="2413125" cy="9673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GB" sz="1100" b="0" i="0" kern="1200"/>
            <a:t>Use a UML modeling tool or diagramming software to create a neat and professional-looking sequence diagram. These tools often provide features for easy editing, collaboration, and documentation.</a:t>
          </a:r>
          <a:endParaRPr lang="en-US" sz="1100" kern="1200"/>
        </a:p>
      </dsp:txBody>
      <dsp:txXfrm>
        <a:off x="8510484" y="2307219"/>
        <a:ext cx="2413125" cy="96730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FB68B-B626-9B31-4F78-FFCBD1E59C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933F27D-8103-60D7-D840-E0C783080B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FC0B93-8191-273D-6299-0902CBDCDA8E}"/>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5" name="Footer Placeholder 4">
            <a:extLst>
              <a:ext uri="{FF2B5EF4-FFF2-40B4-BE49-F238E27FC236}">
                <a16:creationId xmlns:a16="http://schemas.microsoft.com/office/drawing/2014/main" id="{E9C20BC4-48D6-D135-71ED-5A48050A68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CB5A48B-BA21-5046-7644-86B66F5ED94D}"/>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1246221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11937-A9BF-8397-F47F-11B3CBFB79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088F414-9AD8-6003-4754-E8BFE0D096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C621B65-6B01-C09F-B1E9-4CBCC74EFD4C}"/>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5" name="Footer Placeholder 4">
            <a:extLst>
              <a:ext uri="{FF2B5EF4-FFF2-40B4-BE49-F238E27FC236}">
                <a16:creationId xmlns:a16="http://schemas.microsoft.com/office/drawing/2014/main" id="{470882A4-C8AD-823D-01B7-EE370CD2458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B3C1EE-6D29-2EF9-D7DC-AC124B30CA8E}"/>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408394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AC8CB-BA99-8596-16C7-3C21A02086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8B86E8A-3BB3-65F3-BED6-237DFCEBD6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F376F9-D2A2-CC64-5B66-5881BFFC9E25}"/>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5" name="Footer Placeholder 4">
            <a:extLst>
              <a:ext uri="{FF2B5EF4-FFF2-40B4-BE49-F238E27FC236}">
                <a16:creationId xmlns:a16="http://schemas.microsoft.com/office/drawing/2014/main" id="{18CDAF0A-E8D1-5A24-9F3C-1FB80E8112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18B67-2935-1C76-B16E-6E8E4607081C}"/>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1372574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026C6-0040-E4DE-C3B3-49FFEC959A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80BCCB-4171-9A93-0F4C-90B2F0B190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B800EB-5D5F-798A-F695-FB8E231776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DA6648B-B822-CF4E-5F9E-718318B2E502}"/>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6" name="Footer Placeholder 5">
            <a:extLst>
              <a:ext uri="{FF2B5EF4-FFF2-40B4-BE49-F238E27FC236}">
                <a16:creationId xmlns:a16="http://schemas.microsoft.com/office/drawing/2014/main" id="{9693EEA2-80E3-FC1D-C445-3446F03E32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E8658C-4857-0081-8B4B-4738992EE06B}"/>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1588092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7DB91-EDA2-D1B9-2496-D24105C0F7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4F40A4-724F-3CC1-FC43-3B5A26F4DD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6C60D6-DDD6-D94A-EE45-1BD1E597E8A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717B72-AA7D-E9C1-1E73-258942D09E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A8C719-6CBB-D309-1BB4-ED2D536416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2C0C4F5-A9AF-6F72-700E-AB4A9CA920DC}"/>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8" name="Footer Placeholder 7">
            <a:extLst>
              <a:ext uri="{FF2B5EF4-FFF2-40B4-BE49-F238E27FC236}">
                <a16:creationId xmlns:a16="http://schemas.microsoft.com/office/drawing/2014/main" id="{E3771912-E875-6311-FC5D-CE8BDCC487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77D82E0-482B-791D-5685-3A1051E4958C}"/>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969922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4E3B1-2743-F886-5A02-0AB91962811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9D072C-47F2-64F6-2665-90062BFCDDCF}"/>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4" name="Footer Placeholder 3">
            <a:extLst>
              <a:ext uri="{FF2B5EF4-FFF2-40B4-BE49-F238E27FC236}">
                <a16:creationId xmlns:a16="http://schemas.microsoft.com/office/drawing/2014/main" id="{429F97B5-C50C-26D6-BD0D-68E66831709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A82E75C-D64D-4D3B-E795-B773F6A01375}"/>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19525811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45DC6-2757-9F9F-6980-F4A944126A11}"/>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3" name="Footer Placeholder 2">
            <a:extLst>
              <a:ext uri="{FF2B5EF4-FFF2-40B4-BE49-F238E27FC236}">
                <a16:creationId xmlns:a16="http://schemas.microsoft.com/office/drawing/2014/main" id="{505595BD-28D0-7C6E-56F1-DC5D52751E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1528477-7245-5273-6559-FA0A1E21BD36}"/>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1782660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29435-9CE7-ACE5-F280-1195CAA59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1DF43C-7660-5A91-109D-2C6CC39545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15151ED-F4D4-86FE-6562-8CCFD2FDDC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D6E75D-C7E9-6FD7-CF15-AE7DB0856797}"/>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6" name="Footer Placeholder 5">
            <a:extLst>
              <a:ext uri="{FF2B5EF4-FFF2-40B4-BE49-F238E27FC236}">
                <a16:creationId xmlns:a16="http://schemas.microsoft.com/office/drawing/2014/main" id="{923BE432-404C-395C-89CB-CE44662551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9EE694-D94A-D71E-0FDE-517D93F0FA6D}"/>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4261894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D09BB-F29B-6F0B-2149-C09105C8D2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1ADDA8-0846-EED4-EBB1-095CE63D998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288480-6CAC-14E5-E7CD-49FC32176B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7FD036-6ECF-3FD5-C6B7-16C957D48B03}"/>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6" name="Footer Placeholder 5">
            <a:extLst>
              <a:ext uri="{FF2B5EF4-FFF2-40B4-BE49-F238E27FC236}">
                <a16:creationId xmlns:a16="http://schemas.microsoft.com/office/drawing/2014/main" id="{6F7335A9-E37C-E1E4-A4D0-0A747FBBA1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6EA502-1DEA-F1E3-C7AD-B39B1D469BF7}"/>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914737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C8BD6-83DD-9726-FF56-04DDEFF5DCF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93AF8C4-D5DA-B21A-15F9-14B586AD4F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74E157C-8A5D-4D54-0161-5896646E60C0}"/>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5" name="Footer Placeholder 4">
            <a:extLst>
              <a:ext uri="{FF2B5EF4-FFF2-40B4-BE49-F238E27FC236}">
                <a16:creationId xmlns:a16="http://schemas.microsoft.com/office/drawing/2014/main" id="{818B0849-A608-DE1D-E849-01CAA6FBC1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E41D6F-11D6-12CB-EA79-2F9845C8148B}"/>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3383429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2C5A5E-FB24-CAE4-01FE-2137AA2D47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D9FC1C-E0DD-D7E7-4A05-ABB4133A19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824F99-8844-A822-E052-606EDB1C5F5F}"/>
              </a:ext>
            </a:extLst>
          </p:cNvPr>
          <p:cNvSpPr>
            <a:spLocks noGrp="1"/>
          </p:cNvSpPr>
          <p:nvPr>
            <p:ph type="dt" sz="half" idx="10"/>
          </p:nvPr>
        </p:nvSpPr>
        <p:spPr/>
        <p:txBody>
          <a:bodyPr/>
          <a:lstStyle/>
          <a:p>
            <a:fld id="{E16ED810-B1F9-4162-9FE0-26BF42E4F861}" type="datetimeFigureOut">
              <a:rPr lang="en-IN" smtClean="0"/>
              <a:t>29-03-2024</a:t>
            </a:fld>
            <a:endParaRPr lang="en-IN"/>
          </a:p>
        </p:txBody>
      </p:sp>
      <p:sp>
        <p:nvSpPr>
          <p:cNvPr id="5" name="Footer Placeholder 4">
            <a:extLst>
              <a:ext uri="{FF2B5EF4-FFF2-40B4-BE49-F238E27FC236}">
                <a16:creationId xmlns:a16="http://schemas.microsoft.com/office/drawing/2014/main" id="{F6A3D44E-530B-5832-6C26-BF8ED919DA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BB3F28-B1F7-7FE6-98CA-2E5B8B504523}"/>
              </a:ext>
            </a:extLst>
          </p:cNvPr>
          <p:cNvSpPr>
            <a:spLocks noGrp="1"/>
          </p:cNvSpPr>
          <p:nvPr>
            <p:ph type="sldNum" sz="quarter" idx="12"/>
          </p:nvPr>
        </p:nvSpPr>
        <p:spPr/>
        <p:txBody>
          <a:bodyPr/>
          <a:lstStyle/>
          <a:p>
            <a:fld id="{982FA577-DC55-46F4-8FB9-FD80C0CDF758}" type="slidenum">
              <a:rPr lang="en-IN" smtClean="0"/>
              <a:t>‹#›</a:t>
            </a:fld>
            <a:endParaRPr lang="en-IN"/>
          </a:p>
        </p:txBody>
      </p:sp>
    </p:spTree>
    <p:extLst>
      <p:ext uri="{BB962C8B-B14F-4D97-AF65-F5344CB8AC3E}">
        <p14:creationId xmlns:p14="http://schemas.microsoft.com/office/powerpoint/2010/main" val="4163602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4AAB54-2CD2-37A2-081C-742419D62B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7D93580-993D-0887-EB36-3C0BF8BEB1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2194A3-BE34-C5D9-7294-60515D7FBB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6ED810-B1F9-4162-9FE0-26BF42E4F861}" type="datetimeFigureOut">
              <a:rPr lang="en-IN" smtClean="0"/>
              <a:t>29-03-2024</a:t>
            </a:fld>
            <a:endParaRPr lang="en-IN"/>
          </a:p>
        </p:txBody>
      </p:sp>
      <p:sp>
        <p:nvSpPr>
          <p:cNvPr id="5" name="Footer Placeholder 4">
            <a:extLst>
              <a:ext uri="{FF2B5EF4-FFF2-40B4-BE49-F238E27FC236}">
                <a16:creationId xmlns:a16="http://schemas.microsoft.com/office/drawing/2014/main" id="{A1F30AA7-2A09-2D9B-4AD5-A829C117AE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A76552D-ED81-F0DE-C0F6-22192C056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2FA577-DC55-46F4-8FB9-FD80C0CDF758}" type="slidenum">
              <a:rPr lang="en-IN" smtClean="0"/>
              <a:t>‹#›</a:t>
            </a:fld>
            <a:endParaRPr lang="en-IN"/>
          </a:p>
        </p:txBody>
      </p:sp>
    </p:spTree>
    <p:extLst>
      <p:ext uri="{BB962C8B-B14F-4D97-AF65-F5344CB8AC3E}">
        <p14:creationId xmlns:p14="http://schemas.microsoft.com/office/powerpoint/2010/main" val="4193267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geeksforgeeks.org/unified-modeling-language-uml-introduc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www.guru99.com/software-development-life-cycle-tutorial.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lowchart: Document 13">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CEBEA97-119C-8B3A-A969-6CB045CB7B21}"/>
              </a:ext>
            </a:extLst>
          </p:cNvPr>
          <p:cNvSpPr txBox="1"/>
          <p:nvPr/>
        </p:nvSpPr>
        <p:spPr>
          <a:xfrm>
            <a:off x="838200" y="171162"/>
            <a:ext cx="2840182" cy="237114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000" b="1" kern="1200">
                <a:solidFill>
                  <a:srgbClr val="FFFFFF"/>
                </a:solidFill>
                <a:latin typeface="+mj-lt"/>
                <a:ea typeface="+mj-ea"/>
                <a:cs typeface="+mj-cs"/>
              </a:rPr>
              <a:t>Sequence Diagrams | Unified Modeling Language (UML)</a:t>
            </a:r>
          </a:p>
        </p:txBody>
      </p:sp>
      <p:sp>
        <p:nvSpPr>
          <p:cNvPr id="7" name="TextBox 6">
            <a:extLst>
              <a:ext uri="{FF2B5EF4-FFF2-40B4-BE49-F238E27FC236}">
                <a16:creationId xmlns:a16="http://schemas.microsoft.com/office/drawing/2014/main" id="{D547186F-DCD1-4E14-E8EC-4DE365C529C8}"/>
              </a:ext>
            </a:extLst>
          </p:cNvPr>
          <p:cNvSpPr txBox="1"/>
          <p:nvPr/>
        </p:nvSpPr>
        <p:spPr>
          <a:xfrm>
            <a:off x="4206875" y="639763"/>
            <a:ext cx="7346950" cy="1706563"/>
          </a:xfrm>
          <a:prstGeom prst="rect">
            <a:avLst/>
          </a:prstGeom>
          <a:noFill/>
        </p:spPr>
        <p:txBody>
          <a:bodyPr wrap="square" anchor="t">
            <a:normAutofit/>
          </a:bodyPr>
          <a:lstStyle/>
          <a:p>
            <a:pPr>
              <a:lnSpc>
                <a:spcPct val="90000"/>
              </a:lnSpc>
              <a:spcAft>
                <a:spcPts val="600"/>
              </a:spcAft>
            </a:pPr>
            <a:r>
              <a:rPr lang="en-GB" b="1" i="0" u="sng" dirty="0">
                <a:effectLst/>
                <a:latin typeface="Nunito" pitchFamily="2" charset="0"/>
                <a:hlinkClick r:id="rId2"/>
              </a:rPr>
              <a:t>Unified Modelling Language (UML)</a:t>
            </a:r>
            <a:r>
              <a:rPr lang="en-GB" b="0" i="0" dirty="0">
                <a:solidFill>
                  <a:srgbClr val="273239"/>
                </a:solidFill>
                <a:effectLst/>
                <a:latin typeface="Nunito" pitchFamily="2" charset="0"/>
              </a:rPr>
              <a:t> is a </a:t>
            </a:r>
            <a:r>
              <a:rPr lang="en-GB" b="0" i="0" dirty="0" err="1">
                <a:solidFill>
                  <a:srgbClr val="273239"/>
                </a:solidFill>
                <a:effectLst/>
                <a:latin typeface="Nunito" pitchFamily="2" charset="0"/>
              </a:rPr>
              <a:t>modeling</a:t>
            </a:r>
            <a:r>
              <a:rPr lang="en-GB" b="0" i="0" dirty="0">
                <a:solidFill>
                  <a:srgbClr val="273239"/>
                </a:solidFill>
                <a:effectLst/>
                <a:latin typeface="Nunito" pitchFamily="2" charset="0"/>
              </a:rPr>
              <a:t> language in the field of software engineering that aims to set standard ways to visualize the design of a system. UML guides the creation of multiple types of diagrams such as interaction, structure, and </a:t>
            </a:r>
            <a:r>
              <a:rPr lang="en-GB" b="0" i="0" dirty="0" err="1">
                <a:solidFill>
                  <a:srgbClr val="273239"/>
                </a:solidFill>
                <a:effectLst/>
                <a:latin typeface="Nunito" pitchFamily="2" charset="0"/>
              </a:rPr>
              <a:t>behavior</a:t>
            </a:r>
            <a:r>
              <a:rPr lang="en-GB" b="0" i="0" dirty="0">
                <a:solidFill>
                  <a:srgbClr val="273239"/>
                </a:solidFill>
                <a:effectLst/>
                <a:latin typeface="Nunito" pitchFamily="2" charset="0"/>
              </a:rPr>
              <a:t> diagrams. A </a:t>
            </a:r>
            <a:r>
              <a:rPr lang="en-GB" b="1" i="0" dirty="0">
                <a:solidFill>
                  <a:srgbClr val="273239"/>
                </a:solidFill>
                <a:effectLst/>
                <a:latin typeface="Nunito" pitchFamily="2" charset="0"/>
              </a:rPr>
              <a:t>sequence diagram</a:t>
            </a:r>
            <a:r>
              <a:rPr lang="en-GB" b="0" i="0" dirty="0">
                <a:solidFill>
                  <a:srgbClr val="273239"/>
                </a:solidFill>
                <a:effectLst/>
                <a:latin typeface="Nunito" pitchFamily="2" charset="0"/>
              </a:rPr>
              <a:t> is the most commonly used </a:t>
            </a:r>
            <a:r>
              <a:rPr lang="en-GB" b="1" i="0" dirty="0">
                <a:solidFill>
                  <a:srgbClr val="273239"/>
                </a:solidFill>
                <a:effectLst/>
                <a:latin typeface="Nunito" pitchFamily="2" charset="0"/>
              </a:rPr>
              <a:t>interaction</a:t>
            </a:r>
            <a:r>
              <a:rPr lang="en-GB" b="0" i="0" dirty="0">
                <a:solidFill>
                  <a:srgbClr val="273239"/>
                </a:solidFill>
                <a:effectLst/>
                <a:latin typeface="Nunito" pitchFamily="2" charset="0"/>
              </a:rPr>
              <a:t> diagram.</a:t>
            </a:r>
            <a:endParaRPr lang="en-IN"/>
          </a:p>
        </p:txBody>
      </p:sp>
      <p:sp>
        <p:nvSpPr>
          <p:cNvPr id="9" name="TextBox 8">
            <a:extLst>
              <a:ext uri="{FF2B5EF4-FFF2-40B4-BE49-F238E27FC236}">
                <a16:creationId xmlns:a16="http://schemas.microsoft.com/office/drawing/2014/main" id="{4447C62F-B960-F5AF-293A-C3CF8300FCF3}"/>
              </a:ext>
            </a:extLst>
          </p:cNvPr>
          <p:cNvSpPr txBox="1"/>
          <p:nvPr/>
        </p:nvSpPr>
        <p:spPr>
          <a:xfrm>
            <a:off x="4206875" y="2414588"/>
            <a:ext cx="7346950" cy="3803650"/>
          </a:xfrm>
          <a:prstGeom prst="rect">
            <a:avLst/>
          </a:prstGeom>
          <a:noFill/>
        </p:spPr>
        <p:txBody>
          <a:bodyPr wrap="square" anchor="t">
            <a:normAutofit/>
          </a:bodyPr>
          <a:lstStyle/>
          <a:p>
            <a:pPr algn="just" fontAlgn="base">
              <a:lnSpc>
                <a:spcPct val="90000"/>
              </a:lnSpc>
              <a:spcAft>
                <a:spcPts val="600"/>
              </a:spcAft>
            </a:pPr>
            <a:r>
              <a:rPr lang="en-GB" sz="1500" b="1" i="0">
                <a:solidFill>
                  <a:srgbClr val="273239"/>
                </a:solidFill>
                <a:effectLst/>
                <a:latin typeface="Nunito" pitchFamily="2" charset="0"/>
              </a:rPr>
              <a:t>Interaction diagram</a:t>
            </a:r>
          </a:p>
          <a:p>
            <a:pPr algn="just" rtl="0" fontAlgn="base">
              <a:lnSpc>
                <a:spcPct val="90000"/>
              </a:lnSpc>
              <a:spcAft>
                <a:spcPts val="600"/>
              </a:spcAft>
            </a:pPr>
            <a:r>
              <a:rPr lang="en-GB" sz="1500" b="0" i="0">
                <a:solidFill>
                  <a:srgbClr val="273239"/>
                </a:solidFill>
                <a:effectLst/>
                <a:latin typeface="Nunito" pitchFamily="2" charset="0"/>
              </a:rPr>
              <a:t>An interaction diagram is used to show the </a:t>
            </a:r>
            <a:r>
              <a:rPr lang="en-GB" sz="1500" b="1" i="0">
                <a:solidFill>
                  <a:srgbClr val="273239"/>
                </a:solidFill>
                <a:effectLst/>
                <a:latin typeface="Nunito" pitchFamily="2" charset="0"/>
              </a:rPr>
              <a:t>interactive </a:t>
            </a:r>
            <a:r>
              <a:rPr lang="en-GB" sz="1500" b="1" i="0" err="1">
                <a:solidFill>
                  <a:srgbClr val="273239"/>
                </a:solidFill>
                <a:effectLst/>
                <a:latin typeface="Nunito" pitchFamily="2" charset="0"/>
              </a:rPr>
              <a:t>behavior</a:t>
            </a:r>
            <a:r>
              <a:rPr lang="en-GB" sz="1500" b="0" i="0">
                <a:solidFill>
                  <a:srgbClr val="273239"/>
                </a:solidFill>
                <a:effectLst/>
                <a:latin typeface="Nunito" pitchFamily="2" charset="0"/>
              </a:rPr>
              <a:t> of a system. Since visualizing the interactions in a system can be difficult, we use different types of interaction diagrams to capture various features and aspects of interaction in a system.</a:t>
            </a:r>
          </a:p>
          <a:p>
            <a:pPr algn="just" fontAlgn="base">
              <a:lnSpc>
                <a:spcPct val="90000"/>
              </a:lnSpc>
              <a:spcAft>
                <a:spcPts val="600"/>
              </a:spcAft>
              <a:buFont typeface="Arial" panose="020B0604020202020204" pitchFamily="34" charset="0"/>
              <a:buChar char="•"/>
            </a:pPr>
            <a:r>
              <a:rPr lang="en-GB" sz="1500" b="0" i="0">
                <a:solidFill>
                  <a:srgbClr val="273239"/>
                </a:solidFill>
                <a:effectLst/>
                <a:latin typeface="Nunito" pitchFamily="2" charset="0"/>
              </a:rPr>
              <a:t>A sequence diagram simply depicts the interaction between the objects in a sequential order i.e. the order in which these interactions occur.</a:t>
            </a:r>
          </a:p>
          <a:p>
            <a:pPr algn="just" fontAlgn="base">
              <a:lnSpc>
                <a:spcPct val="90000"/>
              </a:lnSpc>
              <a:spcAft>
                <a:spcPts val="600"/>
              </a:spcAft>
              <a:buFont typeface="Arial" panose="020B0604020202020204" pitchFamily="34" charset="0"/>
              <a:buChar char="•"/>
            </a:pPr>
            <a:r>
              <a:rPr lang="en-GB" sz="1500" b="0" i="0">
                <a:solidFill>
                  <a:srgbClr val="273239"/>
                </a:solidFill>
                <a:effectLst/>
                <a:latin typeface="Nunito" pitchFamily="2" charset="0"/>
              </a:rPr>
              <a:t>We can also use the terms event diagrams or event scenarios to refer to a sequence diagram.</a:t>
            </a:r>
          </a:p>
          <a:p>
            <a:pPr algn="just" fontAlgn="base">
              <a:lnSpc>
                <a:spcPct val="90000"/>
              </a:lnSpc>
              <a:spcAft>
                <a:spcPts val="600"/>
              </a:spcAft>
              <a:buFont typeface="Arial" panose="020B0604020202020204" pitchFamily="34" charset="0"/>
              <a:buChar char="•"/>
            </a:pPr>
            <a:r>
              <a:rPr lang="en-GB" sz="1500" b="0" i="0">
                <a:solidFill>
                  <a:srgbClr val="273239"/>
                </a:solidFill>
                <a:effectLst/>
                <a:latin typeface="Nunito" pitchFamily="2" charset="0"/>
              </a:rPr>
              <a:t>Sequence diagrams describe how and in what order the objects in a system function.</a:t>
            </a:r>
          </a:p>
          <a:p>
            <a:pPr algn="just" fontAlgn="base">
              <a:lnSpc>
                <a:spcPct val="90000"/>
              </a:lnSpc>
              <a:spcAft>
                <a:spcPts val="600"/>
              </a:spcAft>
              <a:buFont typeface="Arial" panose="020B0604020202020204" pitchFamily="34" charset="0"/>
              <a:buChar char="•"/>
            </a:pPr>
            <a:r>
              <a:rPr lang="en-GB" sz="1500" b="0" i="0">
                <a:solidFill>
                  <a:srgbClr val="273239"/>
                </a:solidFill>
                <a:effectLst/>
                <a:latin typeface="Nunito" pitchFamily="2" charset="0"/>
              </a:rPr>
              <a:t>These diagrams are widely used by businessmen and software developers to document and understand requirements for new and existing systems.</a:t>
            </a:r>
          </a:p>
        </p:txBody>
      </p:sp>
    </p:spTree>
    <p:extLst>
      <p:ext uri="{BB962C8B-B14F-4D97-AF65-F5344CB8AC3E}">
        <p14:creationId xmlns:p14="http://schemas.microsoft.com/office/powerpoint/2010/main" val="1131245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9ED3DA3-C218-144B-96B6-C5F728A807CE}"/>
              </a:ext>
            </a:extLst>
          </p:cNvPr>
          <p:cNvSpPr txBox="1"/>
          <p:nvPr/>
        </p:nvSpPr>
        <p:spPr>
          <a:xfrm>
            <a:off x="625793" y="485061"/>
            <a:ext cx="5470207" cy="4247317"/>
          </a:xfrm>
          <a:prstGeom prst="rect">
            <a:avLst/>
          </a:prstGeom>
          <a:noFill/>
        </p:spPr>
        <p:txBody>
          <a:bodyPr wrap="square">
            <a:spAutoFit/>
          </a:bodyPr>
          <a:lstStyle/>
          <a:p>
            <a:r>
              <a:rPr lang="en-GB"/>
              <a:t>1. Sequence Diagram Notation</a:t>
            </a:r>
          </a:p>
          <a:p>
            <a:r>
              <a:rPr lang="en-GB"/>
              <a:t>1.1. Actors</a:t>
            </a:r>
          </a:p>
          <a:p>
            <a:r>
              <a:rPr lang="en-GB"/>
              <a:t>An actor in a UML diagram represents a type of role where it interacts with the system and its objects. It is important to note here that an actor is always outside the scope of the system we aim to model using the UML diagram.</a:t>
            </a:r>
          </a:p>
          <a:p>
            <a:endParaRPr lang="en-GB"/>
          </a:p>
          <a:p>
            <a:r>
              <a:rPr lang="en-GB"/>
              <a:t>Actor</a:t>
            </a:r>
          </a:p>
          <a:p>
            <a:endParaRPr lang="en-GB"/>
          </a:p>
          <a:p>
            <a:r>
              <a:rPr lang="en-GB"/>
              <a:t>We use actors to depict various roles including human users and other external subjects. We represent an actor in a UML diagram using a stick person notation. We can have multiple actors in a sequence diagram.</a:t>
            </a:r>
            <a:endParaRPr lang="en-IN" dirty="0"/>
          </a:p>
        </p:txBody>
      </p:sp>
      <p:pic>
        <p:nvPicPr>
          <p:cNvPr id="1028" name="Picture 4" descr="Lightbox">
            <a:extLst>
              <a:ext uri="{FF2B5EF4-FFF2-40B4-BE49-F238E27FC236}">
                <a16:creationId xmlns:a16="http://schemas.microsoft.com/office/drawing/2014/main" id="{BD09FECA-0E79-6DF4-184E-2329BBED80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2821" y="430530"/>
            <a:ext cx="4243386" cy="22669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EA0CF139-3DF4-3B9C-C95C-459208815EBC}"/>
              </a:ext>
            </a:extLst>
          </p:cNvPr>
          <p:cNvSpPr txBox="1"/>
          <p:nvPr/>
        </p:nvSpPr>
        <p:spPr>
          <a:xfrm>
            <a:off x="625793" y="4404836"/>
            <a:ext cx="4894897" cy="1477328"/>
          </a:xfrm>
          <a:prstGeom prst="rect">
            <a:avLst/>
          </a:prstGeom>
          <a:noFill/>
        </p:spPr>
        <p:txBody>
          <a:bodyPr wrap="square">
            <a:spAutoFit/>
          </a:bodyPr>
          <a:lstStyle/>
          <a:p>
            <a:r>
              <a:rPr lang="en-GB"/>
              <a:t>For example:</a:t>
            </a:r>
          </a:p>
          <a:p>
            <a:endParaRPr lang="en-GB"/>
          </a:p>
          <a:p>
            <a:r>
              <a:rPr lang="en-GB"/>
              <a:t>Here the user in seat reservation system is shown as an actor where it exists outside the system and is not a part of the system.</a:t>
            </a:r>
            <a:endParaRPr lang="en-IN" dirty="0"/>
          </a:p>
        </p:txBody>
      </p:sp>
      <p:pic>
        <p:nvPicPr>
          <p:cNvPr id="1030" name="Picture 6" descr="User-interacting-with-seat-reservation-system">
            <a:extLst>
              <a:ext uri="{FF2B5EF4-FFF2-40B4-BE49-F238E27FC236}">
                <a16:creationId xmlns:a16="http://schemas.microsoft.com/office/drawing/2014/main" id="{6C838056-3E8B-009F-E342-9A6DBC2679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0270" y="3013710"/>
            <a:ext cx="6221730" cy="3693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021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5705E3-6496-94C1-6D28-295FF5C6B145}"/>
              </a:ext>
            </a:extLst>
          </p:cNvPr>
          <p:cNvSpPr txBox="1"/>
          <p:nvPr/>
        </p:nvSpPr>
        <p:spPr>
          <a:xfrm>
            <a:off x="454342" y="584538"/>
            <a:ext cx="11528108" cy="1200329"/>
          </a:xfrm>
          <a:prstGeom prst="rect">
            <a:avLst/>
          </a:prstGeom>
          <a:noFill/>
        </p:spPr>
        <p:txBody>
          <a:bodyPr wrap="square">
            <a:spAutoFit/>
          </a:bodyPr>
          <a:lstStyle/>
          <a:p>
            <a:pPr algn="l" fontAlgn="base"/>
            <a:r>
              <a:rPr lang="en-GB" b="1" i="0">
                <a:solidFill>
                  <a:srgbClr val="273239"/>
                </a:solidFill>
                <a:effectLst/>
                <a:latin typeface="Nunito" pitchFamily="2" charset="0"/>
              </a:rPr>
              <a:t>1.2. Lifelines</a:t>
            </a:r>
          </a:p>
          <a:p>
            <a:pPr algn="l" rtl="0" fontAlgn="base"/>
            <a:r>
              <a:rPr lang="en-GB" b="0" i="0">
                <a:solidFill>
                  <a:srgbClr val="273239"/>
                </a:solidFill>
                <a:effectLst/>
                <a:latin typeface="Nunito" pitchFamily="2" charset="0"/>
              </a:rPr>
              <a:t>A lifeline is a named element which depicts an individual participant in a sequence diagram. So basically each instance in a sequence diagram is represented by a lifeline. Lifeline elements are located at the top in a sequence diagram. The standard in UML for naming a lifeline follows the following format:</a:t>
            </a:r>
            <a:endParaRPr lang="en-GB" b="0" i="0" dirty="0">
              <a:solidFill>
                <a:srgbClr val="273239"/>
              </a:solidFill>
              <a:effectLst/>
              <a:latin typeface="Nunito" pitchFamily="2" charset="0"/>
            </a:endParaRPr>
          </a:p>
        </p:txBody>
      </p:sp>
      <p:pic>
        <p:nvPicPr>
          <p:cNvPr id="2050" name="Picture 2" descr="Sequence-Diagrams">
            <a:extLst>
              <a:ext uri="{FF2B5EF4-FFF2-40B4-BE49-F238E27FC236}">
                <a16:creationId xmlns:a16="http://schemas.microsoft.com/office/drawing/2014/main" id="{76B802ED-6F84-0758-8E44-C79491CDB3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6990" y="1784867"/>
            <a:ext cx="4861560" cy="196955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6B90873-114B-1DE9-1130-895D7C9950B2}"/>
              </a:ext>
            </a:extLst>
          </p:cNvPr>
          <p:cNvSpPr txBox="1"/>
          <p:nvPr/>
        </p:nvSpPr>
        <p:spPr>
          <a:xfrm>
            <a:off x="3832862" y="2214891"/>
            <a:ext cx="6097904" cy="369332"/>
          </a:xfrm>
          <a:prstGeom prst="rect">
            <a:avLst/>
          </a:prstGeom>
          <a:noFill/>
        </p:spPr>
        <p:txBody>
          <a:bodyPr wrap="square">
            <a:spAutoFit/>
          </a:bodyPr>
          <a:lstStyle/>
          <a:p>
            <a:r>
              <a:rPr lang="en-IN"/>
              <a:t>Instance Name : Class Name</a:t>
            </a:r>
            <a:endParaRPr lang="en-IN" dirty="0"/>
          </a:p>
        </p:txBody>
      </p:sp>
      <p:sp>
        <p:nvSpPr>
          <p:cNvPr id="9" name="TextBox 8">
            <a:extLst>
              <a:ext uri="{FF2B5EF4-FFF2-40B4-BE49-F238E27FC236}">
                <a16:creationId xmlns:a16="http://schemas.microsoft.com/office/drawing/2014/main" id="{2A382E78-98DA-A013-06EA-84D7A26FE687}"/>
              </a:ext>
            </a:extLst>
          </p:cNvPr>
          <p:cNvSpPr txBox="1"/>
          <p:nvPr/>
        </p:nvSpPr>
        <p:spPr>
          <a:xfrm>
            <a:off x="299086" y="3141227"/>
            <a:ext cx="6097904" cy="3416320"/>
          </a:xfrm>
          <a:prstGeom prst="rect">
            <a:avLst/>
          </a:prstGeom>
          <a:noFill/>
        </p:spPr>
        <p:txBody>
          <a:bodyPr wrap="square">
            <a:spAutoFit/>
          </a:bodyPr>
          <a:lstStyle/>
          <a:p>
            <a:r>
              <a:rPr lang="en-GB"/>
              <a:t>We display a lifeline in a rectangle called head with its name and type. The head is located on top of a vertical dashed line (referred to as the stem) as shown above.</a:t>
            </a:r>
          </a:p>
          <a:p>
            <a:endParaRPr lang="en-GB"/>
          </a:p>
          <a:p>
            <a:r>
              <a:rPr lang="en-GB"/>
              <a:t>If we want to model an unnamed instance, we follow the same pattern except now the portion of lifeline’s name is left blank.</a:t>
            </a:r>
          </a:p>
          <a:p>
            <a:r>
              <a:rPr lang="en-GB" b="1">
                <a:solidFill>
                  <a:srgbClr val="00B050"/>
                </a:solidFill>
              </a:rPr>
              <a:t>Difference between a lifeline and an actor</a:t>
            </a:r>
          </a:p>
          <a:p>
            <a:r>
              <a:rPr lang="en-GB"/>
              <a:t>A lifeline always portrays an object internal to the system whereas actors are used to depict objects external to the system.</a:t>
            </a:r>
          </a:p>
          <a:p>
            <a:r>
              <a:rPr lang="en-GB"/>
              <a:t>The following is an example of a sequence diagram:</a:t>
            </a:r>
            <a:endParaRPr lang="en-IN" dirty="0"/>
          </a:p>
        </p:txBody>
      </p:sp>
      <p:pic>
        <p:nvPicPr>
          <p:cNvPr id="2052" name="Picture 4" descr="Sequence-Diagram-223">
            <a:extLst>
              <a:ext uri="{FF2B5EF4-FFF2-40B4-BE49-F238E27FC236}">
                <a16:creationId xmlns:a16="http://schemas.microsoft.com/office/drawing/2014/main" id="{22F032CB-0AAA-F0CD-809D-8BB6A39CF4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5100" y="3719097"/>
            <a:ext cx="5676900"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6488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EA8775-816D-5A4E-CBFA-27BF80B8351B}"/>
              </a:ext>
            </a:extLst>
          </p:cNvPr>
          <p:cNvSpPr txBox="1"/>
          <p:nvPr/>
        </p:nvSpPr>
        <p:spPr>
          <a:xfrm>
            <a:off x="557213" y="388888"/>
            <a:ext cx="5077777" cy="2308324"/>
          </a:xfrm>
          <a:prstGeom prst="rect">
            <a:avLst/>
          </a:prstGeom>
          <a:noFill/>
        </p:spPr>
        <p:txBody>
          <a:bodyPr wrap="square">
            <a:spAutoFit/>
          </a:bodyPr>
          <a:lstStyle/>
          <a:p>
            <a:r>
              <a:rPr lang="en-GB" dirty="0"/>
              <a:t>1.3. Messages</a:t>
            </a:r>
          </a:p>
          <a:p>
            <a:r>
              <a:rPr lang="en-GB" dirty="0"/>
              <a:t>Communication between objects is depicted using messages. The messages appear in a sequential order on the lifeline.</a:t>
            </a:r>
          </a:p>
          <a:p>
            <a:endParaRPr lang="en-GB" dirty="0"/>
          </a:p>
          <a:p>
            <a:r>
              <a:rPr lang="en-GB" dirty="0"/>
              <a:t>We represent messages using arrows.</a:t>
            </a:r>
          </a:p>
          <a:p>
            <a:r>
              <a:rPr lang="en-GB" dirty="0"/>
              <a:t>Lifelines and messages form the core of a sequence diagram.</a:t>
            </a:r>
            <a:endParaRPr lang="en-IN" dirty="0"/>
          </a:p>
        </p:txBody>
      </p:sp>
      <p:pic>
        <p:nvPicPr>
          <p:cNvPr id="6" name="Picture 5">
            <a:extLst>
              <a:ext uri="{FF2B5EF4-FFF2-40B4-BE49-F238E27FC236}">
                <a16:creationId xmlns:a16="http://schemas.microsoft.com/office/drawing/2014/main" id="{D835179D-BB20-3E20-7BF7-6F3600EF5832}"/>
              </a:ext>
            </a:extLst>
          </p:cNvPr>
          <p:cNvPicPr>
            <a:picLocks noChangeAspect="1"/>
          </p:cNvPicPr>
          <p:nvPr/>
        </p:nvPicPr>
        <p:blipFill>
          <a:blip r:embed="rId2"/>
          <a:stretch>
            <a:fillRect/>
          </a:stretch>
        </p:blipFill>
        <p:spPr>
          <a:xfrm>
            <a:off x="5791200" y="388888"/>
            <a:ext cx="5654040" cy="2827020"/>
          </a:xfrm>
          <a:prstGeom prst="rect">
            <a:avLst/>
          </a:prstGeom>
        </p:spPr>
      </p:pic>
      <p:sp>
        <p:nvSpPr>
          <p:cNvPr id="8" name="TextBox 7">
            <a:extLst>
              <a:ext uri="{FF2B5EF4-FFF2-40B4-BE49-F238E27FC236}">
                <a16:creationId xmlns:a16="http://schemas.microsoft.com/office/drawing/2014/main" id="{7A2CF75D-F77B-5F4B-EF33-A2D4CC4CDB86}"/>
              </a:ext>
            </a:extLst>
          </p:cNvPr>
          <p:cNvSpPr txBox="1"/>
          <p:nvPr/>
        </p:nvSpPr>
        <p:spPr>
          <a:xfrm>
            <a:off x="429339" y="3453855"/>
            <a:ext cx="10411301" cy="2862322"/>
          </a:xfrm>
          <a:prstGeom prst="rect">
            <a:avLst/>
          </a:prstGeom>
          <a:noFill/>
        </p:spPr>
        <p:txBody>
          <a:bodyPr wrap="square">
            <a:spAutoFit/>
          </a:bodyPr>
          <a:lstStyle/>
          <a:p>
            <a:r>
              <a:rPr lang="en-GB" dirty="0"/>
              <a:t>Messages can be broadly classified into the following categories:</a:t>
            </a:r>
          </a:p>
          <a:p>
            <a:endParaRPr lang="en-GB" dirty="0"/>
          </a:p>
          <a:p>
            <a:r>
              <a:rPr lang="en-GB" dirty="0"/>
              <a:t>Synchronous messages</a:t>
            </a:r>
          </a:p>
          <a:p>
            <a:endParaRPr lang="en-GB" dirty="0"/>
          </a:p>
          <a:p>
            <a:r>
              <a:rPr lang="en-GB" dirty="0"/>
              <a:t>A synchronous message waits for a reply before the interaction can move forward. The sender waits until the receiver has completed the processing of the message. The caller continues only when it knows that the receiver has processed the previous message i.e. it receives a reply message.</a:t>
            </a:r>
          </a:p>
          <a:p>
            <a:endParaRPr lang="en-GB" dirty="0"/>
          </a:p>
          <a:p>
            <a:r>
              <a:rPr lang="en-GB" dirty="0"/>
              <a:t>A large number of calls in object oriented programming are synchronous.</a:t>
            </a:r>
          </a:p>
          <a:p>
            <a:r>
              <a:rPr lang="en-GB" dirty="0"/>
              <a:t>We use a solid arrow head to represent a synchronous message.</a:t>
            </a:r>
            <a:endParaRPr lang="en-IN" dirty="0"/>
          </a:p>
        </p:txBody>
      </p:sp>
    </p:spTree>
    <p:extLst>
      <p:ext uri="{BB962C8B-B14F-4D97-AF65-F5344CB8AC3E}">
        <p14:creationId xmlns:p14="http://schemas.microsoft.com/office/powerpoint/2010/main" val="2077987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38A8219-2AD6-0F54-6D5E-32FC03A7FDF4}"/>
              </a:ext>
            </a:extLst>
          </p:cNvPr>
          <p:cNvPicPr>
            <a:picLocks noChangeAspect="1"/>
          </p:cNvPicPr>
          <p:nvPr/>
        </p:nvPicPr>
        <p:blipFill>
          <a:blip r:embed="rId2"/>
          <a:stretch>
            <a:fillRect/>
          </a:stretch>
        </p:blipFill>
        <p:spPr>
          <a:xfrm>
            <a:off x="704850" y="361950"/>
            <a:ext cx="7696200" cy="2472690"/>
          </a:xfrm>
          <a:prstGeom prst="rect">
            <a:avLst/>
          </a:prstGeom>
        </p:spPr>
      </p:pic>
      <p:sp>
        <p:nvSpPr>
          <p:cNvPr id="6" name="TextBox 5">
            <a:extLst>
              <a:ext uri="{FF2B5EF4-FFF2-40B4-BE49-F238E27FC236}">
                <a16:creationId xmlns:a16="http://schemas.microsoft.com/office/drawing/2014/main" id="{32A76FB1-FCBE-C8CE-4807-5589D7FB3E2E}"/>
              </a:ext>
            </a:extLst>
          </p:cNvPr>
          <p:cNvSpPr txBox="1"/>
          <p:nvPr/>
        </p:nvSpPr>
        <p:spPr>
          <a:xfrm>
            <a:off x="522923" y="3546247"/>
            <a:ext cx="4894897" cy="2308324"/>
          </a:xfrm>
          <a:prstGeom prst="rect">
            <a:avLst/>
          </a:prstGeom>
          <a:noFill/>
        </p:spPr>
        <p:txBody>
          <a:bodyPr wrap="square">
            <a:spAutoFit/>
          </a:bodyPr>
          <a:lstStyle/>
          <a:p>
            <a:r>
              <a:rPr lang="en-GB" dirty="0"/>
              <a:t>Asynchronous Messages</a:t>
            </a:r>
          </a:p>
          <a:p>
            <a:endParaRPr lang="en-GB" dirty="0"/>
          </a:p>
          <a:p>
            <a:r>
              <a:rPr lang="en-GB" dirty="0"/>
              <a:t>An asynchronous message does not wait for a reply from the receiver. The interaction moves forward irrespective of the receiver processing the previous message or not. We use a lined arrow head to represent an asynchronous message.</a:t>
            </a:r>
            <a:endParaRPr lang="en-IN" dirty="0"/>
          </a:p>
        </p:txBody>
      </p:sp>
      <p:pic>
        <p:nvPicPr>
          <p:cNvPr id="3074" name="Picture 2" descr="Asynchronus-Message">
            <a:extLst>
              <a:ext uri="{FF2B5EF4-FFF2-40B4-BE49-F238E27FC236}">
                <a16:creationId xmlns:a16="http://schemas.microsoft.com/office/drawing/2014/main" id="{D85CE685-74F1-88A0-8731-D07F64283F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3230880"/>
            <a:ext cx="6316980" cy="3158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693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5045CC5-56A4-D4FC-84F4-A11E466D8EE8}"/>
              </a:ext>
            </a:extLst>
          </p:cNvPr>
          <p:cNvSpPr txBox="1"/>
          <p:nvPr/>
        </p:nvSpPr>
        <p:spPr>
          <a:xfrm>
            <a:off x="871442" y="2447337"/>
            <a:ext cx="4353116" cy="3770434"/>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1700">
                <a:solidFill>
                  <a:srgbClr val="595959"/>
                </a:solidFill>
              </a:rPr>
              <a:t>1.4. Create message</a:t>
            </a:r>
          </a:p>
          <a:p>
            <a:pPr indent="-228600">
              <a:lnSpc>
                <a:spcPct val="90000"/>
              </a:lnSpc>
              <a:spcAft>
                <a:spcPts val="600"/>
              </a:spcAft>
              <a:buFont typeface="Arial" panose="020B0604020202020204" pitchFamily="34" charset="0"/>
              <a:buChar char="•"/>
            </a:pPr>
            <a:r>
              <a:rPr lang="en-US" sz="1700">
                <a:solidFill>
                  <a:srgbClr val="595959"/>
                </a:solidFill>
              </a:rPr>
              <a:t>We use a Create message to instantiate a new object in the sequence diagram. There are situations when a particular message call requires the creation of an object. It is represented with a dotted arrow and create word labelled on it to specify that it is the create Message symbol.</a:t>
            </a:r>
          </a:p>
          <a:p>
            <a:pPr indent="-228600">
              <a:lnSpc>
                <a:spcPct val="90000"/>
              </a:lnSpc>
              <a:spcAft>
                <a:spcPts val="600"/>
              </a:spcAft>
              <a:buFont typeface="Arial" panose="020B0604020202020204" pitchFamily="34" charset="0"/>
              <a:buChar char="•"/>
            </a:pPr>
            <a:endParaRPr lang="en-US" sz="1700">
              <a:solidFill>
                <a:srgbClr val="595959"/>
              </a:solidFill>
            </a:endParaRPr>
          </a:p>
          <a:p>
            <a:pPr indent="-228600">
              <a:lnSpc>
                <a:spcPct val="90000"/>
              </a:lnSpc>
              <a:spcAft>
                <a:spcPts val="600"/>
              </a:spcAft>
              <a:buFont typeface="Arial" panose="020B0604020202020204" pitchFamily="34" charset="0"/>
              <a:buChar char="•"/>
            </a:pPr>
            <a:r>
              <a:rPr lang="en-US" sz="1700">
                <a:solidFill>
                  <a:srgbClr val="595959"/>
                </a:solidFill>
              </a:rPr>
              <a:t>For example:</a:t>
            </a:r>
          </a:p>
          <a:p>
            <a:pPr indent="-228600">
              <a:lnSpc>
                <a:spcPct val="90000"/>
              </a:lnSpc>
              <a:spcAft>
                <a:spcPts val="600"/>
              </a:spcAft>
              <a:buFont typeface="Arial" panose="020B0604020202020204" pitchFamily="34" charset="0"/>
              <a:buChar char="•"/>
            </a:pPr>
            <a:endParaRPr lang="en-US" sz="1700">
              <a:solidFill>
                <a:srgbClr val="595959"/>
              </a:solidFill>
            </a:endParaRPr>
          </a:p>
          <a:p>
            <a:pPr indent="-228600">
              <a:lnSpc>
                <a:spcPct val="90000"/>
              </a:lnSpc>
              <a:spcAft>
                <a:spcPts val="600"/>
              </a:spcAft>
              <a:buFont typeface="Arial" panose="020B0604020202020204" pitchFamily="34" charset="0"/>
              <a:buChar char="•"/>
            </a:pPr>
            <a:r>
              <a:rPr lang="en-US" sz="1700">
                <a:solidFill>
                  <a:srgbClr val="595959"/>
                </a:solidFill>
              </a:rPr>
              <a:t>The creation of a new order on a e-commerce website would require a new object of Order class to be created.</a:t>
            </a:r>
          </a:p>
        </p:txBody>
      </p:sp>
      <p:pic>
        <p:nvPicPr>
          <p:cNvPr id="6" name="Picture 5">
            <a:extLst>
              <a:ext uri="{FF2B5EF4-FFF2-40B4-BE49-F238E27FC236}">
                <a16:creationId xmlns:a16="http://schemas.microsoft.com/office/drawing/2014/main" id="{B5434B26-7C6E-0354-4D48-4424CE0AF768}"/>
              </a:ext>
            </a:extLst>
          </p:cNvPr>
          <p:cNvPicPr>
            <a:picLocks noChangeAspect="1"/>
          </p:cNvPicPr>
          <p:nvPr/>
        </p:nvPicPr>
        <p:blipFill>
          <a:blip r:embed="rId2"/>
          <a:stretch>
            <a:fillRect/>
          </a:stretch>
        </p:blipFill>
        <p:spPr>
          <a:xfrm>
            <a:off x="6781801" y="2252521"/>
            <a:ext cx="4797056" cy="2398528"/>
          </a:xfrm>
          <a:prstGeom prst="rect">
            <a:avLst/>
          </a:prstGeom>
        </p:spPr>
      </p:pic>
    </p:spTree>
    <p:extLst>
      <p:ext uri="{BB962C8B-B14F-4D97-AF65-F5344CB8AC3E}">
        <p14:creationId xmlns:p14="http://schemas.microsoft.com/office/powerpoint/2010/main" val="3444159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29BAF2-8605-EDB7-FCAF-032BF9EBCFD4}"/>
              </a:ext>
            </a:extLst>
          </p:cNvPr>
          <p:cNvSpPr txBox="1"/>
          <p:nvPr/>
        </p:nvSpPr>
        <p:spPr>
          <a:xfrm>
            <a:off x="804672" y="2421683"/>
            <a:ext cx="4765949" cy="3353476"/>
          </a:xfrm>
          <a:prstGeom prst="rect">
            <a:avLst/>
          </a:prstGeom>
        </p:spPr>
        <p:txBody>
          <a:bodyPr vert="horz" lIns="91440" tIns="45720" rIns="91440" bIns="45720" rtlCol="0" anchor="t">
            <a:normAutofit/>
          </a:bodyPr>
          <a:lstStyle/>
          <a:p>
            <a:pPr indent="-228600" fontAlgn="base">
              <a:lnSpc>
                <a:spcPct val="90000"/>
              </a:lnSpc>
              <a:spcAft>
                <a:spcPts val="600"/>
              </a:spcAft>
              <a:buFont typeface="Arial" panose="020B0604020202020204" pitchFamily="34" charset="0"/>
              <a:buChar char="•"/>
            </a:pPr>
            <a:r>
              <a:rPr lang="en-US" b="1" i="0">
                <a:solidFill>
                  <a:schemeClr val="tx2"/>
                </a:solidFill>
                <a:effectLst/>
              </a:rPr>
              <a:t>1.5. Delete Message</a:t>
            </a:r>
          </a:p>
          <a:p>
            <a:pPr indent="-228600" fontAlgn="base">
              <a:lnSpc>
                <a:spcPct val="90000"/>
              </a:lnSpc>
              <a:spcAft>
                <a:spcPts val="600"/>
              </a:spcAft>
              <a:buFont typeface="Arial" panose="020B0604020202020204" pitchFamily="34" charset="0"/>
              <a:buChar char="•"/>
            </a:pPr>
            <a:r>
              <a:rPr lang="en-US" b="0" i="0">
                <a:solidFill>
                  <a:schemeClr val="tx2"/>
                </a:solidFill>
                <a:effectLst/>
              </a:rPr>
              <a:t>We use a Delete Message to delete an object. When an object is deallocated memory or is destroyed within the system we use the Delete Message symbol. It destroys the occurrence of the object in the system.It is represented by an arrow terminating with a x.</a:t>
            </a:r>
          </a:p>
        </p:txBody>
      </p:sp>
      <p:grpSp>
        <p:nvGrpSpPr>
          <p:cNvPr id="17" name="Group 16">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8" name="Freeform: Shape 17">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C33703CF-87FF-2069-8478-D115C1B43DE9}"/>
              </a:ext>
            </a:extLst>
          </p:cNvPr>
          <p:cNvSpPr txBox="1"/>
          <p:nvPr/>
        </p:nvSpPr>
        <p:spPr>
          <a:xfrm>
            <a:off x="7784679" y="2600382"/>
            <a:ext cx="3463762" cy="402546"/>
          </a:xfrm>
          <a:prstGeom prst="rect">
            <a:avLst/>
          </a:prstGeom>
          <a:noFill/>
        </p:spPr>
        <p:txBody>
          <a:bodyPr wrap="square">
            <a:spAutoFit/>
          </a:bodyPr>
          <a:lstStyle/>
          <a:p>
            <a:pPr defTabSz="512064">
              <a:spcAft>
                <a:spcPts val="600"/>
              </a:spcAft>
            </a:pPr>
            <a:r>
              <a:rPr lang="en-GB" sz="1008" i="1" kern="1200">
                <a:solidFill>
                  <a:srgbClr val="273239"/>
                </a:solidFill>
                <a:latin typeface="Nunito" pitchFamily="2" charset="0"/>
                <a:ea typeface="+mn-ea"/>
                <a:cs typeface="+mn-cs"/>
              </a:rPr>
              <a:t>In the scenario below when the order is received by the user, the object of order class can be destroyed.</a:t>
            </a:r>
            <a:endParaRPr lang="en-IN"/>
          </a:p>
        </p:txBody>
      </p:sp>
      <p:pic>
        <p:nvPicPr>
          <p:cNvPr id="8" name="Picture 7">
            <a:extLst>
              <a:ext uri="{FF2B5EF4-FFF2-40B4-BE49-F238E27FC236}">
                <a16:creationId xmlns:a16="http://schemas.microsoft.com/office/drawing/2014/main" id="{45AE593C-45B3-7A6B-A966-926E70E3653F}"/>
              </a:ext>
            </a:extLst>
          </p:cNvPr>
          <p:cNvPicPr>
            <a:picLocks noChangeAspect="1"/>
          </p:cNvPicPr>
          <p:nvPr/>
        </p:nvPicPr>
        <p:blipFill>
          <a:blip r:embed="rId2"/>
          <a:stretch>
            <a:fillRect/>
          </a:stretch>
        </p:blipFill>
        <p:spPr>
          <a:xfrm>
            <a:off x="7708392" y="3110045"/>
            <a:ext cx="4142232" cy="2071116"/>
          </a:xfrm>
          <a:prstGeom prst="rect">
            <a:avLst/>
          </a:prstGeom>
        </p:spPr>
      </p:pic>
    </p:spTree>
    <p:extLst>
      <p:ext uri="{BB962C8B-B14F-4D97-AF65-F5344CB8AC3E}">
        <p14:creationId xmlns:p14="http://schemas.microsoft.com/office/powerpoint/2010/main" val="3838399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42F1FD9-2236-7A66-C339-26983F71FB5C}"/>
              </a:ext>
            </a:extLst>
          </p:cNvPr>
          <p:cNvSpPr txBox="1"/>
          <p:nvPr/>
        </p:nvSpPr>
        <p:spPr>
          <a:xfrm>
            <a:off x="871442" y="2447337"/>
            <a:ext cx="4353116" cy="3770434"/>
          </a:xfrm>
          <a:prstGeom prst="rect">
            <a:avLst/>
          </a:prstGeom>
        </p:spPr>
        <p:txBody>
          <a:bodyPr vert="horz" lIns="91440" tIns="45720" rIns="91440" bIns="45720" rtlCol="0" anchor="t">
            <a:normAutofit/>
          </a:bodyPr>
          <a:lstStyle/>
          <a:p>
            <a:pPr indent="-228600" fontAlgn="base">
              <a:lnSpc>
                <a:spcPct val="90000"/>
              </a:lnSpc>
              <a:spcAft>
                <a:spcPts val="600"/>
              </a:spcAft>
              <a:buFont typeface="Arial" panose="020B0604020202020204" pitchFamily="34" charset="0"/>
              <a:buChar char="•"/>
            </a:pPr>
            <a:r>
              <a:rPr lang="en-US" sz="2000" b="1" i="0">
                <a:solidFill>
                  <a:srgbClr val="595959"/>
                </a:solidFill>
                <a:effectLst/>
              </a:rPr>
              <a:t>1.6. Self Message</a:t>
            </a:r>
          </a:p>
          <a:p>
            <a:pPr indent="-228600" fontAlgn="base">
              <a:lnSpc>
                <a:spcPct val="90000"/>
              </a:lnSpc>
              <a:spcAft>
                <a:spcPts val="600"/>
              </a:spcAft>
              <a:buFont typeface="Arial" panose="020B0604020202020204" pitchFamily="34" charset="0"/>
              <a:buChar char="•"/>
            </a:pPr>
            <a:r>
              <a:rPr lang="en-US" sz="2000" b="0" i="0">
                <a:solidFill>
                  <a:srgbClr val="595959"/>
                </a:solidFill>
                <a:effectLst/>
              </a:rPr>
              <a:t>Certain scenarios might arise where the object needs to send a message to itself. Such messages are called Self Messages and are represented with a </a:t>
            </a:r>
            <a:r>
              <a:rPr lang="en-US" sz="2000" b="1" i="0">
                <a:solidFill>
                  <a:srgbClr val="595959"/>
                </a:solidFill>
                <a:effectLst/>
              </a:rPr>
              <a:t>U shaped arrow</a:t>
            </a:r>
            <a:r>
              <a:rPr lang="en-US" sz="2000" b="0" i="0">
                <a:solidFill>
                  <a:srgbClr val="595959"/>
                </a:solidFill>
                <a:effectLst/>
              </a:rPr>
              <a:t>.</a:t>
            </a:r>
          </a:p>
        </p:txBody>
      </p:sp>
      <p:pic>
        <p:nvPicPr>
          <p:cNvPr id="6" name="Picture 5">
            <a:extLst>
              <a:ext uri="{FF2B5EF4-FFF2-40B4-BE49-F238E27FC236}">
                <a16:creationId xmlns:a16="http://schemas.microsoft.com/office/drawing/2014/main" id="{C3501D51-479D-D16E-9C19-158C9838C4FB}"/>
              </a:ext>
            </a:extLst>
          </p:cNvPr>
          <p:cNvPicPr>
            <a:picLocks noChangeAspect="1"/>
          </p:cNvPicPr>
          <p:nvPr/>
        </p:nvPicPr>
        <p:blipFill>
          <a:blip r:embed="rId2"/>
          <a:stretch>
            <a:fillRect/>
          </a:stretch>
        </p:blipFill>
        <p:spPr>
          <a:xfrm>
            <a:off x="6781801" y="2252521"/>
            <a:ext cx="4797056" cy="2398528"/>
          </a:xfrm>
          <a:prstGeom prst="rect">
            <a:avLst/>
          </a:prstGeom>
        </p:spPr>
      </p:pic>
    </p:spTree>
    <p:extLst>
      <p:ext uri="{BB962C8B-B14F-4D97-AF65-F5344CB8AC3E}">
        <p14:creationId xmlns:p14="http://schemas.microsoft.com/office/powerpoint/2010/main" val="2539530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Group 14">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16"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Picture 5">
            <a:extLst>
              <a:ext uri="{FF2B5EF4-FFF2-40B4-BE49-F238E27FC236}">
                <a16:creationId xmlns:a16="http://schemas.microsoft.com/office/drawing/2014/main" id="{00C295C4-CD16-BA7A-735E-1CB78E976A24}"/>
              </a:ext>
            </a:extLst>
          </p:cNvPr>
          <p:cNvPicPr>
            <a:picLocks noChangeAspect="1"/>
          </p:cNvPicPr>
          <p:nvPr/>
        </p:nvPicPr>
        <p:blipFill>
          <a:blip r:embed="rId2"/>
          <a:stretch>
            <a:fillRect/>
          </a:stretch>
        </p:blipFill>
        <p:spPr>
          <a:xfrm>
            <a:off x="6803647" y="2246446"/>
            <a:ext cx="4730214" cy="2365107"/>
          </a:xfrm>
          <a:prstGeom prst="rect">
            <a:avLst/>
          </a:prstGeom>
        </p:spPr>
      </p:pic>
      <p:grpSp>
        <p:nvGrpSpPr>
          <p:cNvPr id="19" name="Group 18">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0" name="Freeform: Shape 19">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5" name="TextBox 4">
            <a:extLst>
              <a:ext uri="{FF2B5EF4-FFF2-40B4-BE49-F238E27FC236}">
                <a16:creationId xmlns:a16="http://schemas.microsoft.com/office/drawing/2014/main" id="{6BC3863E-64F8-47D9-F634-FBCCB4BFA296}"/>
              </a:ext>
            </a:extLst>
          </p:cNvPr>
          <p:cNvSpPr txBox="1"/>
          <p:nvPr/>
        </p:nvSpPr>
        <p:spPr>
          <a:xfrm>
            <a:off x="786383" y="3566810"/>
            <a:ext cx="5692953" cy="2651110"/>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a:solidFill>
                  <a:schemeClr val="tx2"/>
                </a:solidFill>
              </a:rPr>
              <a:t>1.7. Reply Message</a:t>
            </a:r>
          </a:p>
          <a:p>
            <a:pPr indent="-228600">
              <a:lnSpc>
                <a:spcPct val="90000"/>
              </a:lnSpc>
              <a:spcAft>
                <a:spcPts val="600"/>
              </a:spcAft>
              <a:buFont typeface="Arial" panose="020B0604020202020204" pitchFamily="34" charset="0"/>
              <a:buChar char="•"/>
            </a:pPr>
            <a:r>
              <a:rPr lang="en-US">
                <a:solidFill>
                  <a:schemeClr val="tx2"/>
                </a:solidFill>
              </a:rPr>
              <a:t>Reply messages are used to show the message being sent from the receiver to the sender. We represent a return/reply message using an open arrow head with a dotted line. The interaction moves forward only when a reply message is sent by the receiver.</a:t>
            </a:r>
          </a:p>
        </p:txBody>
      </p:sp>
    </p:spTree>
    <p:extLst>
      <p:ext uri="{BB962C8B-B14F-4D97-AF65-F5344CB8AC3E}">
        <p14:creationId xmlns:p14="http://schemas.microsoft.com/office/powerpoint/2010/main" val="2231412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10">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7EFB890-1B25-8AE6-BBBE-CC6F42A750B5}"/>
              </a:ext>
            </a:extLst>
          </p:cNvPr>
          <p:cNvSpPr txBox="1"/>
          <p:nvPr/>
        </p:nvSpPr>
        <p:spPr>
          <a:xfrm>
            <a:off x="1262063" y="1285875"/>
            <a:ext cx="2687638" cy="4105275"/>
          </a:xfrm>
          <a:prstGeom prst="rect">
            <a:avLst/>
          </a:prstGeom>
          <a:noFill/>
        </p:spPr>
        <p:txBody>
          <a:bodyPr wrap="square" anchor="t">
            <a:normAutofit/>
          </a:bodyPr>
          <a:lstStyle/>
          <a:p>
            <a:pPr algn="just">
              <a:lnSpc>
                <a:spcPct val="90000"/>
              </a:lnSpc>
              <a:spcAft>
                <a:spcPts val="600"/>
              </a:spcAft>
            </a:pPr>
            <a:r>
              <a:rPr lang="en-GB" b="1" dirty="0">
                <a:solidFill>
                  <a:srgbClr val="00B050"/>
                </a:solidFill>
              </a:rPr>
              <a:t>2. How to create Sequence Diagrams?</a:t>
            </a:r>
          </a:p>
          <a:p>
            <a:pPr algn="just">
              <a:lnSpc>
                <a:spcPct val="90000"/>
              </a:lnSpc>
              <a:spcAft>
                <a:spcPts val="600"/>
              </a:spcAft>
            </a:pPr>
            <a:r>
              <a:rPr lang="en-GB" dirty="0"/>
              <a:t>Creating a sequence diagram involves several steps, and it’s typically done during the design phase of software development to illustrate how different components or objects interact over time. Here’s a step-by-step guide on how to create sequence diagrams:</a:t>
            </a:r>
          </a:p>
          <a:p>
            <a:pPr algn="just">
              <a:lnSpc>
                <a:spcPct val="90000"/>
              </a:lnSpc>
              <a:spcAft>
                <a:spcPts val="600"/>
              </a:spcAft>
            </a:pPr>
            <a:endParaRPr lang="en-GB" dirty="0"/>
          </a:p>
        </p:txBody>
      </p:sp>
      <p:graphicFrame>
        <p:nvGraphicFramePr>
          <p:cNvPr id="18" name="TextBox 8">
            <a:extLst>
              <a:ext uri="{FF2B5EF4-FFF2-40B4-BE49-F238E27FC236}">
                <a16:creationId xmlns:a16="http://schemas.microsoft.com/office/drawing/2014/main" id="{297C2C1F-8799-9413-E628-FBC8C73BDC78}"/>
              </a:ext>
            </a:extLst>
          </p:cNvPr>
          <p:cNvGraphicFramePr/>
          <p:nvPr/>
        </p:nvGraphicFramePr>
        <p:xfrm>
          <a:off x="4014788" y="1285875"/>
          <a:ext cx="6911975" cy="41052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808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8" name="TextBox 4">
            <a:extLst>
              <a:ext uri="{FF2B5EF4-FFF2-40B4-BE49-F238E27FC236}">
                <a16:creationId xmlns:a16="http://schemas.microsoft.com/office/drawing/2014/main" id="{04089A47-61B5-BDB3-C1BE-F50B0A89B8B8}"/>
              </a:ext>
            </a:extLst>
          </p:cNvPr>
          <p:cNvGraphicFramePr/>
          <p:nvPr>
            <p:extLst>
              <p:ext uri="{D42A27DB-BD31-4B8C-83A1-F6EECF244321}">
                <p14:modId xmlns:p14="http://schemas.microsoft.com/office/powerpoint/2010/main" val="227724508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8173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TextBox 4">
            <a:extLst>
              <a:ext uri="{FF2B5EF4-FFF2-40B4-BE49-F238E27FC236}">
                <a16:creationId xmlns:a16="http://schemas.microsoft.com/office/drawing/2014/main" id="{453A1DDF-EFEC-1742-4CAF-35D94C3176AD}"/>
              </a:ext>
            </a:extLst>
          </p:cNvPr>
          <p:cNvGraphicFramePr/>
          <p:nvPr>
            <p:extLst>
              <p:ext uri="{D42A27DB-BD31-4B8C-83A1-F6EECF244321}">
                <p14:modId xmlns:p14="http://schemas.microsoft.com/office/powerpoint/2010/main" val="8285384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37563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E0C439-B9FC-EB11-1CA2-E8DB40C85D4A}"/>
              </a:ext>
            </a:extLst>
          </p:cNvPr>
          <p:cNvSpPr txBox="1"/>
          <p:nvPr/>
        </p:nvSpPr>
        <p:spPr>
          <a:xfrm>
            <a:off x="742950" y="240030"/>
            <a:ext cx="11269980" cy="2585323"/>
          </a:xfrm>
          <a:prstGeom prst="rect">
            <a:avLst/>
          </a:prstGeom>
          <a:noFill/>
        </p:spPr>
        <p:txBody>
          <a:bodyPr wrap="square">
            <a:spAutoFit/>
          </a:bodyPr>
          <a:lstStyle/>
          <a:p>
            <a:pPr algn="l"/>
            <a:r>
              <a:rPr lang="en-GB" b="1" i="0">
                <a:solidFill>
                  <a:srgbClr val="222222"/>
                </a:solidFill>
                <a:effectLst/>
                <a:latin typeface="Source Sans Pro" panose="020B0503030403020204" pitchFamily="34" charset="0"/>
              </a:rPr>
              <a:t>What is the Collaboration Diagram?</a:t>
            </a:r>
          </a:p>
          <a:p>
            <a:pPr algn="l"/>
            <a:r>
              <a:rPr lang="en-GB" b="1" i="0">
                <a:solidFill>
                  <a:srgbClr val="222222"/>
                </a:solidFill>
                <a:effectLst/>
                <a:latin typeface="Source Sans Pro" panose="020B0503030403020204" pitchFamily="34" charset="0"/>
              </a:rPr>
              <a:t>Collaboration Diagram</a:t>
            </a:r>
            <a:r>
              <a:rPr lang="en-GB" b="0" i="0">
                <a:solidFill>
                  <a:srgbClr val="222222"/>
                </a:solidFill>
                <a:effectLst/>
                <a:latin typeface="Source Sans Pro" panose="020B0503030403020204" pitchFamily="34" charset="0"/>
              </a:rPr>
              <a:t> depicts the relationships and interactions among software objects. They are used to understand the object architecture within a system rather than the flow of a message as in a sequence diagram. They are also known as “Communication Diagrams.”</a:t>
            </a:r>
          </a:p>
          <a:p>
            <a:pPr algn="l"/>
            <a:endParaRPr lang="en-GB" b="0" i="0">
              <a:solidFill>
                <a:srgbClr val="222222"/>
              </a:solidFill>
              <a:effectLst/>
              <a:latin typeface="Source Sans Pro" panose="020B0503030403020204" pitchFamily="34" charset="0"/>
            </a:endParaRPr>
          </a:p>
          <a:p>
            <a:pPr algn="l"/>
            <a:r>
              <a:rPr lang="en-GB" b="0" i="0">
                <a:solidFill>
                  <a:srgbClr val="222222"/>
                </a:solidFill>
                <a:effectLst/>
                <a:latin typeface="Source Sans Pro" panose="020B0503030403020204" pitchFamily="34" charset="0"/>
              </a:rPr>
              <a:t>As per Object-Oriented Programming (OOPs), an object entity has various attributes associated with it. Usually, there are multiple objects present inside an object-oriented system where each object can be associated with any other object inside the system. Collaboration Diagrams are used to explore the architecture of objects inside the system. The message flow between the objects can be represented using a collaboration diagram.</a:t>
            </a:r>
            <a:endParaRPr lang="en-GB" b="0" i="0" dirty="0">
              <a:solidFill>
                <a:srgbClr val="222222"/>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31E3EFC5-A023-DDC6-22F6-9E12B47AA866}"/>
              </a:ext>
            </a:extLst>
          </p:cNvPr>
          <p:cNvSpPr txBox="1"/>
          <p:nvPr/>
        </p:nvSpPr>
        <p:spPr>
          <a:xfrm>
            <a:off x="742950" y="3107264"/>
            <a:ext cx="11007090" cy="3416320"/>
          </a:xfrm>
          <a:prstGeom prst="rect">
            <a:avLst/>
          </a:prstGeom>
          <a:noFill/>
        </p:spPr>
        <p:txBody>
          <a:bodyPr wrap="square">
            <a:spAutoFit/>
          </a:bodyPr>
          <a:lstStyle/>
          <a:p>
            <a:pPr algn="l"/>
            <a:r>
              <a:rPr lang="en-GB" b="1" i="0">
                <a:solidFill>
                  <a:srgbClr val="222222"/>
                </a:solidFill>
                <a:effectLst/>
                <a:latin typeface="Source Sans Pro" panose="020B0503030403020204" pitchFamily="34" charset="0"/>
              </a:rPr>
              <a:t>Benefits of Collaboration Diagram</a:t>
            </a:r>
          </a:p>
          <a:p>
            <a:pPr algn="l">
              <a:buFont typeface="Arial" panose="020B0604020202020204" pitchFamily="34" charset="0"/>
              <a:buChar char="•"/>
            </a:pPr>
            <a:r>
              <a:rPr lang="en-GB" b="0" i="0">
                <a:solidFill>
                  <a:srgbClr val="222222"/>
                </a:solidFill>
                <a:effectLst/>
                <a:latin typeface="Source Sans Pro" panose="020B0503030403020204" pitchFamily="34" charset="0"/>
              </a:rPr>
              <a:t>It is also called as a communication diagram.</a:t>
            </a:r>
          </a:p>
          <a:p>
            <a:pPr algn="l">
              <a:buFont typeface="Arial" panose="020B0604020202020204" pitchFamily="34" charset="0"/>
              <a:buChar char="•"/>
            </a:pPr>
            <a:r>
              <a:rPr lang="en-GB" b="0" i="0">
                <a:solidFill>
                  <a:srgbClr val="222222"/>
                </a:solidFill>
                <a:effectLst/>
                <a:latin typeface="Source Sans Pro" panose="020B0503030403020204" pitchFamily="34" charset="0"/>
              </a:rPr>
              <a:t>It emphasizes the structural aspects of an interaction diagram – how lifeline connects.</a:t>
            </a:r>
          </a:p>
          <a:p>
            <a:pPr algn="l">
              <a:buFont typeface="Arial" panose="020B0604020202020204" pitchFamily="34" charset="0"/>
              <a:buChar char="•"/>
            </a:pPr>
            <a:r>
              <a:rPr lang="en-GB" b="0" i="0">
                <a:solidFill>
                  <a:srgbClr val="222222"/>
                </a:solidFill>
                <a:effectLst/>
                <a:latin typeface="Source Sans Pro" panose="020B0503030403020204" pitchFamily="34" charset="0"/>
              </a:rPr>
              <a:t>Its syntax is similar to that of sequence diagram except that lifeline don’t have tails.</a:t>
            </a:r>
          </a:p>
          <a:p>
            <a:pPr algn="l">
              <a:buFont typeface="Arial" panose="020B0604020202020204" pitchFamily="34" charset="0"/>
              <a:buChar char="•"/>
            </a:pPr>
            <a:r>
              <a:rPr lang="en-GB" b="0" i="0">
                <a:solidFill>
                  <a:srgbClr val="222222"/>
                </a:solidFill>
                <a:effectLst/>
                <a:latin typeface="Source Sans Pro" panose="020B0503030403020204" pitchFamily="34" charset="0"/>
              </a:rPr>
              <a:t>Messages passed over sequencing is indicated by numbering each message hierarchically.</a:t>
            </a:r>
          </a:p>
          <a:p>
            <a:pPr algn="l">
              <a:buFont typeface="Arial" panose="020B0604020202020204" pitchFamily="34" charset="0"/>
              <a:buChar char="•"/>
            </a:pPr>
            <a:r>
              <a:rPr lang="en-GB" b="0" i="0">
                <a:solidFill>
                  <a:srgbClr val="222222"/>
                </a:solidFill>
                <a:effectLst/>
                <a:latin typeface="Source Sans Pro" panose="020B0503030403020204" pitchFamily="34" charset="0"/>
              </a:rPr>
              <a:t>Compared to the sequence diagram communication diagram is semantically weak.</a:t>
            </a:r>
          </a:p>
          <a:p>
            <a:pPr algn="l">
              <a:buFont typeface="Arial" panose="020B0604020202020204" pitchFamily="34" charset="0"/>
              <a:buChar char="•"/>
            </a:pPr>
            <a:r>
              <a:rPr lang="en-GB" b="0" i="0">
                <a:solidFill>
                  <a:srgbClr val="222222"/>
                </a:solidFill>
                <a:effectLst/>
                <a:latin typeface="Source Sans Pro" panose="020B0503030403020204" pitchFamily="34" charset="0"/>
              </a:rPr>
              <a:t>Object diagrams are special case of communication diagram.</a:t>
            </a:r>
          </a:p>
          <a:p>
            <a:pPr algn="l">
              <a:buFont typeface="Arial" panose="020B0604020202020204" pitchFamily="34" charset="0"/>
              <a:buChar char="•"/>
            </a:pPr>
            <a:r>
              <a:rPr lang="en-GB" b="0" i="0">
                <a:solidFill>
                  <a:srgbClr val="222222"/>
                </a:solidFill>
                <a:effectLst/>
                <a:latin typeface="Source Sans Pro" panose="020B0503030403020204" pitchFamily="34" charset="0"/>
              </a:rPr>
              <a:t>It allows you to focus on the elements rather than focusing on the message flow as described in the sequence diagram.</a:t>
            </a:r>
          </a:p>
          <a:p>
            <a:pPr algn="l">
              <a:buFont typeface="Arial" panose="020B0604020202020204" pitchFamily="34" charset="0"/>
              <a:buChar char="•"/>
            </a:pPr>
            <a:r>
              <a:rPr lang="en-GB" b="0" i="0">
                <a:solidFill>
                  <a:srgbClr val="222222"/>
                </a:solidFill>
                <a:effectLst/>
                <a:latin typeface="Source Sans Pro" panose="020B0503030403020204" pitchFamily="34" charset="0"/>
              </a:rPr>
              <a:t>Sequence diagrams can be easily converted into a collaboration diagram as collaboration diagrams are not very expressive.</a:t>
            </a:r>
          </a:p>
          <a:p>
            <a:pPr algn="l">
              <a:buFont typeface="Arial" panose="020B0604020202020204" pitchFamily="34" charset="0"/>
              <a:buChar char="•"/>
            </a:pPr>
            <a:r>
              <a:rPr lang="en-GB" b="0" i="0">
                <a:solidFill>
                  <a:srgbClr val="222222"/>
                </a:solidFill>
                <a:effectLst/>
                <a:latin typeface="Source Sans Pro" panose="020B0503030403020204" pitchFamily="34" charset="0"/>
              </a:rPr>
              <a:t>While modeling collaboration diagrams w.r.t sequence diagrams, some information may be lost.</a:t>
            </a:r>
            <a:endParaRPr lang="en-GB" b="0" i="0" dirty="0">
              <a:solidFill>
                <a:srgbClr val="222222"/>
              </a:solidFill>
              <a:effectLst/>
              <a:latin typeface="Source Sans Pro" panose="020B0503030403020204" pitchFamily="34" charset="0"/>
            </a:endParaRPr>
          </a:p>
        </p:txBody>
      </p:sp>
    </p:spTree>
    <p:extLst>
      <p:ext uri="{BB962C8B-B14F-4D97-AF65-F5344CB8AC3E}">
        <p14:creationId xmlns:p14="http://schemas.microsoft.com/office/powerpoint/2010/main" val="3234608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7" name="Rectangle 4106">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Collaboration Diagram Notations">
            <a:extLst>
              <a:ext uri="{FF2B5EF4-FFF2-40B4-BE49-F238E27FC236}">
                <a16:creationId xmlns:a16="http://schemas.microsoft.com/office/drawing/2014/main" id="{1DC5C3B9-EC96-1650-A843-F5E5CCCCFDD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595658" y="457200"/>
            <a:ext cx="9000683" cy="594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8668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26647DB-3412-0F42-100A-C6A08BF80DD9}"/>
              </a:ext>
            </a:extLst>
          </p:cNvPr>
          <p:cNvSpPr txBox="1"/>
          <p:nvPr/>
        </p:nvSpPr>
        <p:spPr>
          <a:xfrm>
            <a:off x="468630" y="480060"/>
            <a:ext cx="11407140" cy="2862322"/>
          </a:xfrm>
          <a:prstGeom prst="rect">
            <a:avLst/>
          </a:prstGeom>
          <a:noFill/>
        </p:spPr>
        <p:txBody>
          <a:bodyPr wrap="square">
            <a:spAutoFit/>
          </a:bodyPr>
          <a:lstStyle/>
          <a:p>
            <a:pPr algn="l"/>
            <a:r>
              <a:rPr lang="en-GB" b="0" i="0">
                <a:solidFill>
                  <a:srgbClr val="222222"/>
                </a:solidFill>
                <a:effectLst/>
                <a:latin typeface="Source Sans Pro" panose="020B0503030403020204" pitchFamily="34" charset="0"/>
              </a:rPr>
              <a:t>The above collaboration diagram notation contains lifelines along with connectors, self-loops, forward, and reverse messages used in a collaboration diagram.</a:t>
            </a:r>
          </a:p>
          <a:p>
            <a:pPr algn="l"/>
            <a:endParaRPr lang="en-GB" b="0" i="0">
              <a:solidFill>
                <a:srgbClr val="222222"/>
              </a:solidFill>
              <a:effectLst/>
              <a:latin typeface="Source Sans Pro" panose="020B0503030403020204" pitchFamily="34" charset="0"/>
            </a:endParaRPr>
          </a:p>
          <a:p>
            <a:pPr algn="l"/>
            <a:r>
              <a:rPr lang="en-GB" b="1" i="0">
                <a:solidFill>
                  <a:srgbClr val="222222"/>
                </a:solidFill>
                <a:effectLst/>
                <a:latin typeface="Source Sans Pro" panose="020B0503030403020204" pitchFamily="34" charset="0"/>
              </a:rPr>
              <a:t>Drawbacks of a Collaboration Diagram</a:t>
            </a:r>
          </a:p>
          <a:p>
            <a:pPr algn="l">
              <a:buFont typeface="Arial" panose="020B0604020202020204" pitchFamily="34" charset="0"/>
              <a:buChar char="•"/>
            </a:pPr>
            <a:r>
              <a:rPr lang="en-GB" b="0" i="0">
                <a:solidFill>
                  <a:srgbClr val="222222"/>
                </a:solidFill>
                <a:effectLst/>
                <a:latin typeface="Source Sans Pro" panose="020B0503030403020204" pitchFamily="34" charset="0"/>
              </a:rPr>
              <a:t>Collaboration diagrams can become complex when too many objects are present within the system.</a:t>
            </a:r>
          </a:p>
          <a:p>
            <a:pPr algn="l">
              <a:buFont typeface="Arial" panose="020B0604020202020204" pitchFamily="34" charset="0"/>
              <a:buChar char="•"/>
            </a:pPr>
            <a:r>
              <a:rPr lang="en-GB" b="0" i="0">
                <a:solidFill>
                  <a:srgbClr val="222222"/>
                </a:solidFill>
                <a:effectLst/>
                <a:latin typeface="Source Sans Pro" panose="020B0503030403020204" pitchFamily="34" charset="0"/>
              </a:rPr>
              <a:t>It is hard to explore each object inside the system.</a:t>
            </a:r>
          </a:p>
          <a:p>
            <a:pPr algn="l">
              <a:buFont typeface="Arial" panose="020B0604020202020204" pitchFamily="34" charset="0"/>
              <a:buChar char="•"/>
            </a:pPr>
            <a:r>
              <a:rPr lang="en-GB" b="0" i="0">
                <a:solidFill>
                  <a:srgbClr val="222222"/>
                </a:solidFill>
                <a:effectLst/>
                <a:latin typeface="Source Sans Pro" panose="020B0503030403020204" pitchFamily="34" charset="0"/>
              </a:rPr>
              <a:t>Collaboration diagrams are time consuming.</a:t>
            </a:r>
          </a:p>
          <a:p>
            <a:pPr algn="l">
              <a:buFont typeface="Arial" panose="020B0604020202020204" pitchFamily="34" charset="0"/>
              <a:buChar char="•"/>
            </a:pPr>
            <a:r>
              <a:rPr lang="en-GB" b="0" i="0">
                <a:solidFill>
                  <a:srgbClr val="222222"/>
                </a:solidFill>
                <a:effectLst/>
                <a:latin typeface="Source Sans Pro" panose="020B0503030403020204" pitchFamily="34" charset="0"/>
              </a:rPr>
              <a:t>The object is destroyed after the termination of a program.</a:t>
            </a:r>
          </a:p>
          <a:p>
            <a:pPr algn="l">
              <a:buFont typeface="Arial" panose="020B0604020202020204" pitchFamily="34" charset="0"/>
              <a:buChar char="•"/>
            </a:pPr>
            <a:r>
              <a:rPr lang="en-GB" b="0" i="0">
                <a:solidFill>
                  <a:srgbClr val="222222"/>
                </a:solidFill>
                <a:effectLst/>
                <a:latin typeface="Source Sans Pro" panose="020B0503030403020204" pitchFamily="34" charset="0"/>
              </a:rPr>
              <a:t>The state of an object changes momentarily, which makes it difficult to keep track of every single change the occurs within an object of a system.</a:t>
            </a:r>
            <a:endParaRPr lang="en-GB" b="0" i="0" dirty="0">
              <a:solidFill>
                <a:srgbClr val="222222"/>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9EA6B9B9-DE5E-F4E7-1BD5-9A67DEDC3AC2}"/>
              </a:ext>
            </a:extLst>
          </p:cNvPr>
          <p:cNvSpPr txBox="1"/>
          <p:nvPr/>
        </p:nvSpPr>
        <p:spPr>
          <a:xfrm>
            <a:off x="468630" y="3515619"/>
            <a:ext cx="2148840" cy="2308324"/>
          </a:xfrm>
          <a:prstGeom prst="rect">
            <a:avLst/>
          </a:prstGeom>
          <a:noFill/>
        </p:spPr>
        <p:txBody>
          <a:bodyPr wrap="square">
            <a:spAutoFit/>
          </a:bodyPr>
          <a:lstStyle/>
          <a:p>
            <a:pPr algn="l"/>
            <a:r>
              <a:rPr lang="en-GB" b="1" i="0">
                <a:solidFill>
                  <a:srgbClr val="222222"/>
                </a:solidFill>
                <a:effectLst/>
                <a:latin typeface="Source Sans Pro" panose="020B0503030403020204" pitchFamily="34" charset="0"/>
              </a:rPr>
              <a:t>Collaboration diagram Example</a:t>
            </a:r>
          </a:p>
          <a:p>
            <a:pPr algn="l"/>
            <a:r>
              <a:rPr lang="en-GB" b="0" i="0">
                <a:solidFill>
                  <a:srgbClr val="222222"/>
                </a:solidFill>
                <a:effectLst/>
                <a:latin typeface="Source Sans Pro" panose="020B0503030403020204" pitchFamily="34" charset="0"/>
              </a:rPr>
              <a:t>Following diagram represents the sequencing over student management system:</a:t>
            </a:r>
            <a:endParaRPr lang="en-GB" b="0" i="0" dirty="0">
              <a:solidFill>
                <a:srgbClr val="222222"/>
              </a:solidFill>
              <a:effectLst/>
              <a:latin typeface="Source Sans Pro" panose="020B0503030403020204" pitchFamily="34" charset="0"/>
            </a:endParaRPr>
          </a:p>
        </p:txBody>
      </p:sp>
      <p:pic>
        <p:nvPicPr>
          <p:cNvPr id="5122" name="Picture 2" descr="Collaboration Diagram">
            <a:extLst>
              <a:ext uri="{FF2B5EF4-FFF2-40B4-BE49-F238E27FC236}">
                <a16:creationId xmlns:a16="http://schemas.microsoft.com/office/drawing/2014/main" id="{D9EFD3D1-82AE-5C35-99F4-FC63B5E21D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1830" y="3342382"/>
            <a:ext cx="8126730" cy="3314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1435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9C176CA-E1C8-D9E6-245A-66A3EE10F9ED}"/>
              </a:ext>
            </a:extLst>
          </p:cNvPr>
          <p:cNvSpPr txBox="1"/>
          <p:nvPr/>
        </p:nvSpPr>
        <p:spPr>
          <a:xfrm>
            <a:off x="568642" y="400318"/>
            <a:ext cx="11158537" cy="1477328"/>
          </a:xfrm>
          <a:prstGeom prst="rect">
            <a:avLst/>
          </a:prstGeom>
          <a:noFill/>
        </p:spPr>
        <p:txBody>
          <a:bodyPr wrap="square">
            <a:spAutoFit/>
          </a:bodyPr>
          <a:lstStyle/>
          <a:p>
            <a:pPr algn="l"/>
            <a:r>
              <a:rPr lang="en-GB" b="1" i="0">
                <a:solidFill>
                  <a:srgbClr val="222222"/>
                </a:solidFill>
                <a:effectLst/>
                <a:latin typeface="Source Sans Pro" panose="020B0503030403020204" pitchFamily="34" charset="0"/>
              </a:rPr>
              <a:t>What is Timing Diagram?</a:t>
            </a:r>
          </a:p>
          <a:p>
            <a:pPr algn="l"/>
            <a:r>
              <a:rPr lang="en-GB" b="1" i="0">
                <a:solidFill>
                  <a:srgbClr val="222222"/>
                </a:solidFill>
                <a:effectLst/>
                <a:latin typeface="Source Sans Pro" panose="020B0503030403020204" pitchFamily="34" charset="0"/>
              </a:rPr>
              <a:t>Timing Diagram</a:t>
            </a:r>
            <a:r>
              <a:rPr lang="en-GB" b="0" i="0">
                <a:solidFill>
                  <a:srgbClr val="222222"/>
                </a:solidFill>
                <a:effectLst/>
                <a:latin typeface="Source Sans Pro" panose="020B0503030403020204" pitchFamily="34" charset="0"/>
              </a:rPr>
              <a:t> is a waveform or a graph that is used to describe the state of a lifeline at any instance of time. It is used to denote the transformation of an object from one form into another form. Timing diagram does not contain notations as required in the sequence and collaboration diagram. The flow between the software program at various instances of time is represented using a waveform.</a:t>
            </a:r>
            <a:endParaRPr lang="en-GB" b="0" i="0" dirty="0">
              <a:solidFill>
                <a:srgbClr val="222222"/>
              </a:solidFill>
              <a:effectLst/>
              <a:latin typeface="Source Sans Pro" panose="020B0503030403020204" pitchFamily="34" charset="0"/>
            </a:endParaRPr>
          </a:p>
        </p:txBody>
      </p:sp>
      <p:sp>
        <p:nvSpPr>
          <p:cNvPr id="7" name="TextBox 6">
            <a:extLst>
              <a:ext uri="{FF2B5EF4-FFF2-40B4-BE49-F238E27FC236}">
                <a16:creationId xmlns:a16="http://schemas.microsoft.com/office/drawing/2014/main" id="{3F5CDA4A-2D20-2C6E-7521-99D47F5D4CFB}"/>
              </a:ext>
            </a:extLst>
          </p:cNvPr>
          <p:cNvSpPr txBox="1"/>
          <p:nvPr/>
        </p:nvSpPr>
        <p:spPr>
          <a:xfrm>
            <a:off x="385763" y="2018645"/>
            <a:ext cx="3100387" cy="1477328"/>
          </a:xfrm>
          <a:prstGeom prst="rect">
            <a:avLst/>
          </a:prstGeom>
          <a:noFill/>
        </p:spPr>
        <p:txBody>
          <a:bodyPr wrap="square">
            <a:spAutoFit/>
          </a:bodyPr>
          <a:lstStyle/>
          <a:p>
            <a:pPr algn="l"/>
            <a:r>
              <a:rPr lang="en-GB" b="1" i="0">
                <a:solidFill>
                  <a:srgbClr val="222222"/>
                </a:solidFill>
                <a:effectLst/>
                <a:latin typeface="Source Sans Pro" panose="020B0503030403020204" pitchFamily="34" charset="0"/>
              </a:rPr>
              <a:t>Timing diagram Example</a:t>
            </a:r>
          </a:p>
          <a:p>
            <a:pPr algn="l"/>
            <a:r>
              <a:rPr lang="en-GB" b="0" i="0">
                <a:solidFill>
                  <a:srgbClr val="222222"/>
                </a:solidFill>
                <a:effectLst/>
                <a:latin typeface="Source Sans Pro" panose="020B0503030403020204" pitchFamily="34" charset="0"/>
              </a:rPr>
              <a:t>The timing diagram given below represents a few phases of a </a:t>
            </a:r>
            <a:r>
              <a:rPr lang="en-GB" b="0" i="0" u="none" strike="noStrike">
                <a:solidFill>
                  <a:srgbClr val="222222"/>
                </a:solidFill>
                <a:effectLst/>
                <a:latin typeface="Source Sans Pro" panose="020B0503030403020204" pitchFamily="34" charset="0"/>
                <a:hlinkClick r:id="rId2"/>
              </a:rPr>
              <a:t>software development life cycle</a:t>
            </a:r>
            <a:r>
              <a:rPr lang="en-GB" b="0" i="0">
                <a:solidFill>
                  <a:srgbClr val="222222"/>
                </a:solidFill>
                <a:effectLst/>
                <a:latin typeface="Source Sans Pro" panose="020B0503030403020204" pitchFamily="34" charset="0"/>
              </a:rPr>
              <a:t>.</a:t>
            </a:r>
            <a:endParaRPr lang="en-GB" b="0" i="0" dirty="0">
              <a:solidFill>
                <a:srgbClr val="222222"/>
              </a:solidFill>
              <a:effectLst/>
              <a:latin typeface="Source Sans Pro" panose="020B0503030403020204" pitchFamily="34" charset="0"/>
            </a:endParaRPr>
          </a:p>
        </p:txBody>
      </p:sp>
      <p:pic>
        <p:nvPicPr>
          <p:cNvPr id="6146" name="Picture 2" descr="Timing Diagram">
            <a:extLst>
              <a:ext uri="{FF2B5EF4-FFF2-40B4-BE49-F238E27FC236}">
                <a16:creationId xmlns:a16="http://schemas.microsoft.com/office/drawing/2014/main" id="{95305E01-B3ED-DA0B-C16A-C2134B6D7E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62374" y="1877645"/>
            <a:ext cx="7860983" cy="47231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8612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52A0FDD-9E2B-BFCF-6BCC-37AB2F7DADD0}"/>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400" b="1" i="0">
                <a:effectLst/>
              </a:rPr>
              <a:t>How to draw a Interaction diagram?</a:t>
            </a:r>
          </a:p>
          <a:p>
            <a:pPr indent="-228600">
              <a:lnSpc>
                <a:spcPct val="90000"/>
              </a:lnSpc>
              <a:spcAft>
                <a:spcPts val="600"/>
              </a:spcAft>
              <a:buFont typeface="Arial" panose="020B0604020202020204" pitchFamily="34" charset="0"/>
              <a:buChar char="•"/>
            </a:pPr>
            <a:r>
              <a:rPr lang="en-US" sz="1400" b="0" i="0">
                <a:effectLst/>
              </a:rPr>
              <a:t>Interaction diagrams are used to represent the interactive behavior of a system. Interaction diagrams focus on the dynamic behavior of a system. An interaction diagram provides us the context of an interaction between one or more lifelines in the system.</a:t>
            </a:r>
          </a:p>
          <a:p>
            <a:pPr indent="-228600">
              <a:lnSpc>
                <a:spcPct val="90000"/>
              </a:lnSpc>
              <a:spcAft>
                <a:spcPts val="600"/>
              </a:spcAft>
              <a:buFont typeface="Arial" panose="020B0604020202020204" pitchFamily="34" charset="0"/>
              <a:buChar char="•"/>
            </a:pPr>
            <a:endParaRPr lang="en-US" sz="1400" b="0" i="0">
              <a:effectLst/>
            </a:endParaRPr>
          </a:p>
          <a:p>
            <a:pPr indent="-228600">
              <a:lnSpc>
                <a:spcPct val="90000"/>
              </a:lnSpc>
              <a:spcAft>
                <a:spcPts val="600"/>
              </a:spcAft>
              <a:buFont typeface="Arial" panose="020B0604020202020204" pitchFamily="34" charset="0"/>
              <a:buChar char="•"/>
            </a:pPr>
            <a:r>
              <a:rPr lang="en-US" sz="1400" b="0" i="0">
                <a:effectLst/>
              </a:rPr>
              <a:t>To draw an interaction diagram, you have first to determine the scenario for which you have to draw an interaction diagram. After deciding the situation, identify various lifelines that are going to be involved in the interaction. Categorize all the lifeline elements and explore them to identify possible connections and how the lifelines are related to one another. To draw an interaction diagram, the following things are required:</a:t>
            </a:r>
          </a:p>
          <a:p>
            <a:pPr indent="-228600">
              <a:lnSpc>
                <a:spcPct val="90000"/>
              </a:lnSpc>
              <a:spcAft>
                <a:spcPts val="600"/>
              </a:spcAft>
              <a:buFont typeface="Arial" panose="020B0604020202020204" pitchFamily="34" charset="0"/>
              <a:buChar char="•"/>
            </a:pPr>
            <a:endParaRPr lang="en-US" sz="1400" b="0" i="0">
              <a:effectLst/>
            </a:endParaRPr>
          </a:p>
          <a:p>
            <a:pPr indent="-228600">
              <a:lnSpc>
                <a:spcPct val="90000"/>
              </a:lnSpc>
              <a:spcAft>
                <a:spcPts val="600"/>
              </a:spcAft>
              <a:buFont typeface="Arial" panose="020B0604020202020204" pitchFamily="34" charset="0"/>
              <a:buChar char="•"/>
            </a:pPr>
            <a:r>
              <a:rPr lang="en-US" sz="1400" b="0" i="0">
                <a:effectLst/>
              </a:rPr>
              <a:t>The total number of lifelines that are going to be part of an interaction</a:t>
            </a:r>
          </a:p>
          <a:p>
            <a:pPr indent="-228600">
              <a:lnSpc>
                <a:spcPct val="90000"/>
              </a:lnSpc>
              <a:spcAft>
                <a:spcPts val="600"/>
              </a:spcAft>
              <a:buFont typeface="Arial" panose="020B0604020202020204" pitchFamily="34" charset="0"/>
              <a:buChar char="•"/>
            </a:pPr>
            <a:r>
              <a:rPr lang="en-US" sz="1400" b="0" i="0">
                <a:effectLst/>
              </a:rPr>
              <a:t>is a sequence of message flow within various objects of a system.</a:t>
            </a:r>
          </a:p>
          <a:p>
            <a:pPr indent="-228600">
              <a:lnSpc>
                <a:spcPct val="90000"/>
              </a:lnSpc>
              <a:spcAft>
                <a:spcPts val="600"/>
              </a:spcAft>
              <a:buFont typeface="Arial" panose="020B0604020202020204" pitchFamily="34" charset="0"/>
              <a:buChar char="•"/>
            </a:pPr>
            <a:r>
              <a:rPr lang="en-US" sz="1400" b="0" i="0">
                <a:effectLst/>
              </a:rPr>
              <a:t>Various operators to ease the functionality of an interaction diagram.</a:t>
            </a:r>
          </a:p>
          <a:p>
            <a:pPr indent="-228600">
              <a:lnSpc>
                <a:spcPct val="90000"/>
              </a:lnSpc>
              <a:spcAft>
                <a:spcPts val="600"/>
              </a:spcAft>
              <a:buFont typeface="Arial" panose="020B0604020202020204" pitchFamily="34" charset="0"/>
              <a:buChar char="•"/>
            </a:pPr>
            <a:r>
              <a:rPr lang="en-US" sz="1400" b="0" i="0">
                <a:effectLst/>
              </a:rPr>
              <a:t>Various types of messages to display the interaction more clearly and in a precise manner.</a:t>
            </a:r>
          </a:p>
          <a:p>
            <a:pPr indent="-228600">
              <a:lnSpc>
                <a:spcPct val="90000"/>
              </a:lnSpc>
              <a:spcAft>
                <a:spcPts val="600"/>
              </a:spcAft>
              <a:buFont typeface="Arial" panose="020B0604020202020204" pitchFamily="34" charset="0"/>
              <a:buChar char="•"/>
            </a:pPr>
            <a:r>
              <a:rPr lang="en-US" sz="1400" b="0" i="0">
                <a:effectLst/>
              </a:rPr>
              <a:t>The ordered sequence of messages.</a:t>
            </a:r>
          </a:p>
          <a:p>
            <a:pPr indent="-228600">
              <a:lnSpc>
                <a:spcPct val="90000"/>
              </a:lnSpc>
              <a:spcAft>
                <a:spcPts val="600"/>
              </a:spcAft>
              <a:buFont typeface="Arial" panose="020B0604020202020204" pitchFamily="34" charset="0"/>
              <a:buChar char="•"/>
            </a:pPr>
            <a:r>
              <a:rPr lang="en-US" sz="1400" b="0" i="0">
                <a:effectLst/>
              </a:rPr>
              <a:t>Organization and a structure of an object.</a:t>
            </a:r>
          </a:p>
          <a:p>
            <a:pPr indent="-228600">
              <a:lnSpc>
                <a:spcPct val="90000"/>
              </a:lnSpc>
              <a:spcAft>
                <a:spcPts val="600"/>
              </a:spcAft>
              <a:buFont typeface="Arial" panose="020B0604020202020204" pitchFamily="34" charset="0"/>
              <a:buChar char="•"/>
            </a:pPr>
            <a:r>
              <a:rPr lang="en-US" sz="1400" b="0" i="0">
                <a:effectLst/>
              </a:rPr>
              <a:t>Various time constructs of an object.</a:t>
            </a:r>
          </a:p>
        </p:txBody>
      </p:sp>
    </p:spTree>
    <p:extLst>
      <p:ext uri="{BB962C8B-B14F-4D97-AF65-F5344CB8AC3E}">
        <p14:creationId xmlns:p14="http://schemas.microsoft.com/office/powerpoint/2010/main" val="376901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687800C-2118-D7CA-A0A5-771443390D58}"/>
              </a:ext>
            </a:extLst>
          </p:cNvPr>
          <p:cNvSpPr txBox="1"/>
          <p:nvPr/>
        </p:nvSpPr>
        <p:spPr>
          <a:xfrm>
            <a:off x="4810259" y="649480"/>
            <a:ext cx="6555347"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600" b="1" i="0">
                <a:effectLst/>
              </a:rPr>
              <a:t>Use of an interaction diagram</a:t>
            </a:r>
          </a:p>
          <a:p>
            <a:pPr indent="-228600">
              <a:lnSpc>
                <a:spcPct val="90000"/>
              </a:lnSpc>
              <a:spcAft>
                <a:spcPts val="600"/>
              </a:spcAft>
              <a:buFont typeface="Arial" panose="020B0604020202020204" pitchFamily="34" charset="0"/>
              <a:buChar char="•"/>
            </a:pPr>
            <a:r>
              <a:rPr lang="en-US" sz="1600" b="0" i="0">
                <a:effectLst/>
              </a:rPr>
              <a:t>Interaction diagrams consist of a sequence diagram, collaboration diagram, and timing diagrams. Following is the specific purpose of an interaction diagram:</a:t>
            </a:r>
          </a:p>
          <a:p>
            <a:pPr indent="-228600">
              <a:lnSpc>
                <a:spcPct val="90000"/>
              </a:lnSpc>
              <a:spcAft>
                <a:spcPts val="600"/>
              </a:spcAft>
              <a:buFont typeface="Arial" panose="020B0604020202020204" pitchFamily="34" charset="0"/>
              <a:buChar char="•"/>
            </a:pPr>
            <a:endParaRPr lang="en-US" sz="1600" b="0" i="0">
              <a:effectLst/>
            </a:endParaRPr>
          </a:p>
          <a:p>
            <a:pPr indent="-228600">
              <a:lnSpc>
                <a:spcPct val="90000"/>
              </a:lnSpc>
              <a:spcAft>
                <a:spcPts val="600"/>
              </a:spcAft>
              <a:buFont typeface="Arial" panose="020B0604020202020204" pitchFamily="34" charset="0"/>
              <a:buChar char="•"/>
            </a:pPr>
            <a:r>
              <a:rPr lang="en-US" sz="1600" b="0" i="0">
                <a:effectLst/>
              </a:rPr>
              <a:t>Sequence diagrams are used to explore any real application or a system.</a:t>
            </a:r>
          </a:p>
          <a:p>
            <a:pPr indent="-228600">
              <a:lnSpc>
                <a:spcPct val="90000"/>
              </a:lnSpc>
              <a:spcAft>
                <a:spcPts val="600"/>
              </a:spcAft>
              <a:buFont typeface="Arial" panose="020B0604020202020204" pitchFamily="34" charset="0"/>
              <a:buChar char="•"/>
            </a:pPr>
            <a:r>
              <a:rPr lang="en-US" sz="1600" b="0" i="0">
                <a:effectLst/>
              </a:rPr>
              <a:t>Interaction diagrams are used to explore and compare the use of sequence, collaborations, and timing diagrams.</a:t>
            </a:r>
          </a:p>
          <a:p>
            <a:pPr indent="-228600">
              <a:lnSpc>
                <a:spcPct val="90000"/>
              </a:lnSpc>
              <a:spcAft>
                <a:spcPts val="600"/>
              </a:spcAft>
              <a:buFont typeface="Arial" panose="020B0604020202020204" pitchFamily="34" charset="0"/>
              <a:buChar char="•"/>
            </a:pPr>
            <a:r>
              <a:rPr lang="en-US" sz="1600" b="0" i="0">
                <a:effectLst/>
              </a:rPr>
              <a:t>Interaction diagrams are used to capture the behavior of a system. It displays the dynamic structure of a system.</a:t>
            </a:r>
          </a:p>
          <a:p>
            <a:pPr indent="-228600">
              <a:lnSpc>
                <a:spcPct val="90000"/>
              </a:lnSpc>
              <a:spcAft>
                <a:spcPts val="600"/>
              </a:spcAft>
              <a:buFont typeface="Arial" panose="020B0604020202020204" pitchFamily="34" charset="0"/>
              <a:buChar char="•"/>
            </a:pPr>
            <a:r>
              <a:rPr lang="en-US" sz="1600" b="0" i="0">
                <a:effectLst/>
              </a:rPr>
              <a:t>Sequence diagrams are used to represent message flow from one object to another object.</a:t>
            </a:r>
          </a:p>
          <a:p>
            <a:pPr indent="-228600">
              <a:lnSpc>
                <a:spcPct val="90000"/>
              </a:lnSpc>
              <a:spcAft>
                <a:spcPts val="600"/>
              </a:spcAft>
              <a:buFont typeface="Arial" panose="020B0604020202020204" pitchFamily="34" charset="0"/>
              <a:buChar char="•"/>
            </a:pPr>
            <a:r>
              <a:rPr lang="en-US" sz="1600" b="0" i="0">
                <a:effectLst/>
              </a:rPr>
              <a:t>Collaboration diagrams are used to understand the object architecture of a system rather than message flow.</a:t>
            </a:r>
          </a:p>
          <a:p>
            <a:pPr indent="-228600">
              <a:lnSpc>
                <a:spcPct val="90000"/>
              </a:lnSpc>
              <a:spcAft>
                <a:spcPts val="600"/>
              </a:spcAft>
              <a:buFont typeface="Arial" panose="020B0604020202020204" pitchFamily="34" charset="0"/>
              <a:buChar char="•"/>
            </a:pPr>
            <a:r>
              <a:rPr lang="en-US" sz="1600" b="0" i="0">
                <a:effectLst/>
              </a:rPr>
              <a:t>Interaction diagrams are used to model a system as a time-ordered sequence of events.</a:t>
            </a:r>
          </a:p>
          <a:p>
            <a:pPr indent="-228600">
              <a:lnSpc>
                <a:spcPct val="90000"/>
              </a:lnSpc>
              <a:spcAft>
                <a:spcPts val="600"/>
              </a:spcAft>
              <a:buFont typeface="Arial" panose="020B0604020202020204" pitchFamily="34" charset="0"/>
              <a:buChar char="•"/>
            </a:pPr>
            <a:r>
              <a:rPr lang="en-US" sz="1600" b="0" i="0">
                <a:effectLst/>
              </a:rPr>
              <a:t>Interaction diagrams are used in reverse as well as forward engineering.</a:t>
            </a:r>
          </a:p>
          <a:p>
            <a:pPr indent="-228600">
              <a:lnSpc>
                <a:spcPct val="90000"/>
              </a:lnSpc>
              <a:spcAft>
                <a:spcPts val="600"/>
              </a:spcAft>
              <a:buFont typeface="Arial" panose="020B0604020202020204" pitchFamily="34" charset="0"/>
              <a:buChar char="•"/>
            </a:pPr>
            <a:r>
              <a:rPr lang="en-US" sz="1600" b="0" i="0">
                <a:effectLst/>
              </a:rPr>
              <a:t>Interaction diagrams are used to organize the structure of interactive elements.</a:t>
            </a:r>
          </a:p>
        </p:txBody>
      </p:sp>
    </p:spTree>
    <p:extLst>
      <p:ext uri="{BB962C8B-B14F-4D97-AF65-F5344CB8AC3E}">
        <p14:creationId xmlns:p14="http://schemas.microsoft.com/office/powerpoint/2010/main" val="31957783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2204</Words>
  <Application>Microsoft Office PowerPoint</Application>
  <PresentationFormat>Widescreen</PresentationFormat>
  <Paragraphs>137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Aptos Display</vt:lpstr>
      <vt:lpstr>Arial</vt:lpstr>
      <vt:lpstr>Nunito</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 Peddarapu Ramakrishna Chowdary</dc:creator>
  <cp:lastModifiedBy>Mr Peddarapu Ramakrishna Chowdary</cp:lastModifiedBy>
  <cp:revision>8</cp:revision>
  <dcterms:created xsi:type="dcterms:W3CDTF">2024-03-29T14:59:24Z</dcterms:created>
  <dcterms:modified xsi:type="dcterms:W3CDTF">2024-03-29T15:50:35Z</dcterms:modified>
</cp:coreProperties>
</file>