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8" r:id="rId5"/>
    <p:sldId id="270" r:id="rId6"/>
    <p:sldId id="257" r:id="rId7"/>
    <p:sldId id="259" r:id="rId8"/>
    <p:sldId id="260" r:id="rId9"/>
    <p:sldId id="261" r:id="rId10"/>
    <p:sldId id="263" r:id="rId11"/>
    <p:sldId id="264" r:id="rId12"/>
    <p:sldId id="262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1190-0C2E-7B75-065F-D2D46C224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25339-A5B3-6F91-F246-C2A71070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B300E-D913-0E31-7754-84E86A97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E7DC0-7E19-1A49-6F8B-D507CBB9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97822-001B-36EB-1716-6F49E47A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61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CE6B-B0A4-7DCE-DEEB-BB564397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25A2-30D8-7B3B-EFA1-B65FBF6C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6D85-5FF8-8F4F-0D2C-DB4C80C0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F7A3-F126-55D1-F02B-39A0C944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52597-210D-158D-192E-86EF8CF8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80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25E7-4B57-B00B-9706-14261412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4DE83-3059-8222-133F-CE9D7F207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18E4D-5339-37C7-C2F8-72C1A0FD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FB0B6-7D9D-AE72-CA1F-5ED13D92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2B34A-1586-41F0-33DC-1E57683A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81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D7FA-D0F9-6931-35C1-C94D19F4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BE62-2E6D-3771-377E-89D2FC148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6654B-8A86-3532-F165-A307D6F5F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72D16-A39B-E91D-AAED-963A77B0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88982-69BF-BAFF-616B-9AF7E097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9E6F4-4CE7-0E54-F700-C49D8C52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83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74FF-C08F-22B7-6FCC-608D457A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BC206-6177-835E-6EDC-B8721719A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DEA24-5891-FD4E-B9E4-B53694FD7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839D8-46F8-F300-03D7-DBD813EC3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81169-CD11-9893-A07D-9C0A02F17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03682-E19F-C139-E40D-183F6B49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039EA-323E-6213-15F6-5083F000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58E9A-B72D-716F-2E9B-29CB036B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17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DDE1-DD3E-9F1C-E9E2-74C15390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59CB2-7359-B62C-EB43-543A865B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C5A81-E8C8-FAB1-FF92-E40F32EC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C6E16-019A-5B44-DCF8-B471E5D2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7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A268D-E022-4F42-0C12-29059F6A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6DB1B-307E-447B-0ABA-46CD945E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FC3DC-ACED-4386-56DA-A5B13CDF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1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4F4D-8366-7B32-69DA-CDE1F310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3D9DD-29A6-666A-83AA-EDCD93C65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14A5C-F8B0-B873-5A02-41FE1460B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F508A-59A0-7366-37DE-76A6661C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D72B2-C9EF-E148-8CEE-F5EEFD62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7CB7B-0DAA-E6FA-779F-B0DDBD31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1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C6BE-4288-F357-097B-8227B270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B1F3F-C793-6E17-E57A-03EA9F2D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E25F3-8DF8-5CE3-FC2D-2547A65F9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1851F-1DCC-572C-9976-CF1FC40F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B7F10-C4C6-D465-CC6E-A3B7E6FD4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9A1E0-70C8-C57D-0E7E-6BAE3073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2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865E-506F-0F5F-7C77-0EFB7D96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E821A-73A1-B42E-AF3A-18C397A2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DF86-7EA8-0C93-6F20-0F88B8AC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1AE5-92A7-5B9E-A071-2997D2D4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66CF-37CB-421F-17A2-38059941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21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BC6DA-2B63-7915-35C3-A3BCC200D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A3B50-310C-4130-CD48-33E7A837A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50E11-210B-E050-93FF-07BC1DDE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A144-A1D2-E028-EC54-6776DC22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9A3F-B469-9A67-DFF9-F1052F17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4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1E21D-D6EC-8431-B3DC-5301B092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95E9C-571B-1CC7-6F01-3D0A2EC1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A374E-A914-B75D-EB37-5620DCEC7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5E8F0-D030-4BA3-B196-2EAAE3BB8047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DA2AD-CD4C-61FB-2240-E29BD148F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8A25E-D8E5-43EA-8CFE-DAD3991E7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C33B9-E8D2-4ABC-8872-9446330F4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3D81-8F15-DA59-7D0A-8FDDBDC98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11D1A-2A64-C4A5-1E03-E6B6AF097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36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4AD54-6D39-6101-F4E4-341695EBAEE7}"/>
              </a:ext>
            </a:extLst>
          </p:cNvPr>
          <p:cNvSpPr txBox="1"/>
          <p:nvPr/>
        </p:nvSpPr>
        <p:spPr>
          <a:xfrm>
            <a:off x="2857500" y="754380"/>
            <a:ext cx="74866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000" dirty="0"/>
          </a:p>
          <a:p>
            <a:pPr algn="ctr"/>
            <a:endParaRPr lang="en-IN" sz="4000" dirty="0"/>
          </a:p>
          <a:p>
            <a:pPr algn="ctr"/>
            <a:endParaRPr lang="en-IN" sz="4000" dirty="0"/>
          </a:p>
          <a:p>
            <a:pPr algn="ctr"/>
            <a:endParaRPr lang="en-IN" sz="4000" dirty="0"/>
          </a:p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</a:p>
        </p:txBody>
      </p:sp>
    </p:spTree>
    <p:extLst>
      <p:ext uri="{BB962C8B-B14F-4D97-AF65-F5344CB8AC3E}">
        <p14:creationId xmlns:p14="http://schemas.microsoft.com/office/powerpoint/2010/main" val="248601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94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721A6-9373-92F4-F739-E98E62D29053}"/>
              </a:ext>
            </a:extLst>
          </p:cNvPr>
          <p:cNvSpPr txBox="1"/>
          <p:nvPr/>
        </p:nvSpPr>
        <p:spPr>
          <a:xfrm>
            <a:off x="868680" y="868680"/>
            <a:ext cx="86753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keyword in java is used to restrict the user. The java final keyword can be used in many context.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can be: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1.Variable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2.Method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3.Class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is a non-access modifier applicable only to a variable, a method or a class.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45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2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4F8B9A-A6E0-C07E-165B-1537C251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952500"/>
            <a:ext cx="7929562" cy="465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5D82AF-2E41-250D-1956-5EAE4B185D7B}"/>
              </a:ext>
            </a:extLst>
          </p:cNvPr>
          <p:cNvSpPr txBox="1"/>
          <p:nvPr/>
        </p:nvSpPr>
        <p:spPr>
          <a:xfrm>
            <a:off x="1257300" y="777240"/>
            <a:ext cx="101155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Variables –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variable is declared with final keyword, it’s value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be modified,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essentially, a constant.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also mean that you must initialize a final variable. It is good practice to represent final variables in all uppercase, using underscore to separate words.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initialize a final variable when it is declared. A final variable is called blank final variable, if it is not initialized while declaration.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ways in which you can initialize final variables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when you declare it.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in constructor.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in the instance initialization block (IIB)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01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EBC89-B71E-2193-098F-51CE688D0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653891"/>
            <a:ext cx="5314950" cy="2581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364B10-02F3-3599-44E2-488B7782BA46}"/>
              </a:ext>
            </a:extLst>
          </p:cNvPr>
          <p:cNvSpPr txBox="1"/>
          <p:nvPr/>
        </p:nvSpPr>
        <p:spPr>
          <a:xfrm>
            <a:off x="1668780" y="3622835"/>
            <a:ext cx="95326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final variable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make any variable as final, you cannot change the value of final variable(It will be constant).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final variable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final variable speed limit, we are going to change the value of this variable, but It can't be changed because final variable once assigned a value can never be changed.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74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9AA887-DA42-8C93-2ABE-C7DF511F8E1A}"/>
              </a:ext>
            </a:extLst>
          </p:cNvPr>
          <p:cNvSpPr txBox="1"/>
          <p:nvPr/>
        </p:nvSpPr>
        <p:spPr>
          <a:xfrm>
            <a:off x="1405890" y="1074420"/>
            <a:ext cx="87439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class Bike9{  </a:t>
            </a:r>
          </a:p>
          <a:p>
            <a:r>
              <a:rPr lang="en-IN" sz="2000" dirty="0"/>
              <a:t> final int </a:t>
            </a:r>
            <a:r>
              <a:rPr lang="en-IN" sz="2000" dirty="0" err="1"/>
              <a:t>speedlimit</a:t>
            </a:r>
            <a:r>
              <a:rPr lang="en-IN" sz="2000" dirty="0"/>
              <a:t>=90;//final variable  </a:t>
            </a:r>
          </a:p>
          <a:p>
            <a:r>
              <a:rPr lang="en-IN" sz="2000" dirty="0"/>
              <a:t> void run(){  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speedlimit</a:t>
            </a:r>
            <a:r>
              <a:rPr lang="en-IN" sz="2000" dirty="0"/>
              <a:t>=400;  </a:t>
            </a:r>
          </a:p>
          <a:p>
            <a:r>
              <a:rPr lang="en-IN" sz="2000" dirty="0"/>
              <a:t> }  </a:t>
            </a:r>
          </a:p>
          <a:p>
            <a:r>
              <a:rPr lang="en-IN" sz="2000" dirty="0"/>
              <a:t> 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[]){  </a:t>
            </a:r>
          </a:p>
          <a:p>
            <a:r>
              <a:rPr lang="en-IN" sz="2000" dirty="0"/>
              <a:t> Bike9 </a:t>
            </a:r>
            <a:r>
              <a:rPr lang="en-IN" sz="2000" dirty="0" err="1"/>
              <a:t>obj</a:t>
            </a:r>
            <a:r>
              <a:rPr lang="en-IN" sz="2000" dirty="0"/>
              <a:t>=new  Bike9();  </a:t>
            </a:r>
          </a:p>
          <a:p>
            <a:r>
              <a:rPr lang="en-IN" sz="2000" dirty="0"/>
              <a:t> </a:t>
            </a:r>
            <a:r>
              <a:rPr lang="en-IN" sz="2000" dirty="0" err="1"/>
              <a:t>obj.run</a:t>
            </a:r>
            <a:r>
              <a:rPr lang="en-IN" sz="2000" dirty="0"/>
              <a:t>();  </a:t>
            </a:r>
          </a:p>
          <a:p>
            <a:r>
              <a:rPr lang="en-IN" sz="2000" dirty="0"/>
              <a:t> }  </a:t>
            </a:r>
          </a:p>
          <a:p>
            <a:r>
              <a:rPr lang="en-IN" sz="2000" dirty="0"/>
              <a:t>}//end of class 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Output:</a:t>
            </a:r>
          </a:p>
          <a:p>
            <a:r>
              <a:rPr lang="en-IN" sz="2000" dirty="0"/>
              <a:t>Compile Time Error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is a final variable speed limit, we are going to change the value of this variable, but It can't be changed because final variable once assigned a value can never be changed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E29BC4-1A59-18A6-5839-2EA2F9166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9F9F9"/>
                </a:solidFill>
                <a:effectLst/>
                <a:latin typeface="Arial Unicode MS"/>
              </a:rPr>
              <a:t>Output:Compile Time Error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5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81985-D639-709B-B945-E9158FB45EC3}"/>
              </a:ext>
            </a:extLst>
          </p:cNvPr>
          <p:cNvSpPr txBox="1"/>
          <p:nvPr/>
        </p:nvSpPr>
        <p:spPr>
          <a:xfrm>
            <a:off x="1943100" y="1257300"/>
            <a:ext cx="867537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Normal variable and Final variable </a:t>
            </a:r>
            <a:r>
              <a:rPr lang="en-US" b="1" dirty="0"/>
              <a:t>–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difference between a normal variable and a final variable is that we can re-assign value to a normal variable but we cannot change the value of a final variable once assigned.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final variables must be used only for the values that we want to remain constant throughout the execution of program.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934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0C4C21-013A-FCFC-0D32-E6E801F539F9}"/>
              </a:ext>
            </a:extLst>
          </p:cNvPr>
          <p:cNvSpPr txBox="1"/>
          <p:nvPr/>
        </p:nvSpPr>
        <p:spPr>
          <a:xfrm>
            <a:off x="1691640" y="1028700"/>
            <a:ext cx="94754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Java final method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method is declared with final keyword, it is called a final method.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method cannot be overridden.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means even though a sub class can call the final method of parent class without any issues but it cannot override it.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declare methods with final keyword for which we required to follow the same implementation throughout all the derived classes.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5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A59BE-60FB-9147-1A06-B02E4099F5D2}"/>
              </a:ext>
            </a:extLst>
          </p:cNvPr>
          <p:cNvSpPr txBox="1"/>
          <p:nvPr/>
        </p:nvSpPr>
        <p:spPr>
          <a:xfrm>
            <a:off x="834390" y="1520190"/>
            <a:ext cx="69265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Bike{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final void run()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("running");}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Honda extends Bike{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run(){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 safely with 100kmph");}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static void main(String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Honda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honda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new Honda();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honda.run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</a:p>
        </p:txBody>
      </p:sp>
    </p:spTree>
    <p:extLst>
      <p:ext uri="{BB962C8B-B14F-4D97-AF65-F5344CB8AC3E}">
        <p14:creationId xmlns:p14="http://schemas.microsoft.com/office/powerpoint/2010/main" val="414399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6060B-B327-2194-9D3C-D4A7A607CFEC}"/>
              </a:ext>
            </a:extLst>
          </p:cNvPr>
          <p:cNvSpPr txBox="1"/>
          <p:nvPr/>
        </p:nvSpPr>
        <p:spPr>
          <a:xfrm>
            <a:off x="1851660" y="514350"/>
            <a:ext cx="92583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Classes –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class is declared with final keyword, it is called a final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final class cannot be extended(inherited).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reasons to make a class final –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is to prevent inheritance, as final classes cannot be extended.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immutable class (like the predefined String class). You can not make a class immutable without making it final.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01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DBA09D-01B2-FBD6-ABDC-4F012C4AB2C9}"/>
              </a:ext>
            </a:extLst>
          </p:cNvPr>
          <p:cNvSpPr txBox="1"/>
          <p:nvPr/>
        </p:nvSpPr>
        <p:spPr>
          <a:xfrm>
            <a:off x="1977390" y="902970"/>
            <a:ext cx="68237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Bike{}  </a:t>
            </a:r>
          </a:p>
          <a:p>
            <a:pPr algn="just"/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Honda1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Bike{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run(){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"running safely with 100kmph"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);}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main(String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[]){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Honda1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honda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Honda1();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honda.run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}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</a:p>
        </p:txBody>
      </p:sp>
    </p:spTree>
    <p:extLst>
      <p:ext uri="{BB962C8B-B14F-4D97-AF65-F5344CB8AC3E}">
        <p14:creationId xmlns:p14="http://schemas.microsoft.com/office/powerpoint/2010/main" val="358440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74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658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inter-regular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Swathi M</cp:lastModifiedBy>
  <cp:revision>7</cp:revision>
  <dcterms:created xsi:type="dcterms:W3CDTF">2022-09-11T06:52:56Z</dcterms:created>
  <dcterms:modified xsi:type="dcterms:W3CDTF">2022-09-29T10:00:26Z</dcterms:modified>
</cp:coreProperties>
</file>