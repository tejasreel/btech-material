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Information System Evaluation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Information System Evaluation</a:t>
            </a:r>
          </a:p>
          <a:p>
            <a:r>
              <a:rPr lang="en-US" dirty="0" smtClean="0"/>
              <a:t>Measures Used in System Evaluations</a:t>
            </a:r>
          </a:p>
          <a:p>
            <a:r>
              <a:rPr lang="en-US" dirty="0" smtClean="0"/>
              <a:t>Measurement Example -TREC-Results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 smtClean="0"/>
              <a:t>Introduction: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Interest in the evaluation techniques for Information Retrieval Systems </a:t>
            </a:r>
            <a:r>
              <a:rPr lang="en-US" dirty="0" smtClean="0"/>
              <a:t>has significantly </a:t>
            </a:r>
            <a:r>
              <a:rPr lang="en-US" dirty="0" smtClean="0"/>
              <a:t>increased with the commercial use of information retrieval </a:t>
            </a:r>
            <a:r>
              <a:rPr lang="en-US" dirty="0" smtClean="0"/>
              <a:t>technologies in </a:t>
            </a:r>
            <a:r>
              <a:rPr lang="en-US" dirty="0" smtClean="0"/>
              <a:t>the everyday life of the millions of users of the Internet. </a:t>
            </a:r>
            <a:endParaRPr lang="en-US" dirty="0" smtClean="0"/>
          </a:p>
          <a:p>
            <a:r>
              <a:rPr lang="en-US" dirty="0" smtClean="0"/>
              <a:t>Until </a:t>
            </a:r>
            <a:r>
              <a:rPr lang="en-US" dirty="0" smtClean="0"/>
              <a:t>1993 </a:t>
            </a:r>
            <a:r>
              <a:rPr lang="en-US" dirty="0" smtClean="0"/>
              <a:t>the evaluations </a:t>
            </a:r>
            <a:r>
              <a:rPr lang="en-US" dirty="0" smtClean="0"/>
              <a:t>were done primarily by academicians using a few small, well </a:t>
            </a:r>
            <a:r>
              <a:rPr lang="en-US" dirty="0" smtClean="0"/>
              <a:t>known corpora </a:t>
            </a:r>
            <a:r>
              <a:rPr lang="en-US" dirty="0" smtClean="0"/>
              <a:t>of test documents or even smaller test databases created within academia.</a:t>
            </a:r>
          </a:p>
          <a:p>
            <a:r>
              <a:rPr lang="en-US" dirty="0" smtClean="0"/>
              <a:t>The evaluations focused primarily on the effectiveness of search algorithms. </a:t>
            </a:r>
            <a:endParaRPr lang="en-US" dirty="0" smtClean="0"/>
          </a:p>
          <a:p>
            <a:r>
              <a:rPr lang="en-US" dirty="0" smtClean="0"/>
              <a:t>The creation </a:t>
            </a:r>
            <a:r>
              <a:rPr lang="en-US" dirty="0" smtClean="0"/>
              <a:t>of the annual Text Retrieval Evaluation Conference (TREC) sponsored </a:t>
            </a:r>
            <a:r>
              <a:rPr lang="en-US" dirty="0" smtClean="0"/>
              <a:t>by the </a:t>
            </a:r>
            <a:r>
              <a:rPr lang="en-US" dirty="0" smtClean="0"/>
              <a:t>Defense Advanced Research Projects Agency (DARPA) and the </a:t>
            </a:r>
            <a:r>
              <a:rPr lang="en-US" dirty="0" smtClean="0"/>
              <a:t>National Institute </a:t>
            </a:r>
            <a:r>
              <a:rPr lang="en-US" dirty="0" smtClean="0"/>
              <a:t>of Standards and Technology (NIST) changed the standard process </a:t>
            </a:r>
            <a:r>
              <a:rPr lang="en-US" dirty="0" smtClean="0"/>
              <a:t>of evaluating </a:t>
            </a:r>
            <a:r>
              <a:rPr lang="en-US" dirty="0" smtClean="0"/>
              <a:t>information systems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382000" cy="6400800"/>
          </a:xfrm>
        </p:spPr>
        <p:txBody>
          <a:bodyPr>
            <a:normAutofit/>
          </a:bodyPr>
          <a:lstStyle/>
          <a:p>
            <a:r>
              <a:rPr lang="en-US" dirty="0" smtClean="0"/>
              <a:t>Conferences have been held every year, starting from 1992, provides a standard database consisting of gigabytes of test data, search statements and the expected results from the searches to academic researchers and commercial companies for testing of their systems.</a:t>
            </a:r>
          </a:p>
          <a:p>
            <a:r>
              <a:rPr lang="en-US" dirty="0" smtClean="0"/>
              <a:t>This has placed a standard baseline into comparisons of algorithms.</a:t>
            </a:r>
          </a:p>
          <a:p>
            <a:r>
              <a:rPr lang="en-US" dirty="0" smtClean="0"/>
              <a:t>Although there is now a standard database, there is still debate on the accuracy </a:t>
            </a:r>
            <a:r>
              <a:rPr lang="en-US" dirty="0" smtClean="0"/>
              <a:t>and utility </a:t>
            </a:r>
            <a:r>
              <a:rPr lang="en-US" dirty="0" smtClean="0"/>
              <a:t>of the results from use of the test corpus.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Introduction to Information System Evaluation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610600" cy="6248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 recent years the evaluation of Information Retrieval Systems </a:t>
            </a:r>
            <a:r>
              <a:rPr lang="en-US" dirty="0" smtClean="0"/>
              <a:t>and techniques </a:t>
            </a:r>
            <a:r>
              <a:rPr lang="en-US" dirty="0" smtClean="0"/>
              <a:t>for indexing, sorting, searching and retrieving information have </a:t>
            </a:r>
            <a:r>
              <a:rPr lang="en-US" dirty="0" smtClean="0"/>
              <a:t>become increasingly important. </a:t>
            </a:r>
          </a:p>
          <a:p>
            <a:r>
              <a:rPr lang="en-US" dirty="0" smtClean="0"/>
              <a:t>This </a:t>
            </a:r>
            <a:r>
              <a:rPr lang="en-US" dirty="0" smtClean="0"/>
              <a:t>growth in interest is due to two </a:t>
            </a:r>
            <a:r>
              <a:rPr lang="en-US" dirty="0" smtClean="0"/>
              <a:t>major reasons</a:t>
            </a:r>
            <a:r>
              <a:rPr lang="en-US" dirty="0" smtClean="0"/>
              <a:t>: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the </a:t>
            </a:r>
            <a:r>
              <a:rPr lang="en-US" dirty="0" smtClean="0"/>
              <a:t>growing number of retrieval systems being used </a:t>
            </a:r>
            <a:r>
              <a:rPr lang="en-US" sz="2800" dirty="0" smtClean="0"/>
              <a:t>&amp;</a:t>
            </a:r>
            <a:r>
              <a:rPr lang="en-US" dirty="0" smtClean="0"/>
              <a:t>      	additional </a:t>
            </a:r>
            <a:r>
              <a:rPr lang="en-US" dirty="0" smtClean="0"/>
              <a:t>focus </a:t>
            </a:r>
            <a:r>
              <a:rPr lang="en-US" dirty="0" smtClean="0"/>
              <a:t>on evaluation </a:t>
            </a:r>
            <a:r>
              <a:rPr lang="en-US" dirty="0" smtClean="0"/>
              <a:t>methods themselves. </a:t>
            </a:r>
            <a:endParaRPr lang="en-US" dirty="0" smtClean="0"/>
          </a:p>
          <a:p>
            <a:r>
              <a:rPr lang="en-US" dirty="0" smtClean="0"/>
              <a:t>The Internet is an example of an information </a:t>
            </a:r>
            <a:r>
              <a:rPr lang="en-US" dirty="0" smtClean="0"/>
              <a:t>space (</a:t>
            </a:r>
            <a:r>
              <a:rPr lang="en-US" dirty="0" err="1" smtClean="0"/>
              <a:t>infospace</a:t>
            </a:r>
            <a:r>
              <a:rPr lang="en-US" dirty="0" smtClean="0"/>
              <a:t>) whose text content is growing exponentially along with products to </a:t>
            </a:r>
            <a:r>
              <a:rPr lang="en-US" dirty="0" smtClean="0"/>
              <a:t>find information </a:t>
            </a:r>
            <a:r>
              <a:rPr lang="en-US" dirty="0" smtClean="0"/>
              <a:t>for value. </a:t>
            </a:r>
            <a:endParaRPr lang="en-US" dirty="0" smtClean="0"/>
          </a:p>
          <a:p>
            <a:r>
              <a:rPr lang="en-US" dirty="0" smtClean="0"/>
              <a:t>Information </a:t>
            </a:r>
            <a:r>
              <a:rPr lang="en-US" dirty="0" smtClean="0"/>
              <a:t>retrieval technologies are the basis behind </a:t>
            </a:r>
            <a:r>
              <a:rPr lang="en-US" dirty="0" smtClean="0"/>
              <a:t>the search </a:t>
            </a:r>
            <a:r>
              <a:rPr lang="en-US" dirty="0" smtClean="0"/>
              <a:t>of information on the Internet.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smtClean="0"/>
              <a:t>parallel with the commercial interest, </a:t>
            </a:r>
            <a:r>
              <a:rPr lang="en-US" dirty="0" smtClean="0"/>
              <a:t>the introduction </a:t>
            </a:r>
            <a:r>
              <a:rPr lang="en-US" dirty="0" smtClean="0"/>
              <a:t>of a large standardized test database and a forum for yearly analysis </a:t>
            </a:r>
            <a:r>
              <a:rPr lang="en-US" dirty="0" smtClean="0"/>
              <a:t>via TREC </a:t>
            </a:r>
            <a:r>
              <a:rPr lang="en-US" dirty="0" smtClean="0"/>
              <a:t>has provided a methodology for evaluating the performance of </a:t>
            </a:r>
            <a:r>
              <a:rPr lang="en-US" dirty="0" smtClean="0"/>
              <a:t>algorithms and </a:t>
            </a:r>
            <a:r>
              <a:rPr lang="en-US" dirty="0" smtClean="0"/>
              <a:t>systems.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199468"/>
            <a:ext cx="8229600" cy="332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258</Words>
  <Application>Microsoft Office PowerPoint</Application>
  <PresentationFormat>On-screen Show (4:3)</PresentationFormat>
  <Paragraphs>20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Information System Evaluation</vt:lpstr>
      <vt:lpstr>Topics</vt:lpstr>
      <vt:lpstr>Introduction:</vt:lpstr>
      <vt:lpstr>Slide 4</vt:lpstr>
      <vt:lpstr>Introduction to Information System Evaluation 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 Evaluation</dc:title>
  <dc:creator>Anu</dc:creator>
  <cp:lastModifiedBy>Anu</cp:lastModifiedBy>
  <cp:revision>2</cp:revision>
  <dcterms:created xsi:type="dcterms:W3CDTF">2006-08-16T00:00:00Z</dcterms:created>
  <dcterms:modified xsi:type="dcterms:W3CDTF">2022-06-16T06:19:31Z</dcterms:modified>
</cp:coreProperties>
</file>