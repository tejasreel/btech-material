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2.xml" ContentType="application/vnd.openxmlformats-officedocument.presentationml.notesSlide+xml"/>
  <Override PartName="/ppt/theme/themeOverride3.xml" ContentType="application/vnd.openxmlformats-officedocument.themeOverride+xml"/>
  <Override PartName="/ppt/notesSlides/notesSlide3.xml" ContentType="application/vnd.openxmlformats-officedocument.presentationml.notesSlide+xml"/>
  <Override PartName="/ppt/theme/themeOverride4.xml" ContentType="application/vnd.openxmlformats-officedocument.themeOverride+xml"/>
  <Override PartName="/ppt/notesSlides/notesSlide4.xml" ContentType="application/vnd.openxmlformats-officedocument.presentationml.notesSlide+xml"/>
  <Override PartName="/ppt/theme/themeOverride5.xml" ContentType="application/vnd.openxmlformats-officedocument.themeOverride+xml"/>
  <Override PartName="/ppt/notesSlides/notesSlide5.xml" ContentType="application/vnd.openxmlformats-officedocument.presentationml.notesSlide+xml"/>
  <Override PartName="/ppt/theme/themeOverride6.xml" ContentType="application/vnd.openxmlformats-officedocument.themeOverr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9"/>
  </p:notesMasterIdLst>
  <p:handoutMasterIdLst>
    <p:handoutMasterId r:id="rId40"/>
  </p:handoutMasterIdLst>
  <p:sldIdLst>
    <p:sldId id="293" r:id="rId2"/>
    <p:sldId id="257" r:id="rId3"/>
    <p:sldId id="258" r:id="rId4"/>
    <p:sldId id="260" r:id="rId5"/>
    <p:sldId id="263" r:id="rId6"/>
    <p:sldId id="262" r:id="rId7"/>
    <p:sldId id="265" r:id="rId8"/>
    <p:sldId id="304" r:id="rId9"/>
    <p:sldId id="268" r:id="rId10"/>
    <p:sldId id="305" r:id="rId11"/>
    <p:sldId id="269" r:id="rId12"/>
    <p:sldId id="270" r:id="rId13"/>
    <p:sldId id="271" r:id="rId14"/>
    <p:sldId id="272" r:id="rId15"/>
    <p:sldId id="273" r:id="rId16"/>
    <p:sldId id="275" r:id="rId17"/>
    <p:sldId id="276" r:id="rId18"/>
    <p:sldId id="303" r:id="rId19"/>
    <p:sldId id="278" r:id="rId20"/>
    <p:sldId id="280" r:id="rId21"/>
    <p:sldId id="282" r:id="rId22"/>
    <p:sldId id="285" r:id="rId23"/>
    <p:sldId id="286" r:id="rId24"/>
    <p:sldId id="287" r:id="rId25"/>
    <p:sldId id="297" r:id="rId26"/>
    <p:sldId id="298" r:id="rId27"/>
    <p:sldId id="300" r:id="rId28"/>
    <p:sldId id="302" r:id="rId29"/>
    <p:sldId id="288" r:id="rId30"/>
    <p:sldId id="289" r:id="rId31"/>
    <p:sldId id="290" r:id="rId32"/>
    <p:sldId id="291" r:id="rId33"/>
    <p:sldId id="296" r:id="rId34"/>
    <p:sldId id="279" r:id="rId35"/>
    <p:sldId id="281" r:id="rId36"/>
    <p:sldId id="283" r:id="rId37"/>
    <p:sldId id="284" r:id="rId38"/>
  </p:sldIdLst>
  <p:sldSz cx="12192000" cy="6858000"/>
  <p:notesSz cx="9906000" cy="6819900"/>
  <p:defaultTextStyle>
    <a:defPPr>
      <a:defRPr lang="ko-KR"/>
    </a:defPPr>
    <a:lvl1pPr algn="l" rtl="0" eaLnBrk="0" fontAlgn="base" hangingPunct="0">
      <a:lnSpc>
        <a:spcPct val="90000"/>
      </a:lnSpc>
      <a:spcBef>
        <a:spcPct val="0"/>
      </a:spcBef>
      <a:spcAft>
        <a:spcPct val="0"/>
      </a:spcAft>
      <a:defRPr kumimoji="1" sz="1400" b="1" kern="1200">
        <a:solidFill>
          <a:schemeClr val="tx1"/>
        </a:solidFill>
        <a:latin typeface="Arial" panose="020B0604020202020204" pitchFamily="34" charset="0"/>
        <a:ea typeface="돋움" panose="020B0600000101010101" pitchFamily="34" charset="-127"/>
        <a:cs typeface="+mn-cs"/>
      </a:defRPr>
    </a:lvl1pPr>
    <a:lvl2pPr marL="457200" algn="l" rtl="0" eaLnBrk="0" fontAlgn="base" hangingPunct="0">
      <a:lnSpc>
        <a:spcPct val="90000"/>
      </a:lnSpc>
      <a:spcBef>
        <a:spcPct val="0"/>
      </a:spcBef>
      <a:spcAft>
        <a:spcPct val="0"/>
      </a:spcAft>
      <a:defRPr kumimoji="1" sz="1400" b="1" kern="1200">
        <a:solidFill>
          <a:schemeClr val="tx1"/>
        </a:solidFill>
        <a:latin typeface="Arial" panose="020B0604020202020204" pitchFamily="34" charset="0"/>
        <a:ea typeface="돋움" panose="020B0600000101010101" pitchFamily="34" charset="-127"/>
        <a:cs typeface="+mn-cs"/>
      </a:defRPr>
    </a:lvl2pPr>
    <a:lvl3pPr marL="914400" algn="l" rtl="0" eaLnBrk="0" fontAlgn="base" hangingPunct="0">
      <a:lnSpc>
        <a:spcPct val="90000"/>
      </a:lnSpc>
      <a:spcBef>
        <a:spcPct val="0"/>
      </a:spcBef>
      <a:spcAft>
        <a:spcPct val="0"/>
      </a:spcAft>
      <a:defRPr kumimoji="1" sz="1400" b="1" kern="1200">
        <a:solidFill>
          <a:schemeClr val="tx1"/>
        </a:solidFill>
        <a:latin typeface="Arial" panose="020B0604020202020204" pitchFamily="34" charset="0"/>
        <a:ea typeface="돋움" panose="020B0600000101010101" pitchFamily="34" charset="-127"/>
        <a:cs typeface="+mn-cs"/>
      </a:defRPr>
    </a:lvl3pPr>
    <a:lvl4pPr marL="1371600" algn="l" rtl="0" eaLnBrk="0" fontAlgn="base" hangingPunct="0">
      <a:lnSpc>
        <a:spcPct val="90000"/>
      </a:lnSpc>
      <a:spcBef>
        <a:spcPct val="0"/>
      </a:spcBef>
      <a:spcAft>
        <a:spcPct val="0"/>
      </a:spcAft>
      <a:defRPr kumimoji="1" sz="1400" b="1" kern="1200">
        <a:solidFill>
          <a:schemeClr val="tx1"/>
        </a:solidFill>
        <a:latin typeface="Arial" panose="020B0604020202020204" pitchFamily="34" charset="0"/>
        <a:ea typeface="돋움" panose="020B0600000101010101" pitchFamily="34" charset="-127"/>
        <a:cs typeface="+mn-cs"/>
      </a:defRPr>
    </a:lvl4pPr>
    <a:lvl5pPr marL="1828800" algn="l" rtl="0" eaLnBrk="0" fontAlgn="base" hangingPunct="0">
      <a:lnSpc>
        <a:spcPct val="90000"/>
      </a:lnSpc>
      <a:spcBef>
        <a:spcPct val="0"/>
      </a:spcBef>
      <a:spcAft>
        <a:spcPct val="0"/>
      </a:spcAft>
      <a:defRPr kumimoji="1" sz="1400" b="1" kern="1200">
        <a:solidFill>
          <a:schemeClr val="tx1"/>
        </a:solidFill>
        <a:latin typeface="Arial" panose="020B0604020202020204" pitchFamily="34" charset="0"/>
        <a:ea typeface="돋움" panose="020B0600000101010101" pitchFamily="34" charset="-127"/>
        <a:cs typeface="+mn-cs"/>
      </a:defRPr>
    </a:lvl5pPr>
    <a:lvl6pPr marL="2286000" algn="l" defTabSz="914400" rtl="0" eaLnBrk="1" latinLnBrk="0" hangingPunct="1">
      <a:defRPr kumimoji="1" sz="1400" b="1" kern="1200">
        <a:solidFill>
          <a:schemeClr val="tx1"/>
        </a:solidFill>
        <a:latin typeface="Arial" panose="020B0604020202020204" pitchFamily="34" charset="0"/>
        <a:ea typeface="돋움" panose="020B0600000101010101" pitchFamily="34" charset="-127"/>
        <a:cs typeface="+mn-cs"/>
      </a:defRPr>
    </a:lvl6pPr>
    <a:lvl7pPr marL="2743200" algn="l" defTabSz="914400" rtl="0" eaLnBrk="1" latinLnBrk="0" hangingPunct="1">
      <a:defRPr kumimoji="1" sz="1400" b="1" kern="1200">
        <a:solidFill>
          <a:schemeClr val="tx1"/>
        </a:solidFill>
        <a:latin typeface="Arial" panose="020B0604020202020204" pitchFamily="34" charset="0"/>
        <a:ea typeface="돋움" panose="020B0600000101010101" pitchFamily="34" charset="-127"/>
        <a:cs typeface="+mn-cs"/>
      </a:defRPr>
    </a:lvl7pPr>
    <a:lvl8pPr marL="3200400" algn="l" defTabSz="914400" rtl="0" eaLnBrk="1" latinLnBrk="0" hangingPunct="1">
      <a:defRPr kumimoji="1" sz="1400" b="1" kern="1200">
        <a:solidFill>
          <a:schemeClr val="tx1"/>
        </a:solidFill>
        <a:latin typeface="Arial" panose="020B0604020202020204" pitchFamily="34" charset="0"/>
        <a:ea typeface="돋움" panose="020B0600000101010101" pitchFamily="34" charset="-127"/>
        <a:cs typeface="+mn-cs"/>
      </a:defRPr>
    </a:lvl8pPr>
    <a:lvl9pPr marL="3657600" algn="l" defTabSz="914400" rtl="0" eaLnBrk="1" latinLnBrk="0" hangingPunct="1">
      <a:defRPr kumimoji="1" sz="1400" b="1" kern="1200">
        <a:solidFill>
          <a:schemeClr val="tx1"/>
        </a:solidFill>
        <a:latin typeface="Arial" panose="020B0604020202020204" pitchFamily="34" charset="0"/>
        <a:ea typeface="돋움" panose="020B0600000101010101" pitchFamily="34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2F9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–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314"/>
    <p:restoredTop sz="96341"/>
  </p:normalViewPr>
  <p:slideViewPr>
    <p:cSldViewPr snapToGrid="0">
      <p:cViewPr varScale="1">
        <p:scale>
          <a:sx n="92" d="100"/>
          <a:sy n="92" d="100"/>
        </p:scale>
        <p:origin x="475" y="7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84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5F692EBA-216C-72A7-3DE8-AC0DB7777F6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-19050"/>
            <a:ext cx="42672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050" tIns="0" rIns="19050" bIns="0" numCol="1" anchor="t" anchorCtr="0" compatLnSpc="1">
            <a:prstTxWarp prst="textNoShape">
              <a:avLst/>
            </a:prstTxWarp>
          </a:bodyPr>
          <a:lstStyle>
            <a:lvl1pPr defTabSz="762000">
              <a:defRPr sz="1000" b="0" i="1">
                <a:latin typeface="Arial" charset="0"/>
                <a:ea typeface="돋움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20D37B2C-912F-7FF4-6A83-89E99FAE2C8F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638800" y="-19050"/>
            <a:ext cx="42672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050" tIns="0" rIns="19050" bIns="0" numCol="1" anchor="t" anchorCtr="0" compatLnSpc="1">
            <a:prstTxWarp prst="textNoShape">
              <a:avLst/>
            </a:prstTxWarp>
          </a:bodyPr>
          <a:lstStyle>
            <a:lvl1pPr algn="r" defTabSz="762000">
              <a:defRPr sz="1000" b="0" i="1">
                <a:latin typeface="Arial" charset="0"/>
                <a:ea typeface="돋움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14189BE6-27BA-609E-6EC6-C419994C1DE2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457950"/>
            <a:ext cx="42672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050" tIns="0" rIns="19050" bIns="0" numCol="1" anchor="b" anchorCtr="0" compatLnSpc="1">
            <a:prstTxWarp prst="textNoShape">
              <a:avLst/>
            </a:prstTxWarp>
          </a:bodyPr>
          <a:lstStyle>
            <a:lvl1pPr defTabSz="762000">
              <a:defRPr sz="1000" b="0" i="1">
                <a:latin typeface="Arial" charset="0"/>
                <a:ea typeface="돋움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C918CE34-E135-DF7A-F599-69F8938AB4C1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638800" y="6457950"/>
            <a:ext cx="42672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050" tIns="0" rIns="19050" bIns="0" numCol="1" anchor="b" anchorCtr="0" compatLnSpc="1">
            <a:prstTxWarp prst="textNoShape">
              <a:avLst/>
            </a:prstTxWarp>
          </a:bodyPr>
          <a:lstStyle>
            <a:lvl1pPr algn="r" defTabSz="762000">
              <a:defRPr sz="1000" b="0" i="1"/>
            </a:lvl1pPr>
          </a:lstStyle>
          <a:p>
            <a:fld id="{A433A773-A427-DF4F-87F8-3A1852917C3C}" type="slidenum">
              <a:rPr lang="ar-SA" altLang="ko-KR"/>
              <a:pPr/>
              <a:t>‹#›</a:t>
            </a:fld>
            <a:endParaRPr lang="en-US" altLang="ko-KR"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2EBCEE03-CDD7-CA6D-868E-D0ADD85A20B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-19050"/>
            <a:ext cx="42672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050" tIns="0" rIns="19050" bIns="0" numCol="1" anchor="t" anchorCtr="0" compatLnSpc="1">
            <a:prstTxWarp prst="textNoShape">
              <a:avLst/>
            </a:prstTxWarp>
          </a:bodyPr>
          <a:lstStyle>
            <a:lvl1pPr defTabSz="762000" eaLnBrk="1" hangingPunct="1">
              <a:lnSpc>
                <a:spcPct val="100000"/>
              </a:lnSpc>
              <a:defRPr sz="1000" b="0" i="1">
                <a:latin typeface="Arial" charset="0"/>
                <a:ea typeface="돋움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05E582CF-E1D3-EA5E-2560-EA960F93D4E8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5638800" y="-19050"/>
            <a:ext cx="42672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050" tIns="0" rIns="19050" bIns="0" numCol="1" anchor="t" anchorCtr="0" compatLnSpc="1">
            <a:prstTxWarp prst="textNoShape">
              <a:avLst/>
            </a:prstTxWarp>
          </a:bodyPr>
          <a:lstStyle>
            <a:lvl1pPr algn="r" defTabSz="762000" eaLnBrk="1" hangingPunct="1">
              <a:lnSpc>
                <a:spcPct val="100000"/>
              </a:lnSpc>
              <a:defRPr sz="1000" b="0" i="1">
                <a:latin typeface="Arial" charset="0"/>
                <a:ea typeface="돋움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C92DC88B-613B-B471-084D-B77D23974984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457950"/>
            <a:ext cx="42672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050" tIns="0" rIns="19050" bIns="0" numCol="1" anchor="b" anchorCtr="0" compatLnSpc="1">
            <a:prstTxWarp prst="textNoShape">
              <a:avLst/>
            </a:prstTxWarp>
          </a:bodyPr>
          <a:lstStyle>
            <a:lvl1pPr defTabSz="762000" eaLnBrk="1" hangingPunct="1">
              <a:lnSpc>
                <a:spcPct val="100000"/>
              </a:lnSpc>
              <a:defRPr sz="1000" b="0" i="1">
                <a:latin typeface="Arial" charset="0"/>
                <a:ea typeface="돋움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053" name="Rectangle 5">
            <a:extLst>
              <a:ext uri="{FF2B5EF4-FFF2-40B4-BE49-F238E27FC236}">
                <a16:creationId xmlns:a16="http://schemas.microsoft.com/office/drawing/2014/main" id="{7C1D2C7C-3771-EE32-4A82-13D5B77DC9D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38800" y="6457950"/>
            <a:ext cx="42672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050" tIns="0" rIns="19050" bIns="0" numCol="1" anchor="b" anchorCtr="0" compatLnSpc="1">
            <a:prstTxWarp prst="textNoShape">
              <a:avLst/>
            </a:prstTxWarp>
          </a:bodyPr>
          <a:lstStyle>
            <a:lvl1pPr algn="r" defTabSz="762000" eaLnBrk="1" hangingPunct="1">
              <a:lnSpc>
                <a:spcPct val="100000"/>
              </a:lnSpc>
              <a:defRPr sz="1000" b="0" i="1"/>
            </a:lvl1pPr>
          </a:lstStyle>
          <a:p>
            <a:fld id="{E79B3053-F544-3A49-A960-219BA8BEBB56}" type="slidenum">
              <a:rPr lang="ar-SA" altLang="ko-KR"/>
              <a:pPr/>
              <a:t>‹#›</a:t>
            </a:fld>
            <a:endParaRPr lang="en-US" altLang="ko-KR">
              <a:cs typeface="Arial" panose="020B0604020202020204" pitchFamily="34" charset="0"/>
            </a:endParaRPr>
          </a:p>
        </p:txBody>
      </p:sp>
      <p:sp>
        <p:nvSpPr>
          <p:cNvPr id="48134" name="Rectangle 6">
            <a:extLst>
              <a:ext uri="{FF2B5EF4-FFF2-40B4-BE49-F238E27FC236}">
                <a16:creationId xmlns:a16="http://schemas.microsoft.com/office/drawing/2014/main" id="{4DDDA2F8-0528-F3CF-06AC-1B90E3B34EE1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-1930400" y="933450"/>
            <a:ext cx="8826500" cy="4965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762000" rtl="0" eaLnBrk="0" fontAlgn="base" hangingPunct="0">
      <a:lnSpc>
        <a:spcPct val="90000"/>
      </a:lnSpc>
      <a:spcBef>
        <a:spcPct val="4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돋움" pitchFamily="50" charset="-127"/>
        <a:cs typeface="+mn-cs"/>
      </a:defRPr>
    </a:lvl1pPr>
    <a:lvl2pPr marL="457200" algn="l" defTabSz="762000" rtl="0" eaLnBrk="0" fontAlgn="base" hangingPunct="0">
      <a:lnSpc>
        <a:spcPct val="90000"/>
      </a:lnSpc>
      <a:spcBef>
        <a:spcPct val="4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돋움" pitchFamily="50" charset="-127"/>
        <a:cs typeface="+mn-cs"/>
      </a:defRPr>
    </a:lvl2pPr>
    <a:lvl3pPr marL="914400" algn="l" defTabSz="762000" rtl="0" eaLnBrk="0" fontAlgn="base" hangingPunct="0">
      <a:lnSpc>
        <a:spcPct val="90000"/>
      </a:lnSpc>
      <a:spcBef>
        <a:spcPct val="4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돋움" pitchFamily="50" charset="-127"/>
        <a:cs typeface="+mn-cs"/>
      </a:defRPr>
    </a:lvl3pPr>
    <a:lvl4pPr marL="1371600" algn="l" defTabSz="762000" rtl="0" eaLnBrk="0" fontAlgn="base" hangingPunct="0">
      <a:lnSpc>
        <a:spcPct val="90000"/>
      </a:lnSpc>
      <a:spcBef>
        <a:spcPct val="4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돋움" pitchFamily="50" charset="-127"/>
        <a:cs typeface="+mn-cs"/>
      </a:defRPr>
    </a:lvl4pPr>
    <a:lvl5pPr marL="1828800" algn="l" defTabSz="762000" rtl="0" eaLnBrk="0" fontAlgn="base" hangingPunct="0">
      <a:lnSpc>
        <a:spcPct val="90000"/>
      </a:lnSpc>
      <a:spcBef>
        <a:spcPct val="4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돋움" pitchFamily="50" charset="-127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5">
            <a:extLst>
              <a:ext uri="{FF2B5EF4-FFF2-40B4-BE49-F238E27FC236}">
                <a16:creationId xmlns:a16="http://schemas.microsoft.com/office/drawing/2014/main" id="{A311F67C-0F2A-D359-1C8E-D4771D53915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fld id="{9782DA31-61CA-0A4C-88B6-DBC3A7A33FED}" type="slidenum">
              <a:rPr lang="ar-SA" altLang="ko-KR" sz="1000" b="0"/>
              <a:pPr/>
              <a:t>2</a:t>
            </a:fld>
            <a:endParaRPr lang="en-US" altLang="ko-KR" sz="1000" b="0">
              <a:cs typeface="Arial" panose="020B0604020202020204" pitchFamily="34" charset="0"/>
            </a:endParaRPr>
          </a:p>
        </p:txBody>
      </p:sp>
      <p:sp>
        <p:nvSpPr>
          <p:cNvPr id="50179" name="Rectangle 2">
            <a:extLst>
              <a:ext uri="{FF2B5EF4-FFF2-40B4-BE49-F238E27FC236}">
                <a16:creationId xmlns:a16="http://schemas.microsoft.com/office/drawing/2014/main" id="{DD16D0EE-F231-27A9-AC8B-36E2392703B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-1897063" y="952500"/>
            <a:ext cx="8759826" cy="4927600"/>
          </a:xfrm>
          <a:ln w="12699" cap="flat">
            <a:solidFill>
              <a:schemeClr val="tx1"/>
            </a:solidFill>
            <a:miter lim="800000"/>
            <a:headEnd/>
            <a:tailEnd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5">
            <a:extLst>
              <a:ext uri="{FF2B5EF4-FFF2-40B4-BE49-F238E27FC236}">
                <a16:creationId xmlns:a16="http://schemas.microsoft.com/office/drawing/2014/main" id="{55349C1A-5E2A-2632-B25E-C93488728D8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fld id="{76B6F011-BCD4-5A45-A16A-3FC15E7C37E0}" type="slidenum">
              <a:rPr lang="ar-SA" altLang="ko-KR" sz="1000" b="0"/>
              <a:pPr/>
              <a:t>3</a:t>
            </a:fld>
            <a:endParaRPr lang="en-US" altLang="ko-KR" sz="1000" b="0">
              <a:cs typeface="Arial" panose="020B0604020202020204" pitchFamily="34" charset="0"/>
            </a:endParaRPr>
          </a:p>
        </p:txBody>
      </p:sp>
      <p:sp>
        <p:nvSpPr>
          <p:cNvPr id="51203" name="Rectangle 2">
            <a:extLst>
              <a:ext uri="{FF2B5EF4-FFF2-40B4-BE49-F238E27FC236}">
                <a16:creationId xmlns:a16="http://schemas.microsoft.com/office/drawing/2014/main" id="{01FDA470-14FE-2856-A078-DC83ABC7F4E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-1897063" y="952500"/>
            <a:ext cx="8759826" cy="4927600"/>
          </a:xfrm>
          <a:ln w="12699" cap="flat">
            <a:solidFill>
              <a:schemeClr val="tx1"/>
            </a:solidFill>
            <a:miter lim="800000"/>
            <a:headEnd/>
            <a:tailEnd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5">
            <a:extLst>
              <a:ext uri="{FF2B5EF4-FFF2-40B4-BE49-F238E27FC236}">
                <a16:creationId xmlns:a16="http://schemas.microsoft.com/office/drawing/2014/main" id="{136B2162-0F1A-9B9D-C09F-2E7865177CB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fld id="{37644E6E-157D-8E46-B235-EEC695417271}" type="slidenum">
              <a:rPr lang="ar-SA" altLang="ko-KR" sz="1000" b="0"/>
              <a:pPr/>
              <a:t>4</a:t>
            </a:fld>
            <a:endParaRPr lang="en-US" altLang="ko-KR" sz="1000" b="0">
              <a:cs typeface="Arial" panose="020B0604020202020204" pitchFamily="34" charset="0"/>
            </a:endParaRPr>
          </a:p>
        </p:txBody>
      </p:sp>
      <p:sp>
        <p:nvSpPr>
          <p:cNvPr id="53251" name="Rectangle 2">
            <a:extLst>
              <a:ext uri="{FF2B5EF4-FFF2-40B4-BE49-F238E27FC236}">
                <a16:creationId xmlns:a16="http://schemas.microsoft.com/office/drawing/2014/main" id="{F29F9B9A-18A2-2260-ECF4-5ECEC6F6C6D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-1897063" y="952500"/>
            <a:ext cx="8759826" cy="4927600"/>
          </a:xfrm>
          <a:ln w="12699" cap="flat">
            <a:solidFill>
              <a:schemeClr val="tx1"/>
            </a:solidFill>
            <a:miter lim="800000"/>
            <a:headEnd/>
            <a:tailEnd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5">
            <a:extLst>
              <a:ext uri="{FF2B5EF4-FFF2-40B4-BE49-F238E27FC236}">
                <a16:creationId xmlns:a16="http://schemas.microsoft.com/office/drawing/2014/main" id="{8ABEB090-9363-5B69-FDF6-7ED47CA5931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fld id="{B0D151E4-0DB0-2449-84B3-C7A9563C13E7}" type="slidenum">
              <a:rPr lang="ar-SA" altLang="ko-KR" sz="1000" b="0"/>
              <a:pPr/>
              <a:t>5</a:t>
            </a:fld>
            <a:endParaRPr lang="en-US" altLang="ko-KR" sz="1000" b="0">
              <a:cs typeface="Arial" panose="020B0604020202020204" pitchFamily="34" charset="0"/>
            </a:endParaRPr>
          </a:p>
        </p:txBody>
      </p:sp>
      <p:sp>
        <p:nvSpPr>
          <p:cNvPr id="56323" name="Rectangle 2">
            <a:extLst>
              <a:ext uri="{FF2B5EF4-FFF2-40B4-BE49-F238E27FC236}">
                <a16:creationId xmlns:a16="http://schemas.microsoft.com/office/drawing/2014/main" id="{1FC8D76B-2846-8D8D-3380-394884DAC48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-1897063" y="952500"/>
            <a:ext cx="8759826" cy="4927600"/>
          </a:xfrm>
          <a:ln w="12699" cap="flat">
            <a:solidFill>
              <a:schemeClr val="tx1"/>
            </a:solidFill>
            <a:miter lim="800000"/>
            <a:headEnd/>
            <a:tailEnd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5">
            <a:extLst>
              <a:ext uri="{FF2B5EF4-FFF2-40B4-BE49-F238E27FC236}">
                <a16:creationId xmlns:a16="http://schemas.microsoft.com/office/drawing/2014/main" id="{07D31790-9CDB-CCA3-3445-A13CA57621D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fld id="{32614688-36DA-514B-9718-4A8DC7BADC94}" type="slidenum">
              <a:rPr lang="ar-SA" altLang="ko-KR" sz="1000" b="0"/>
              <a:pPr/>
              <a:t>6</a:t>
            </a:fld>
            <a:endParaRPr lang="en-US" altLang="ko-KR" sz="1000" b="0">
              <a:cs typeface="Arial" panose="020B0604020202020204" pitchFamily="34" charset="0"/>
            </a:endParaRPr>
          </a:p>
        </p:txBody>
      </p:sp>
      <p:sp>
        <p:nvSpPr>
          <p:cNvPr id="55299" name="Rectangle 2">
            <a:extLst>
              <a:ext uri="{FF2B5EF4-FFF2-40B4-BE49-F238E27FC236}">
                <a16:creationId xmlns:a16="http://schemas.microsoft.com/office/drawing/2014/main" id="{0CE7BA90-29E5-6460-F5F4-CC303340212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-1897063" y="952500"/>
            <a:ext cx="8759826" cy="4927600"/>
          </a:xfrm>
          <a:ln w="12699" cap="flat">
            <a:solidFill>
              <a:schemeClr val="tx1"/>
            </a:solidFill>
            <a:miter lim="800000"/>
            <a:headEnd/>
            <a:tailEnd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5">
            <a:extLst>
              <a:ext uri="{FF2B5EF4-FFF2-40B4-BE49-F238E27FC236}">
                <a16:creationId xmlns:a16="http://schemas.microsoft.com/office/drawing/2014/main" id="{CE6E50F5-F2CB-8827-6D54-7C2DE39BEE7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fld id="{B3C4DDDC-CE57-9247-9E9D-3FC811F1AD53}" type="slidenum">
              <a:rPr lang="ar-SA" altLang="ko-KR" sz="1000" b="0"/>
              <a:pPr/>
              <a:t>7</a:t>
            </a:fld>
            <a:endParaRPr lang="en-US" altLang="ko-KR" sz="1000" b="0">
              <a:cs typeface="Arial" panose="020B0604020202020204" pitchFamily="34" charset="0"/>
            </a:endParaRPr>
          </a:p>
        </p:txBody>
      </p:sp>
      <p:sp>
        <p:nvSpPr>
          <p:cNvPr id="58371" name="Rectangle 2">
            <a:extLst>
              <a:ext uri="{FF2B5EF4-FFF2-40B4-BE49-F238E27FC236}">
                <a16:creationId xmlns:a16="http://schemas.microsoft.com/office/drawing/2014/main" id="{9059F220-26F5-4EE7-BFF8-435621F1014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-1897063" y="952500"/>
            <a:ext cx="8759826" cy="4927600"/>
          </a:xfrm>
          <a:ln w="12699" cap="flat">
            <a:solidFill>
              <a:schemeClr val="tx1"/>
            </a:solidFill>
            <a:miter lim="800000"/>
            <a:headEnd/>
            <a:tailEnd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5">
            <a:extLst>
              <a:ext uri="{FF2B5EF4-FFF2-40B4-BE49-F238E27FC236}">
                <a16:creationId xmlns:a16="http://schemas.microsoft.com/office/drawing/2014/main" id="{7D7303B9-7004-3FBB-1801-04965F18494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fld id="{960A1AF1-AAC4-CF43-B4FF-42EC9B5F2202}" type="slidenum">
              <a:rPr lang="ar-SA" altLang="ko-KR" sz="1000" b="0"/>
              <a:pPr/>
              <a:t>9</a:t>
            </a:fld>
            <a:endParaRPr lang="en-US" altLang="ko-KR" sz="1000" b="0">
              <a:cs typeface="Arial" panose="020B0604020202020204" pitchFamily="34" charset="0"/>
            </a:endParaRPr>
          </a:p>
        </p:txBody>
      </p:sp>
      <p:sp>
        <p:nvSpPr>
          <p:cNvPr id="61443" name="Rectangle 2">
            <a:extLst>
              <a:ext uri="{FF2B5EF4-FFF2-40B4-BE49-F238E27FC236}">
                <a16:creationId xmlns:a16="http://schemas.microsoft.com/office/drawing/2014/main" id="{E8D6BA60-4067-3B42-9390-01927E74B64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-1897063" y="952500"/>
            <a:ext cx="8759826" cy="4927600"/>
          </a:xfrm>
          <a:ln w="12699" cap="flat">
            <a:solidFill>
              <a:schemeClr val="tx1"/>
            </a:solidFill>
            <a:miter lim="800000"/>
            <a:headEnd/>
            <a:tailEnd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5">
            <a:extLst>
              <a:ext uri="{FF2B5EF4-FFF2-40B4-BE49-F238E27FC236}">
                <a16:creationId xmlns:a16="http://schemas.microsoft.com/office/drawing/2014/main" id="{7D7303B9-7004-3FBB-1801-04965F18494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fld id="{960A1AF1-AAC4-CF43-B4FF-42EC9B5F2202}" type="slidenum">
              <a:rPr lang="ar-SA" altLang="ko-KR" sz="1000" b="0"/>
              <a:pPr/>
              <a:t>10</a:t>
            </a:fld>
            <a:endParaRPr lang="en-US" altLang="ko-KR" sz="1000" b="0">
              <a:cs typeface="Arial" panose="020B0604020202020204" pitchFamily="34" charset="0"/>
            </a:endParaRPr>
          </a:p>
        </p:txBody>
      </p:sp>
      <p:sp>
        <p:nvSpPr>
          <p:cNvPr id="61443" name="Rectangle 2">
            <a:extLst>
              <a:ext uri="{FF2B5EF4-FFF2-40B4-BE49-F238E27FC236}">
                <a16:creationId xmlns:a16="http://schemas.microsoft.com/office/drawing/2014/main" id="{E8D6BA60-4067-3B42-9390-01927E74B64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-1897063" y="952500"/>
            <a:ext cx="8759826" cy="4927600"/>
          </a:xfrm>
          <a:ln w="12699" cap="flat">
            <a:solidFill>
              <a:schemeClr val="tx1"/>
            </a:solidFill>
            <a:miter lim="800000"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33999859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5">
            <a:extLst>
              <a:ext uri="{FF2B5EF4-FFF2-40B4-BE49-F238E27FC236}">
                <a16:creationId xmlns:a16="http://schemas.microsoft.com/office/drawing/2014/main" id="{77A16A98-12F7-766F-75F4-69E5F203457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fld id="{65D2C9D4-C12E-AF49-B9F8-347553444F7B}" type="slidenum">
              <a:rPr lang="ar-SA" altLang="ko-KR" sz="1000" b="0"/>
              <a:pPr/>
              <a:t>11</a:t>
            </a:fld>
            <a:endParaRPr lang="en-US" altLang="ko-KR" sz="1000" b="0">
              <a:cs typeface="Arial" panose="020B0604020202020204" pitchFamily="34" charset="0"/>
            </a:endParaRPr>
          </a:p>
        </p:txBody>
      </p:sp>
      <p:sp>
        <p:nvSpPr>
          <p:cNvPr id="62467" name="Rectangle 2">
            <a:extLst>
              <a:ext uri="{FF2B5EF4-FFF2-40B4-BE49-F238E27FC236}">
                <a16:creationId xmlns:a16="http://schemas.microsoft.com/office/drawing/2014/main" id="{E373D7A7-14C8-F4FB-4C44-FA3DF85FAD4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-1897063" y="952500"/>
            <a:ext cx="8759826" cy="4927600"/>
          </a:xfrm>
          <a:ln w="12699" cap="flat">
            <a:solidFill>
              <a:schemeClr val="tx1"/>
            </a:solidFill>
            <a:miter lim="800000"/>
            <a:headEnd/>
            <a:tailEnd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5">
            <a:extLst>
              <a:ext uri="{FF2B5EF4-FFF2-40B4-BE49-F238E27FC236}">
                <a16:creationId xmlns:a16="http://schemas.microsoft.com/office/drawing/2014/main" id="{C6062C70-9AD4-D0BF-4863-E88CA92695F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fld id="{72EACFFE-F528-8A4E-B7E1-673DF5AEF73B}" type="slidenum">
              <a:rPr lang="ar-SA" altLang="ko-KR" sz="1000" b="0"/>
              <a:pPr/>
              <a:t>12</a:t>
            </a:fld>
            <a:endParaRPr lang="en-US" altLang="ko-KR" sz="1000" b="0">
              <a:cs typeface="Arial" panose="020B0604020202020204" pitchFamily="34" charset="0"/>
            </a:endParaRPr>
          </a:p>
        </p:txBody>
      </p:sp>
      <p:sp>
        <p:nvSpPr>
          <p:cNvPr id="63491" name="Rectangle 2">
            <a:extLst>
              <a:ext uri="{FF2B5EF4-FFF2-40B4-BE49-F238E27FC236}">
                <a16:creationId xmlns:a16="http://schemas.microsoft.com/office/drawing/2014/main" id="{CA52D33E-2CD1-F170-EE3B-BCE800DF705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-1897063" y="952500"/>
            <a:ext cx="8759826" cy="4927600"/>
          </a:xfrm>
          <a:ln w="12699" cap="flat">
            <a:solidFill>
              <a:schemeClr val="tx1"/>
            </a:solidFill>
            <a:miter lim="800000"/>
            <a:headEnd/>
            <a:tailEnd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5">
            <a:extLst>
              <a:ext uri="{FF2B5EF4-FFF2-40B4-BE49-F238E27FC236}">
                <a16:creationId xmlns:a16="http://schemas.microsoft.com/office/drawing/2014/main" id="{CFEE95A7-C9B4-B76E-44AF-ACE96673991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fld id="{74E81E4A-3DCC-7A4A-AEBB-38754E550457}" type="slidenum">
              <a:rPr lang="ar-SA" altLang="ko-KR" sz="1000" b="0"/>
              <a:pPr/>
              <a:t>13</a:t>
            </a:fld>
            <a:endParaRPr lang="en-US" altLang="ko-KR" sz="1000" b="0">
              <a:cs typeface="Arial" panose="020B0604020202020204" pitchFamily="34" charset="0"/>
            </a:endParaRPr>
          </a:p>
        </p:txBody>
      </p:sp>
      <p:sp>
        <p:nvSpPr>
          <p:cNvPr id="64515" name="Rectangle 2">
            <a:extLst>
              <a:ext uri="{FF2B5EF4-FFF2-40B4-BE49-F238E27FC236}">
                <a16:creationId xmlns:a16="http://schemas.microsoft.com/office/drawing/2014/main" id="{98A5743D-EC44-BEB8-5F38-C7653B5BBA2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-1897063" y="952500"/>
            <a:ext cx="8759826" cy="4927600"/>
          </a:xfrm>
          <a:ln w="12699" cap="flat">
            <a:solidFill>
              <a:schemeClr val="tx1"/>
            </a:solidFill>
            <a:miter lim="800000"/>
            <a:headEnd/>
            <a:tailEnd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5">
            <a:extLst>
              <a:ext uri="{FF2B5EF4-FFF2-40B4-BE49-F238E27FC236}">
                <a16:creationId xmlns:a16="http://schemas.microsoft.com/office/drawing/2014/main" id="{8D6E8B90-BCC1-6A54-3AD7-2705C416DB3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fld id="{CFBDAB80-3766-5F48-9DA0-009F4DBFBE53}" type="slidenum">
              <a:rPr lang="ar-SA" altLang="ko-KR" sz="1000" b="0"/>
              <a:pPr/>
              <a:t>14</a:t>
            </a:fld>
            <a:endParaRPr lang="en-US" altLang="ko-KR" sz="1000" b="0">
              <a:cs typeface="Arial" panose="020B0604020202020204" pitchFamily="34" charset="0"/>
            </a:endParaRPr>
          </a:p>
        </p:txBody>
      </p:sp>
      <p:sp>
        <p:nvSpPr>
          <p:cNvPr id="65539" name="Rectangle 2">
            <a:extLst>
              <a:ext uri="{FF2B5EF4-FFF2-40B4-BE49-F238E27FC236}">
                <a16:creationId xmlns:a16="http://schemas.microsoft.com/office/drawing/2014/main" id="{239083C1-D60A-5DDD-AC71-B670E63DA04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-1897063" y="952500"/>
            <a:ext cx="8759826" cy="4927600"/>
          </a:xfrm>
          <a:ln w="12699" cap="flat">
            <a:solidFill>
              <a:schemeClr val="tx1"/>
            </a:solidFill>
            <a:miter lim="800000"/>
            <a:headEnd/>
            <a:tailEnd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5">
            <a:extLst>
              <a:ext uri="{FF2B5EF4-FFF2-40B4-BE49-F238E27FC236}">
                <a16:creationId xmlns:a16="http://schemas.microsoft.com/office/drawing/2014/main" id="{0BD0A999-99DD-05D9-3F6F-08FB1042E61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fld id="{7E21A233-551C-B640-9007-D36C8310C88F}" type="slidenum">
              <a:rPr lang="ar-SA" altLang="ko-KR" sz="1000" b="0"/>
              <a:pPr/>
              <a:t>15</a:t>
            </a:fld>
            <a:endParaRPr lang="en-US" altLang="ko-KR" sz="1000" b="0">
              <a:cs typeface="Arial" panose="020B0604020202020204" pitchFamily="34" charset="0"/>
            </a:endParaRPr>
          </a:p>
        </p:txBody>
      </p:sp>
      <p:sp>
        <p:nvSpPr>
          <p:cNvPr id="66563" name="Rectangle 2">
            <a:extLst>
              <a:ext uri="{FF2B5EF4-FFF2-40B4-BE49-F238E27FC236}">
                <a16:creationId xmlns:a16="http://schemas.microsoft.com/office/drawing/2014/main" id="{58C3E092-D4F7-D012-8B72-B6B5677CB40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-1897063" y="952500"/>
            <a:ext cx="8759826" cy="4927600"/>
          </a:xfrm>
          <a:ln w="12699" cap="flat">
            <a:solidFill>
              <a:schemeClr val="tx1"/>
            </a:solidFill>
            <a:miter lim="800000"/>
            <a:headEnd/>
            <a:tailEnd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5">
            <a:extLst>
              <a:ext uri="{FF2B5EF4-FFF2-40B4-BE49-F238E27FC236}">
                <a16:creationId xmlns:a16="http://schemas.microsoft.com/office/drawing/2014/main" id="{AEFC5463-7E46-E570-93DA-414486F4004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fld id="{092ECA72-A341-694E-B572-A7ACB8646686}" type="slidenum">
              <a:rPr lang="ar-SA" altLang="ko-KR" sz="1000" b="0"/>
              <a:pPr/>
              <a:t>16</a:t>
            </a:fld>
            <a:endParaRPr lang="en-US" altLang="ko-KR" sz="1000" b="0">
              <a:cs typeface="Arial" panose="020B0604020202020204" pitchFamily="34" charset="0"/>
            </a:endParaRPr>
          </a:p>
        </p:txBody>
      </p:sp>
      <p:sp>
        <p:nvSpPr>
          <p:cNvPr id="68611" name="Rectangle 2">
            <a:extLst>
              <a:ext uri="{FF2B5EF4-FFF2-40B4-BE49-F238E27FC236}">
                <a16:creationId xmlns:a16="http://schemas.microsoft.com/office/drawing/2014/main" id="{67364C94-F2DB-43A8-7717-025579707C3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-1897063" y="952500"/>
            <a:ext cx="8759826" cy="4927600"/>
          </a:xfrm>
          <a:ln w="12699" cap="flat">
            <a:solidFill>
              <a:schemeClr val="tx1"/>
            </a:solidFill>
            <a:miter lim="800000"/>
            <a:headEnd/>
            <a:tailEnd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5">
            <a:extLst>
              <a:ext uri="{FF2B5EF4-FFF2-40B4-BE49-F238E27FC236}">
                <a16:creationId xmlns:a16="http://schemas.microsoft.com/office/drawing/2014/main" id="{162E3CA6-1FF1-DD39-CF0A-1157F617754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fld id="{7D2A5DFB-4C47-FF4F-8C35-FCAAC3F589CA}" type="slidenum">
              <a:rPr lang="ar-SA" altLang="ko-KR" sz="1000" b="0"/>
              <a:pPr/>
              <a:t>17</a:t>
            </a:fld>
            <a:endParaRPr lang="en-US" altLang="ko-KR" sz="1000" b="0">
              <a:cs typeface="Arial" panose="020B0604020202020204" pitchFamily="34" charset="0"/>
            </a:endParaRPr>
          </a:p>
        </p:txBody>
      </p:sp>
      <p:sp>
        <p:nvSpPr>
          <p:cNvPr id="69635" name="Rectangle 2">
            <a:extLst>
              <a:ext uri="{FF2B5EF4-FFF2-40B4-BE49-F238E27FC236}">
                <a16:creationId xmlns:a16="http://schemas.microsoft.com/office/drawing/2014/main" id="{B865191E-A937-8718-03E1-77BA16B03BC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-1897063" y="952500"/>
            <a:ext cx="8759826" cy="4927600"/>
          </a:xfrm>
          <a:ln w="12699" cap="flat">
            <a:solidFill>
              <a:schemeClr val="tx1"/>
            </a:solidFill>
            <a:miter lim="800000"/>
            <a:headEnd/>
            <a:tailEnd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5">
            <a:extLst>
              <a:ext uri="{FF2B5EF4-FFF2-40B4-BE49-F238E27FC236}">
                <a16:creationId xmlns:a16="http://schemas.microsoft.com/office/drawing/2014/main" id="{41B9270A-5C92-B646-A97B-9311F293569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fld id="{F1A0BBF2-BFD2-9E45-A61B-5A4D8A85F0FA}" type="slidenum">
              <a:rPr lang="ar-SA" altLang="ko-KR" sz="1000" b="0"/>
              <a:pPr/>
              <a:t>19</a:t>
            </a:fld>
            <a:endParaRPr lang="en-US" altLang="ko-KR" sz="1000" b="0">
              <a:cs typeface="Arial" panose="020B0604020202020204" pitchFamily="34" charset="0"/>
            </a:endParaRPr>
          </a:p>
        </p:txBody>
      </p:sp>
      <p:sp>
        <p:nvSpPr>
          <p:cNvPr id="71683" name="Rectangle 2">
            <a:extLst>
              <a:ext uri="{FF2B5EF4-FFF2-40B4-BE49-F238E27FC236}">
                <a16:creationId xmlns:a16="http://schemas.microsoft.com/office/drawing/2014/main" id="{9937DF8C-1695-E44C-A80A-36455FBA57D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-1897063" y="952500"/>
            <a:ext cx="8759826" cy="4927600"/>
          </a:xfrm>
          <a:ln w="12699" cap="flat">
            <a:solidFill>
              <a:schemeClr val="tx1"/>
            </a:solidFill>
            <a:miter lim="800000"/>
            <a:headEnd/>
            <a:tailEnd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5">
            <a:extLst>
              <a:ext uri="{FF2B5EF4-FFF2-40B4-BE49-F238E27FC236}">
                <a16:creationId xmlns:a16="http://schemas.microsoft.com/office/drawing/2014/main" id="{3E21545F-CDE1-84ED-B6EC-2537995AFB3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fld id="{416A62AE-874B-AB45-AE55-C9AA44A27F70}" type="slidenum">
              <a:rPr lang="ar-SA" altLang="ko-KR" sz="1000" b="0"/>
              <a:pPr/>
              <a:t>20</a:t>
            </a:fld>
            <a:endParaRPr lang="en-US" altLang="ko-KR" sz="1000" b="0">
              <a:cs typeface="Arial" panose="020B0604020202020204" pitchFamily="34" charset="0"/>
            </a:endParaRPr>
          </a:p>
        </p:txBody>
      </p:sp>
      <p:sp>
        <p:nvSpPr>
          <p:cNvPr id="73731" name="Rectangle 2">
            <a:extLst>
              <a:ext uri="{FF2B5EF4-FFF2-40B4-BE49-F238E27FC236}">
                <a16:creationId xmlns:a16="http://schemas.microsoft.com/office/drawing/2014/main" id="{044B808B-A681-87CB-E0D9-45ED1DFCE4F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-1897063" y="952500"/>
            <a:ext cx="8759826" cy="4927600"/>
          </a:xfrm>
          <a:ln w="12699" cap="flat">
            <a:solidFill>
              <a:schemeClr val="tx1"/>
            </a:solidFill>
            <a:miter lim="800000"/>
            <a:headEnd/>
            <a:tailEnd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5">
            <a:extLst>
              <a:ext uri="{FF2B5EF4-FFF2-40B4-BE49-F238E27FC236}">
                <a16:creationId xmlns:a16="http://schemas.microsoft.com/office/drawing/2014/main" id="{42C8D5A1-DF5B-378F-2AEA-543E53C3245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fld id="{3513B429-D85E-2F4C-88B6-B6E3723607DF}" type="slidenum">
              <a:rPr lang="ar-SA" altLang="ko-KR" sz="1000" b="0"/>
              <a:pPr/>
              <a:t>21</a:t>
            </a:fld>
            <a:endParaRPr lang="en-US" altLang="ko-KR" sz="1000" b="0">
              <a:cs typeface="Arial" panose="020B0604020202020204" pitchFamily="34" charset="0"/>
            </a:endParaRPr>
          </a:p>
        </p:txBody>
      </p:sp>
      <p:sp>
        <p:nvSpPr>
          <p:cNvPr id="75779" name="Rectangle 2">
            <a:extLst>
              <a:ext uri="{FF2B5EF4-FFF2-40B4-BE49-F238E27FC236}">
                <a16:creationId xmlns:a16="http://schemas.microsoft.com/office/drawing/2014/main" id="{66070B4A-AFF6-DF28-CF00-4B774FBFBF7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-1897063" y="952500"/>
            <a:ext cx="8759826" cy="4927600"/>
          </a:xfrm>
          <a:ln w="12699" cap="flat">
            <a:solidFill>
              <a:schemeClr val="tx1"/>
            </a:solidFill>
            <a:miter lim="800000"/>
            <a:headEnd/>
            <a:tailEnd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5">
            <a:extLst>
              <a:ext uri="{FF2B5EF4-FFF2-40B4-BE49-F238E27FC236}">
                <a16:creationId xmlns:a16="http://schemas.microsoft.com/office/drawing/2014/main" id="{BE401C21-DBF1-4B5A-7A24-B57AB49DE1E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fld id="{D566B3C0-9D48-5041-9FDF-5EEF484FA422}" type="slidenum">
              <a:rPr lang="ar-SA" altLang="ko-KR" sz="1000" b="0"/>
              <a:pPr/>
              <a:t>22</a:t>
            </a:fld>
            <a:endParaRPr lang="en-US" altLang="ko-KR" sz="1000" b="0">
              <a:cs typeface="Arial" panose="020B0604020202020204" pitchFamily="34" charset="0"/>
            </a:endParaRPr>
          </a:p>
        </p:txBody>
      </p:sp>
      <p:sp>
        <p:nvSpPr>
          <p:cNvPr id="78851" name="Rectangle 2">
            <a:extLst>
              <a:ext uri="{FF2B5EF4-FFF2-40B4-BE49-F238E27FC236}">
                <a16:creationId xmlns:a16="http://schemas.microsoft.com/office/drawing/2014/main" id="{F8D734C1-39A5-F149-41C6-D4EEBBE40EC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-1897063" y="952500"/>
            <a:ext cx="8759826" cy="4927600"/>
          </a:xfrm>
          <a:ln w="12699" cap="flat">
            <a:solidFill>
              <a:schemeClr val="tx1"/>
            </a:solidFill>
            <a:miter lim="800000"/>
            <a:headEnd/>
            <a:tailEnd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5">
            <a:extLst>
              <a:ext uri="{FF2B5EF4-FFF2-40B4-BE49-F238E27FC236}">
                <a16:creationId xmlns:a16="http://schemas.microsoft.com/office/drawing/2014/main" id="{DF94ABBC-C5AB-0E85-CC3F-D19ED5DACA2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fld id="{7D696F5D-F576-E64B-B95F-C9FE38E3ACDE}" type="slidenum">
              <a:rPr lang="ar-SA" altLang="ko-KR" sz="1000" b="0"/>
              <a:pPr/>
              <a:t>23</a:t>
            </a:fld>
            <a:endParaRPr lang="en-US" altLang="ko-KR" sz="1000" b="0">
              <a:cs typeface="Arial" panose="020B0604020202020204" pitchFamily="34" charset="0"/>
            </a:endParaRPr>
          </a:p>
        </p:txBody>
      </p:sp>
      <p:sp>
        <p:nvSpPr>
          <p:cNvPr id="79875" name="Rectangle 2">
            <a:extLst>
              <a:ext uri="{FF2B5EF4-FFF2-40B4-BE49-F238E27FC236}">
                <a16:creationId xmlns:a16="http://schemas.microsoft.com/office/drawing/2014/main" id="{00317DA2-9AA0-0F39-B711-6AD47AE35CB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-1897063" y="952500"/>
            <a:ext cx="8759826" cy="4927600"/>
          </a:xfrm>
          <a:ln w="12699" cap="flat">
            <a:solidFill>
              <a:schemeClr val="tx1"/>
            </a:solidFill>
            <a:miter lim="800000"/>
            <a:headEnd/>
            <a:tailEnd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5">
            <a:extLst>
              <a:ext uri="{FF2B5EF4-FFF2-40B4-BE49-F238E27FC236}">
                <a16:creationId xmlns:a16="http://schemas.microsoft.com/office/drawing/2014/main" id="{51FD1E56-7525-7A51-086E-7D1F4E76B74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fld id="{B1F894B7-6086-3247-A32C-EAB4065E79F9}" type="slidenum">
              <a:rPr lang="ar-SA" altLang="ko-KR" sz="1000" b="0"/>
              <a:pPr/>
              <a:t>24</a:t>
            </a:fld>
            <a:endParaRPr lang="en-US" altLang="ko-KR" sz="1000" b="0">
              <a:cs typeface="Arial" panose="020B0604020202020204" pitchFamily="34" charset="0"/>
            </a:endParaRPr>
          </a:p>
        </p:txBody>
      </p:sp>
      <p:sp>
        <p:nvSpPr>
          <p:cNvPr id="80899" name="Rectangle 2">
            <a:extLst>
              <a:ext uri="{FF2B5EF4-FFF2-40B4-BE49-F238E27FC236}">
                <a16:creationId xmlns:a16="http://schemas.microsoft.com/office/drawing/2014/main" id="{3BCDF1F6-BC4C-A729-E080-4510E7D650A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-1897063" y="952500"/>
            <a:ext cx="8759826" cy="4927600"/>
          </a:xfrm>
          <a:ln w="12699" cap="flat">
            <a:solidFill>
              <a:schemeClr val="tx1"/>
            </a:solidFill>
            <a:miter lim="800000"/>
            <a:headEnd/>
            <a:tailEnd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5">
            <a:extLst>
              <a:ext uri="{FF2B5EF4-FFF2-40B4-BE49-F238E27FC236}">
                <a16:creationId xmlns:a16="http://schemas.microsoft.com/office/drawing/2014/main" id="{77C1A373-9750-0D3F-F6CF-675AA74CA58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fld id="{D8D00A95-3EBB-6046-8EA2-4FC78B77BF83}" type="slidenum">
              <a:rPr lang="ar-SA" altLang="ko-KR" sz="1000" b="0"/>
              <a:pPr/>
              <a:t>29</a:t>
            </a:fld>
            <a:endParaRPr lang="en-US" altLang="ko-KR" sz="1000" b="0">
              <a:cs typeface="Arial" panose="020B0604020202020204" pitchFamily="34" charset="0"/>
            </a:endParaRPr>
          </a:p>
        </p:txBody>
      </p:sp>
      <p:sp>
        <p:nvSpPr>
          <p:cNvPr id="81923" name="Rectangle 2">
            <a:extLst>
              <a:ext uri="{FF2B5EF4-FFF2-40B4-BE49-F238E27FC236}">
                <a16:creationId xmlns:a16="http://schemas.microsoft.com/office/drawing/2014/main" id="{99EE9684-ED7E-2BAB-2E24-CC660505C32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-1897063" y="952500"/>
            <a:ext cx="8759826" cy="4927600"/>
          </a:xfrm>
          <a:ln w="12699" cap="flat">
            <a:solidFill>
              <a:schemeClr val="tx1"/>
            </a:solidFill>
            <a:miter lim="800000"/>
            <a:headEnd/>
            <a:tailEnd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5">
            <a:extLst>
              <a:ext uri="{FF2B5EF4-FFF2-40B4-BE49-F238E27FC236}">
                <a16:creationId xmlns:a16="http://schemas.microsoft.com/office/drawing/2014/main" id="{9FCC9E98-B510-7F43-09D0-636B44DDD3B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fld id="{E12ECF8F-937A-0F4F-B56A-8F59BC999DDD}" type="slidenum">
              <a:rPr lang="ar-SA" altLang="ko-KR" sz="1000" b="0"/>
              <a:pPr/>
              <a:t>30</a:t>
            </a:fld>
            <a:endParaRPr lang="en-US" altLang="ko-KR" sz="1000" b="0">
              <a:cs typeface="Arial" panose="020B0604020202020204" pitchFamily="34" charset="0"/>
            </a:endParaRPr>
          </a:p>
        </p:txBody>
      </p:sp>
      <p:sp>
        <p:nvSpPr>
          <p:cNvPr id="82947" name="Rectangle 2">
            <a:extLst>
              <a:ext uri="{FF2B5EF4-FFF2-40B4-BE49-F238E27FC236}">
                <a16:creationId xmlns:a16="http://schemas.microsoft.com/office/drawing/2014/main" id="{96ABEF0C-4828-7598-F08D-AD43DB24D5D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-1897063" y="952500"/>
            <a:ext cx="8759826" cy="4927600"/>
          </a:xfrm>
          <a:ln w="12699" cap="flat">
            <a:solidFill>
              <a:schemeClr val="tx1"/>
            </a:solidFill>
            <a:miter lim="800000"/>
            <a:headEnd/>
            <a:tailEnd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5">
            <a:extLst>
              <a:ext uri="{FF2B5EF4-FFF2-40B4-BE49-F238E27FC236}">
                <a16:creationId xmlns:a16="http://schemas.microsoft.com/office/drawing/2014/main" id="{C9B1B74B-491F-641B-93D9-850585F5362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fld id="{F64A2747-E568-DE42-B258-64FA8FDC276B}" type="slidenum">
              <a:rPr lang="ar-SA" altLang="ko-KR" sz="1000" b="0"/>
              <a:pPr/>
              <a:t>31</a:t>
            </a:fld>
            <a:endParaRPr lang="en-US" altLang="ko-KR" sz="1000" b="0">
              <a:cs typeface="Arial" panose="020B0604020202020204" pitchFamily="34" charset="0"/>
            </a:endParaRPr>
          </a:p>
        </p:txBody>
      </p:sp>
      <p:sp>
        <p:nvSpPr>
          <p:cNvPr id="83971" name="Rectangle 2">
            <a:extLst>
              <a:ext uri="{FF2B5EF4-FFF2-40B4-BE49-F238E27FC236}">
                <a16:creationId xmlns:a16="http://schemas.microsoft.com/office/drawing/2014/main" id="{92250874-41C7-9C9D-0EC8-A10F6FEB9E2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-1897063" y="952500"/>
            <a:ext cx="8759826" cy="4927600"/>
          </a:xfrm>
          <a:ln w="12699" cap="flat">
            <a:solidFill>
              <a:schemeClr val="tx1"/>
            </a:solidFill>
            <a:miter lim="800000"/>
            <a:headEnd/>
            <a:tailEnd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5">
            <a:extLst>
              <a:ext uri="{FF2B5EF4-FFF2-40B4-BE49-F238E27FC236}">
                <a16:creationId xmlns:a16="http://schemas.microsoft.com/office/drawing/2014/main" id="{401135DC-630B-9E5F-798F-A3480ADA8DC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fld id="{A85E0905-61EC-4544-97D4-00C36718CFCC}" type="slidenum">
              <a:rPr lang="ar-SA" altLang="ko-KR" sz="1000" b="0"/>
              <a:pPr/>
              <a:t>32</a:t>
            </a:fld>
            <a:endParaRPr lang="en-US" altLang="ko-KR" sz="1000" b="0">
              <a:cs typeface="Arial" panose="020B0604020202020204" pitchFamily="34" charset="0"/>
            </a:endParaRPr>
          </a:p>
        </p:txBody>
      </p:sp>
      <p:sp>
        <p:nvSpPr>
          <p:cNvPr id="84995" name="Rectangle 2">
            <a:extLst>
              <a:ext uri="{FF2B5EF4-FFF2-40B4-BE49-F238E27FC236}">
                <a16:creationId xmlns:a16="http://schemas.microsoft.com/office/drawing/2014/main" id="{3DD93DE1-5C6B-8A37-2447-89940F371C2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-1897063" y="952500"/>
            <a:ext cx="8759826" cy="4927600"/>
          </a:xfrm>
          <a:ln w="12699" cap="flat">
            <a:solidFill>
              <a:schemeClr val="tx1"/>
            </a:solidFill>
            <a:miter lim="800000"/>
            <a:headEnd/>
            <a:tailEnd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5">
            <a:extLst>
              <a:ext uri="{FF2B5EF4-FFF2-40B4-BE49-F238E27FC236}">
                <a16:creationId xmlns:a16="http://schemas.microsoft.com/office/drawing/2014/main" id="{706B510D-36EB-9F02-FCBF-F1658D798F7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fld id="{3CF94596-A64C-6048-8D84-C2696550F74B}" type="slidenum">
              <a:rPr lang="ar-SA" altLang="ko-KR" sz="1000" b="0"/>
              <a:pPr/>
              <a:t>34</a:t>
            </a:fld>
            <a:endParaRPr lang="en-US" altLang="ko-KR" sz="1000" b="0">
              <a:cs typeface="Arial" panose="020B0604020202020204" pitchFamily="34" charset="0"/>
            </a:endParaRPr>
          </a:p>
        </p:txBody>
      </p:sp>
      <p:sp>
        <p:nvSpPr>
          <p:cNvPr id="72707" name="Rectangle 2">
            <a:extLst>
              <a:ext uri="{FF2B5EF4-FFF2-40B4-BE49-F238E27FC236}">
                <a16:creationId xmlns:a16="http://schemas.microsoft.com/office/drawing/2014/main" id="{97B029C0-764D-AB4B-153B-3EDB638F1C1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-1897063" y="952500"/>
            <a:ext cx="8759826" cy="4927600"/>
          </a:xfrm>
          <a:ln w="12699" cap="flat">
            <a:solidFill>
              <a:schemeClr val="tx1"/>
            </a:solidFill>
            <a:miter lim="800000"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306820827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5">
            <a:extLst>
              <a:ext uri="{FF2B5EF4-FFF2-40B4-BE49-F238E27FC236}">
                <a16:creationId xmlns:a16="http://schemas.microsoft.com/office/drawing/2014/main" id="{26015A63-2B1E-B52E-5F52-F6942DCED23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fld id="{F0BAD090-7AB5-6848-98C4-00DEB082262F}" type="slidenum">
              <a:rPr lang="ar-SA" altLang="ko-KR" sz="1000" b="0"/>
              <a:pPr/>
              <a:t>35</a:t>
            </a:fld>
            <a:endParaRPr lang="en-US" altLang="ko-KR" sz="1000" b="0">
              <a:cs typeface="Arial" panose="020B0604020202020204" pitchFamily="34" charset="0"/>
            </a:endParaRPr>
          </a:p>
        </p:txBody>
      </p:sp>
      <p:sp>
        <p:nvSpPr>
          <p:cNvPr id="74755" name="Rectangle 2">
            <a:extLst>
              <a:ext uri="{FF2B5EF4-FFF2-40B4-BE49-F238E27FC236}">
                <a16:creationId xmlns:a16="http://schemas.microsoft.com/office/drawing/2014/main" id="{23CFB31F-401C-7C81-DA02-B76764CA7C1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-1897063" y="952500"/>
            <a:ext cx="8759826" cy="4927600"/>
          </a:xfrm>
          <a:ln w="12699" cap="flat">
            <a:solidFill>
              <a:schemeClr val="tx1"/>
            </a:solidFill>
            <a:miter lim="800000"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266011265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5">
            <a:extLst>
              <a:ext uri="{FF2B5EF4-FFF2-40B4-BE49-F238E27FC236}">
                <a16:creationId xmlns:a16="http://schemas.microsoft.com/office/drawing/2014/main" id="{4D86BB01-A3EB-C2A9-A202-715D43E2019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fld id="{4F4F5A1F-9880-3D49-86B8-93D66469016A}" type="slidenum">
              <a:rPr lang="ar-SA" altLang="ko-KR" sz="1000" b="0"/>
              <a:pPr/>
              <a:t>36</a:t>
            </a:fld>
            <a:endParaRPr lang="en-US" altLang="ko-KR" sz="1000" b="0">
              <a:cs typeface="Arial" panose="020B0604020202020204" pitchFamily="34" charset="0"/>
            </a:endParaRPr>
          </a:p>
        </p:txBody>
      </p:sp>
      <p:sp>
        <p:nvSpPr>
          <p:cNvPr id="76803" name="Rectangle 2">
            <a:extLst>
              <a:ext uri="{FF2B5EF4-FFF2-40B4-BE49-F238E27FC236}">
                <a16:creationId xmlns:a16="http://schemas.microsoft.com/office/drawing/2014/main" id="{5D30A65E-1206-C51C-3065-A12972EB428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-1897063" y="952500"/>
            <a:ext cx="8759826" cy="4927600"/>
          </a:xfrm>
          <a:ln w="12699" cap="flat">
            <a:solidFill>
              <a:schemeClr val="tx1"/>
            </a:solidFill>
            <a:miter lim="800000"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53535514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5">
            <a:extLst>
              <a:ext uri="{FF2B5EF4-FFF2-40B4-BE49-F238E27FC236}">
                <a16:creationId xmlns:a16="http://schemas.microsoft.com/office/drawing/2014/main" id="{3399AD63-3D9C-C5E1-0252-55C44653537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fld id="{039C5558-174C-0A4A-93E5-BCAA57411253}" type="slidenum">
              <a:rPr lang="ar-SA" altLang="ko-KR" sz="1000" b="0"/>
              <a:pPr/>
              <a:t>37</a:t>
            </a:fld>
            <a:endParaRPr lang="en-US" altLang="ko-KR" sz="1000" b="0">
              <a:cs typeface="Arial" panose="020B0604020202020204" pitchFamily="34" charset="0"/>
            </a:endParaRPr>
          </a:p>
        </p:txBody>
      </p:sp>
      <p:sp>
        <p:nvSpPr>
          <p:cNvPr id="77827" name="Rectangle 2">
            <a:extLst>
              <a:ext uri="{FF2B5EF4-FFF2-40B4-BE49-F238E27FC236}">
                <a16:creationId xmlns:a16="http://schemas.microsoft.com/office/drawing/2014/main" id="{5D648435-1009-E7FE-D278-F2106AD4CF1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-1897063" y="952500"/>
            <a:ext cx="8759826" cy="4927600"/>
          </a:xfrm>
          <a:ln w="12699" cap="flat">
            <a:solidFill>
              <a:schemeClr val="tx1"/>
            </a:solidFill>
            <a:miter lim="800000"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26469039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5498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54298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37597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605294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558554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68192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54989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21137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32012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528024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1106805"/>
            <a:ext cx="4011084" cy="32829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452049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5039043"/>
            <a:ext cx="7315200" cy="32829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IN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193918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30237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818915" y="220663"/>
            <a:ext cx="1125436" cy="59055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8967" y="220663"/>
            <a:ext cx="8606367" cy="590550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06556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25">
          <a:fgClr>
            <a:schemeClr val="accent6">
              <a:lumMod val="20000"/>
              <a:lumOff val="8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3">
            <a:extLst>
              <a:ext uri="{FF2B5EF4-FFF2-40B4-BE49-F238E27FC236}">
                <a16:creationId xmlns:a16="http://schemas.microsoft.com/office/drawing/2014/main" id="{36846E1A-A700-F6FE-ADA0-B9A0B3D3104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98967" y="220663"/>
            <a:ext cx="11745384" cy="5498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3500" tIns="25400" rIns="63500" bIns="2540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altLang="ko-KR"/>
              <a:t>0 ©  D X$t t</a:t>
            </a:r>
            <a:r>
              <a:rPr lang="ko-KR" altLang="en-US"/>
              <a:t>仗</a:t>
            </a:r>
            <a:r>
              <a:rPr lang="en-US" altLang="ko-KR"/>
              <a:t>$.</a:t>
            </a:r>
          </a:p>
        </p:txBody>
      </p:sp>
      <p:sp>
        <p:nvSpPr>
          <p:cNvPr id="1042" name="Line 18">
            <a:extLst>
              <a:ext uri="{FF2B5EF4-FFF2-40B4-BE49-F238E27FC236}">
                <a16:creationId xmlns:a16="http://schemas.microsoft.com/office/drawing/2014/main" id="{6E855334-6F88-01EC-70EC-CD67E9870ABF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762000"/>
            <a:ext cx="11882967" cy="0"/>
          </a:xfrm>
          <a:prstGeom prst="line">
            <a:avLst/>
          </a:prstGeom>
          <a:noFill/>
          <a:ln w="57150" cmpd="thinThick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IN" sz="1400">
              <a:latin typeface="Arial" charset="0"/>
              <a:ea typeface="돋움" pitchFamily="50" charset="-127"/>
            </a:endParaRPr>
          </a:p>
        </p:txBody>
      </p:sp>
      <p:sp>
        <p:nvSpPr>
          <p:cNvPr id="1043" name="Rectangle 19">
            <a:extLst>
              <a:ext uri="{FF2B5EF4-FFF2-40B4-BE49-F238E27FC236}">
                <a16:creationId xmlns:a16="http://schemas.microsoft.com/office/drawing/2014/main" id="{FD2E6D2B-DBC7-D13D-42F8-EABC645FE5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1" y="238125"/>
            <a:ext cx="11849100" cy="6372225"/>
          </a:xfrm>
          <a:prstGeom prst="rect">
            <a:avLst/>
          </a:prstGeom>
          <a:noFill/>
          <a:ln w="63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IN" sz="1400">
              <a:latin typeface="Arial" charset="0"/>
              <a:ea typeface="돋움" pitchFamily="50" charset="-127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7620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+mj-lt"/>
          <a:ea typeface="+mj-ea"/>
          <a:cs typeface="+mj-cs"/>
        </a:defRPr>
      </a:lvl1pPr>
      <a:lvl2pPr algn="ctr" defTabSz="7620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Arial" charset="0"/>
          <a:ea typeface="돋움" pitchFamily="50" charset="-127"/>
        </a:defRPr>
      </a:lvl2pPr>
      <a:lvl3pPr algn="ctr" defTabSz="7620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Arial" charset="0"/>
          <a:ea typeface="돋움" pitchFamily="50" charset="-127"/>
        </a:defRPr>
      </a:lvl3pPr>
      <a:lvl4pPr algn="ctr" defTabSz="7620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Arial" charset="0"/>
          <a:ea typeface="돋움" pitchFamily="50" charset="-127"/>
        </a:defRPr>
      </a:lvl4pPr>
      <a:lvl5pPr algn="ctr" defTabSz="7620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Arial" charset="0"/>
          <a:ea typeface="돋움" pitchFamily="50" charset="-127"/>
        </a:defRPr>
      </a:lvl5pPr>
      <a:lvl6pPr marL="457200" algn="ctr" defTabSz="7620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Arial" charset="0"/>
          <a:ea typeface="돋움" pitchFamily="50" charset="-127"/>
        </a:defRPr>
      </a:lvl6pPr>
      <a:lvl7pPr marL="914400" algn="ctr" defTabSz="7620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Arial" charset="0"/>
          <a:ea typeface="돋움" pitchFamily="50" charset="-127"/>
        </a:defRPr>
      </a:lvl7pPr>
      <a:lvl8pPr marL="1371600" algn="ctr" defTabSz="7620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Arial" charset="0"/>
          <a:ea typeface="돋움" pitchFamily="50" charset="-127"/>
        </a:defRPr>
      </a:lvl8pPr>
      <a:lvl9pPr marL="1828800" algn="ctr" defTabSz="7620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Arial" charset="0"/>
          <a:ea typeface="돋움" pitchFamily="50" charset="-127"/>
        </a:defRPr>
      </a:lvl9pPr>
    </p:titleStyle>
    <p:bodyStyle>
      <a:lvl1pPr marL="285750" indent="-285750" algn="l" defTabSz="762000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•"/>
        <a:defRPr kumimoji="1" sz="2400" b="1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762000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–"/>
        <a:defRPr kumimoji="1" sz="2800" b="1">
          <a:solidFill>
            <a:schemeClr val="tx1"/>
          </a:solidFill>
          <a:latin typeface="+mn-lt"/>
          <a:ea typeface="+mn-ea"/>
        </a:defRPr>
      </a:lvl2pPr>
      <a:lvl3pPr marL="1143000" indent="-228600" algn="l" defTabSz="762000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»"/>
        <a:defRPr kumimoji="1" sz="2400" b="1">
          <a:solidFill>
            <a:schemeClr val="tx1"/>
          </a:solidFill>
          <a:latin typeface="+mn-lt"/>
          <a:ea typeface="+mn-ea"/>
        </a:defRPr>
      </a:lvl3pPr>
      <a:lvl4pPr marL="1543050" indent="-171450" algn="l" defTabSz="762000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•"/>
        <a:defRPr kumimoji="1" sz="1400" b="1">
          <a:solidFill>
            <a:schemeClr val="tx1"/>
          </a:solidFill>
          <a:latin typeface="+mn-lt"/>
          <a:ea typeface="+mn-ea"/>
        </a:defRPr>
      </a:lvl4pPr>
      <a:lvl5pPr marL="2000250" indent="-171450" algn="l" defTabSz="762000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–"/>
        <a:defRPr kumimoji="1" sz="1400" b="1">
          <a:solidFill>
            <a:schemeClr val="tx1"/>
          </a:solidFill>
          <a:latin typeface="+mn-lt"/>
          <a:ea typeface="+mn-ea"/>
        </a:defRPr>
      </a:lvl5pPr>
      <a:lvl6pPr marL="2457450" indent="-171450" algn="l" defTabSz="762000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–"/>
        <a:defRPr kumimoji="1" sz="1400" b="1">
          <a:solidFill>
            <a:schemeClr val="tx1"/>
          </a:solidFill>
          <a:latin typeface="+mn-lt"/>
          <a:ea typeface="+mn-ea"/>
        </a:defRPr>
      </a:lvl6pPr>
      <a:lvl7pPr marL="2914650" indent="-171450" algn="l" defTabSz="762000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–"/>
        <a:defRPr kumimoji="1" sz="1400" b="1">
          <a:solidFill>
            <a:schemeClr val="tx1"/>
          </a:solidFill>
          <a:latin typeface="+mn-lt"/>
          <a:ea typeface="+mn-ea"/>
        </a:defRPr>
      </a:lvl7pPr>
      <a:lvl8pPr marL="3371850" indent="-171450" algn="l" defTabSz="762000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–"/>
        <a:defRPr kumimoji="1" sz="1400" b="1">
          <a:solidFill>
            <a:schemeClr val="tx1"/>
          </a:solidFill>
          <a:latin typeface="+mn-lt"/>
          <a:ea typeface="+mn-ea"/>
        </a:defRPr>
      </a:lvl8pPr>
      <a:lvl9pPr marL="3829050" indent="-171450" algn="l" defTabSz="762000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–"/>
        <a:defRPr kumimoji="1" sz="14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emf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emf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1">
            <a:extLst>
              <a:ext uri="{FF2B5EF4-FFF2-40B4-BE49-F238E27FC236}">
                <a16:creationId xmlns:a16="http://schemas.microsoft.com/office/drawing/2014/main" id="{680BBCDB-4B50-D3B1-978A-E1AA77B025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9857" y="978277"/>
            <a:ext cx="11473542" cy="36824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65048" bIns="0" anchor="ctr">
            <a:spAutoFit/>
          </a:bodyPr>
          <a:lstStyle>
            <a:lvl1pPr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altLang="en-US" sz="2000" dirty="0"/>
              <a:t>Pipeline and Vector Processing </a:t>
            </a:r>
          </a:p>
          <a:p>
            <a:pPr marL="285750" indent="-285750" algn="just">
              <a:lnSpc>
                <a:spcPct val="150000"/>
              </a:lnSpc>
              <a:buFont typeface="System Font Regular"/>
              <a:buChar char="⁃"/>
            </a:pPr>
            <a:r>
              <a:rPr lang="en-US" altLang="en-US" sz="2000" dirty="0"/>
              <a:t>Parallel Processing </a:t>
            </a:r>
          </a:p>
          <a:p>
            <a:pPr marL="285750" indent="-285750" algn="just">
              <a:lnSpc>
                <a:spcPct val="150000"/>
              </a:lnSpc>
              <a:buFont typeface="System Font Regular"/>
              <a:buChar char="⁃"/>
            </a:pPr>
            <a:r>
              <a:rPr lang="en-US" altLang="en-US" sz="2000" dirty="0"/>
              <a:t>Pipelining</a:t>
            </a:r>
          </a:p>
          <a:p>
            <a:pPr marL="1028700" lvl="1" algn="just">
              <a:lnSpc>
                <a:spcPct val="150000"/>
              </a:lnSpc>
              <a:buFont typeface="System Font Regular"/>
              <a:buChar char="⁃"/>
            </a:pPr>
            <a:r>
              <a:rPr lang="en-US" altLang="en-US" sz="2000" dirty="0"/>
              <a:t>Arithmetic Pipeline</a:t>
            </a:r>
          </a:p>
          <a:p>
            <a:pPr marL="1028700" lvl="1" algn="just">
              <a:lnSpc>
                <a:spcPct val="150000"/>
              </a:lnSpc>
              <a:buFont typeface="System Font Regular"/>
              <a:buChar char="⁃"/>
            </a:pPr>
            <a:r>
              <a:rPr lang="en-US" altLang="en-US" sz="2000" dirty="0"/>
              <a:t>Instruction pipeline </a:t>
            </a:r>
          </a:p>
          <a:p>
            <a:pPr marL="1028700" lvl="1" algn="just">
              <a:lnSpc>
                <a:spcPct val="150000"/>
              </a:lnSpc>
              <a:buFont typeface="System Font Regular"/>
              <a:buChar char="⁃"/>
            </a:pPr>
            <a:r>
              <a:rPr lang="en-US" altLang="en-US" sz="2000" dirty="0"/>
              <a:t>RISC pipeline </a:t>
            </a:r>
          </a:p>
          <a:p>
            <a:pPr marL="285750" indent="-285750" algn="just">
              <a:lnSpc>
                <a:spcPct val="150000"/>
              </a:lnSpc>
              <a:buFont typeface="System Font Regular"/>
              <a:buChar char="⁃"/>
            </a:pPr>
            <a:r>
              <a:rPr lang="en-US" altLang="en-US" sz="2000" dirty="0"/>
              <a:t>Vector Processing </a:t>
            </a:r>
          </a:p>
          <a:p>
            <a:pPr marL="285750" indent="-285750" algn="just">
              <a:lnSpc>
                <a:spcPct val="150000"/>
              </a:lnSpc>
              <a:buFont typeface="System Font Regular"/>
              <a:buChar char="⁃"/>
            </a:pPr>
            <a:r>
              <a:rPr lang="en-US" altLang="en-US" sz="2000" dirty="0"/>
              <a:t>Array Processors</a:t>
            </a:r>
            <a:endParaRPr lang="en-US" altLang="en-US" sz="2400" dirty="0"/>
          </a:p>
        </p:txBody>
      </p:sp>
      <p:sp>
        <p:nvSpPr>
          <p:cNvPr id="2051" name="Rectangle 4">
            <a:extLst>
              <a:ext uri="{FF2B5EF4-FFF2-40B4-BE49-F238E27FC236}">
                <a16:creationId xmlns:a16="http://schemas.microsoft.com/office/drawing/2014/main" id="{E32D4236-355A-0A01-7F18-221F366A13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71281" y="302080"/>
            <a:ext cx="1449436" cy="4247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 algn="ctr"/>
            <a:r>
              <a:rPr lang="en-US" altLang="en-US" sz="2400" dirty="0"/>
              <a:t>UNIT – V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06688574-A343-5A04-0CCF-E9605E7462E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157414" y="318535"/>
            <a:ext cx="7902575" cy="383695"/>
          </a:xfrm>
          <a:noFill/>
        </p:spPr>
        <p:txBody>
          <a:bodyPr anchor="ctr"/>
          <a:lstStyle/>
          <a:p>
            <a:r>
              <a:rPr lang="en-US" altLang="ko-KR" sz="2400">
                <a:solidFill>
                  <a:schemeClr val="tx1"/>
                </a:solidFill>
              </a:rPr>
              <a:t>PARALLEL  PROCESSING</a:t>
            </a: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2EC37E31-5826-26A1-042A-3BC1E8AEAB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8550" y="1143000"/>
            <a:ext cx="3448050" cy="196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endParaRPr lang="en-IN" altLang="en-US"/>
          </a:p>
        </p:txBody>
      </p:sp>
      <p:sp>
        <p:nvSpPr>
          <p:cNvPr id="4100" name="Rectangle 4">
            <a:extLst>
              <a:ext uri="{FF2B5EF4-FFF2-40B4-BE49-F238E27FC236}">
                <a16:creationId xmlns:a16="http://schemas.microsoft.com/office/drawing/2014/main" id="{44FF4513-4AAA-A756-9F89-0401F1FFE8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01926" y="1416051"/>
            <a:ext cx="7720013" cy="157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endParaRPr lang="en-IN" altLang="en-US"/>
          </a:p>
        </p:txBody>
      </p:sp>
      <p:sp>
        <p:nvSpPr>
          <p:cNvPr id="4103" name="Rectangle 7">
            <a:extLst>
              <a:ext uri="{FF2B5EF4-FFF2-40B4-BE49-F238E27FC236}">
                <a16:creationId xmlns:a16="http://schemas.microsoft.com/office/drawing/2014/main" id="{687B2B28-06B6-9301-0416-279C539623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0812" y="1073749"/>
            <a:ext cx="6049265" cy="43655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075" tIns="46038" rIns="92075" bIns="46038">
            <a:spAutoFit/>
          </a:bodyPr>
          <a:lstStyle>
            <a:lvl1pPr marL="342900" indent="-3429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5715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 marL="285750" marR="547370" indent="-285750" algn="just">
              <a:lnSpc>
                <a:spcPct val="78000"/>
              </a:lnSpc>
              <a:spcBef>
                <a:spcPts val="555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</a:t>
            </a:r>
            <a:r>
              <a:rPr lang="en-US" sz="1800" spc="-65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parallel</a:t>
            </a:r>
            <a:r>
              <a:rPr lang="en-US" sz="1800" spc="-6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processing</a:t>
            </a:r>
            <a:r>
              <a:rPr lang="en-US" sz="1800" spc="-55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system</a:t>
            </a:r>
            <a:r>
              <a:rPr lang="en-US" sz="1800" spc="-35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is</a:t>
            </a:r>
            <a:r>
              <a:rPr lang="en-US" sz="1800" spc="-65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able</a:t>
            </a:r>
            <a:r>
              <a:rPr lang="en-US" sz="1800" spc="-65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to</a:t>
            </a:r>
            <a:r>
              <a:rPr lang="en-US" sz="1800" spc="-65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perform</a:t>
            </a:r>
            <a:r>
              <a:rPr lang="en-US" sz="1800" spc="-65" dirty="0">
                <a:latin typeface="Calibri" panose="020F0502020204030204" pitchFamily="34" charset="0"/>
                <a:ea typeface="Calibri" panose="020F0502020204030204" pitchFamily="34" charset="0"/>
              </a:rPr>
              <a:t> concurrent data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processing</a:t>
            </a:r>
            <a:r>
              <a:rPr lang="en-US" sz="1800" spc="-25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to</a:t>
            </a:r>
            <a:r>
              <a:rPr lang="en-US" sz="1800" spc="-25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achieve faster</a:t>
            </a:r>
            <a:r>
              <a:rPr lang="en-US" sz="1800" spc="-1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execution</a:t>
            </a:r>
            <a:r>
              <a:rPr lang="en-US" sz="1800" spc="-25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time.</a:t>
            </a:r>
            <a:endParaRPr lang="en-IN" sz="1800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285750" marR="547370" indent="-285750">
              <a:lnSpc>
                <a:spcPct val="78000"/>
              </a:lnSpc>
              <a:spcBef>
                <a:spcPts val="555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The</a:t>
            </a:r>
            <a:r>
              <a:rPr lang="en-US" sz="1800" spc="-3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system</a:t>
            </a:r>
            <a:r>
              <a:rPr lang="en-US" sz="1800" spc="-3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may</a:t>
            </a:r>
            <a:r>
              <a:rPr lang="en-US" sz="1800" spc="-25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have</a:t>
            </a:r>
            <a:r>
              <a:rPr lang="en-US" sz="1800" spc="-4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two</a:t>
            </a:r>
            <a:r>
              <a:rPr lang="en-US" sz="1800" spc="-45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or</a:t>
            </a:r>
            <a:r>
              <a:rPr lang="en-US" sz="1800" spc="-4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more</a:t>
            </a:r>
            <a:r>
              <a:rPr lang="en-US" sz="1800" spc="-4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ALUs</a:t>
            </a:r>
            <a:r>
              <a:rPr lang="en-US" sz="1800" spc="-45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and</a:t>
            </a:r>
            <a:r>
              <a:rPr lang="en-US" sz="1800" spc="-35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be</a:t>
            </a:r>
            <a:r>
              <a:rPr lang="en-US" sz="1800" spc="-4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able</a:t>
            </a:r>
            <a:r>
              <a:rPr lang="en-US" sz="1800" spc="-25" dirty="0"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to</a:t>
            </a:r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execute</a:t>
            </a:r>
            <a:r>
              <a:rPr lang="en-US" sz="1800" spc="-1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two</a:t>
            </a:r>
            <a:r>
              <a:rPr lang="en-US" sz="1800" spc="-35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or</a:t>
            </a:r>
            <a:r>
              <a:rPr lang="en-US" sz="1800" spc="-35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more</a:t>
            </a:r>
            <a:r>
              <a:rPr lang="en-US" sz="1800" spc="-2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instructions</a:t>
            </a:r>
            <a:r>
              <a:rPr lang="en-US" sz="1800" spc="-25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at</a:t>
            </a:r>
            <a:r>
              <a:rPr lang="en-US" sz="1800" spc="-35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the</a:t>
            </a:r>
            <a:r>
              <a:rPr lang="en-US" sz="1800" spc="-1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same</a:t>
            </a:r>
            <a:r>
              <a:rPr lang="en-US" sz="1800" spc="-1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time.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285750" indent="-285750">
              <a:spcBef>
                <a:spcPts val="30"/>
              </a:spcBef>
              <a:buFont typeface="Arial" panose="020B0604020202020204" pitchFamily="34" charset="0"/>
              <a:buChar char="•"/>
            </a:pP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285750" indent="-285750">
              <a:spcBef>
                <a:spcPts val="30"/>
              </a:spcBef>
              <a:buFont typeface="Arial" panose="020B0604020202020204" pitchFamily="34" charset="0"/>
              <a:buChar char="•"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Goal is to increase the throughput – the amount of</a:t>
            </a:r>
            <a:r>
              <a:rPr lang="en-US" sz="1800" spc="5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processing</a:t>
            </a:r>
            <a:r>
              <a:rPr lang="en-US" sz="1800" spc="-25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that</a:t>
            </a:r>
            <a:r>
              <a:rPr lang="en-US" sz="1800" spc="-3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can</a:t>
            </a:r>
            <a:r>
              <a:rPr lang="en-US" sz="1800" spc="-2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be</a:t>
            </a:r>
            <a:r>
              <a:rPr lang="en-US" sz="1800" spc="-3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accomplished</a:t>
            </a:r>
            <a:r>
              <a:rPr lang="en-US" sz="1800" spc="-5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during</a:t>
            </a:r>
            <a:r>
              <a:rPr lang="en-US" sz="1800" spc="-35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</a:t>
            </a:r>
            <a:r>
              <a:rPr lang="en-US" sz="1800" spc="-3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given</a:t>
            </a:r>
            <a:r>
              <a:rPr lang="en-US" sz="1800" spc="-25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interval</a:t>
            </a:r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of</a:t>
            </a:r>
            <a:r>
              <a:rPr lang="en-US" sz="1800" spc="-15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time.</a:t>
            </a:r>
            <a:endParaRPr lang="en-IN" sz="1800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285750" indent="-285750">
              <a:spcBef>
                <a:spcPts val="30"/>
              </a:spcBef>
              <a:buFont typeface="Arial" panose="020B0604020202020204" pitchFamily="34" charset="0"/>
              <a:buChar char="•"/>
            </a:pP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285750" indent="-285750">
              <a:lnSpc>
                <a:spcPts val="216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Parallel</a:t>
            </a:r>
            <a:r>
              <a:rPr lang="en-US" sz="1800" spc="-6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processing</a:t>
            </a:r>
            <a:r>
              <a:rPr lang="en-US" sz="1800" spc="-5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is</a:t>
            </a:r>
            <a:r>
              <a:rPr lang="en-US" sz="1800" spc="-6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established</a:t>
            </a:r>
            <a:r>
              <a:rPr lang="en-US" sz="1800" spc="-4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by</a:t>
            </a:r>
            <a:r>
              <a:rPr lang="en-US" sz="1800" spc="-55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distributing</a:t>
            </a:r>
            <a:r>
              <a:rPr lang="en-US" sz="1800" spc="-55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data among multiple functional units.</a:t>
            </a:r>
            <a:r>
              <a:rPr lang="en-IN" sz="2800" dirty="0">
                <a:effectLst/>
              </a:rPr>
              <a:t> </a:t>
            </a:r>
          </a:p>
          <a:p>
            <a:pPr marL="585788" lvl="2" indent="-185738">
              <a:lnSpc>
                <a:spcPct val="89000"/>
              </a:lnSpc>
              <a:spcBef>
                <a:spcPct val="43000"/>
              </a:spcBef>
              <a:buFont typeface="Arial" panose="020B0604020202020204" pitchFamily="34" charset="0"/>
              <a:buChar char="•"/>
            </a:pPr>
            <a:r>
              <a:rPr lang="en-US" sz="1600" b="1" i="1" dirty="0">
                <a:solidFill>
                  <a:srgbClr val="FF6600"/>
                </a:solidFill>
                <a:effectLst/>
                <a:latin typeface="Arial" panose="020B0604020202020204" pitchFamily="34" charset="0"/>
                <a:ea typeface="Arial MT"/>
                <a:cs typeface="Arial MT"/>
              </a:rPr>
              <a:t>Separate</a:t>
            </a:r>
            <a:r>
              <a:rPr lang="en-US" sz="1600" b="1" i="1" spc="-25" dirty="0">
                <a:solidFill>
                  <a:srgbClr val="FF6600"/>
                </a:solidFill>
                <a:effectLst/>
                <a:latin typeface="Arial" panose="020B0604020202020204" pitchFamily="34" charset="0"/>
                <a:ea typeface="Arial MT"/>
                <a:cs typeface="Arial MT"/>
              </a:rPr>
              <a:t> </a:t>
            </a:r>
            <a:r>
              <a:rPr lang="en-US" sz="1600" b="1" i="1" dirty="0">
                <a:solidFill>
                  <a:srgbClr val="FF6600"/>
                </a:solidFill>
                <a:effectLst/>
                <a:latin typeface="Arial" panose="020B0604020202020204" pitchFamily="34" charset="0"/>
                <a:ea typeface="Arial MT"/>
                <a:cs typeface="Arial MT"/>
              </a:rPr>
              <a:t>the</a:t>
            </a:r>
            <a:r>
              <a:rPr lang="en-US" sz="1600" b="1" i="1" spc="-15" dirty="0">
                <a:solidFill>
                  <a:srgbClr val="FF6600"/>
                </a:solidFill>
                <a:effectLst/>
                <a:latin typeface="Arial" panose="020B0604020202020204" pitchFamily="34" charset="0"/>
                <a:ea typeface="Arial MT"/>
                <a:cs typeface="Arial MT"/>
              </a:rPr>
              <a:t> </a:t>
            </a:r>
            <a:r>
              <a:rPr lang="en-US" sz="1600" b="1" i="1" dirty="0">
                <a:solidFill>
                  <a:srgbClr val="FF6600"/>
                </a:solidFill>
                <a:effectLst/>
                <a:latin typeface="Arial" panose="020B0604020202020204" pitchFamily="34" charset="0"/>
                <a:ea typeface="Arial MT"/>
                <a:cs typeface="Arial MT"/>
              </a:rPr>
              <a:t>execution</a:t>
            </a:r>
            <a:r>
              <a:rPr lang="en-US" sz="1600" b="1" i="1" spc="5" dirty="0">
                <a:solidFill>
                  <a:srgbClr val="FF6600"/>
                </a:solidFill>
                <a:effectLst/>
                <a:latin typeface="Arial" panose="020B0604020202020204" pitchFamily="34" charset="0"/>
                <a:ea typeface="Arial MT"/>
                <a:cs typeface="Arial MT"/>
              </a:rPr>
              <a:t> </a:t>
            </a:r>
            <a:r>
              <a:rPr lang="en-US" sz="1600" b="1" i="1" dirty="0">
                <a:solidFill>
                  <a:srgbClr val="FF6600"/>
                </a:solidFill>
                <a:effectLst/>
                <a:latin typeface="Arial" panose="020B0604020202020204" pitchFamily="34" charset="0"/>
                <a:ea typeface="Arial MT"/>
                <a:cs typeface="Arial MT"/>
              </a:rPr>
              <a:t>unit</a:t>
            </a:r>
            <a:r>
              <a:rPr lang="en-US" sz="1600" b="1" i="1" spc="-5" dirty="0">
                <a:solidFill>
                  <a:srgbClr val="FF6600"/>
                </a:solidFill>
                <a:effectLst/>
                <a:latin typeface="Arial" panose="020B0604020202020204" pitchFamily="34" charset="0"/>
                <a:ea typeface="Arial MT"/>
                <a:cs typeface="Arial MT"/>
              </a:rPr>
              <a:t> </a:t>
            </a:r>
            <a:r>
              <a:rPr lang="en-US" sz="1600" b="1" i="1" dirty="0">
                <a:solidFill>
                  <a:srgbClr val="FF6600"/>
                </a:solidFill>
                <a:effectLst/>
                <a:latin typeface="Arial" panose="020B0604020202020204" pitchFamily="34" charset="0"/>
                <a:ea typeface="Arial MT"/>
                <a:cs typeface="Arial MT"/>
              </a:rPr>
              <a:t>into</a:t>
            </a:r>
            <a:r>
              <a:rPr lang="en-US" sz="1600" b="1" i="1" spc="-5" dirty="0">
                <a:solidFill>
                  <a:srgbClr val="FF6600"/>
                </a:solidFill>
                <a:effectLst/>
                <a:latin typeface="Arial" panose="020B0604020202020204" pitchFamily="34" charset="0"/>
                <a:ea typeface="Arial MT"/>
                <a:cs typeface="Arial MT"/>
              </a:rPr>
              <a:t> </a:t>
            </a:r>
            <a:r>
              <a:rPr lang="en-US" sz="1600" b="1" i="1" dirty="0">
                <a:solidFill>
                  <a:srgbClr val="FF6600"/>
                </a:solidFill>
                <a:effectLst/>
                <a:latin typeface="Arial" panose="020B0604020202020204" pitchFamily="34" charset="0"/>
                <a:ea typeface="Arial MT"/>
                <a:cs typeface="Arial MT"/>
              </a:rPr>
              <a:t>eight</a:t>
            </a:r>
            <a:r>
              <a:rPr lang="en-US" sz="1600" i="1" spc="10" dirty="0">
                <a:solidFill>
                  <a:srgbClr val="FF6600"/>
                </a:solidFill>
                <a:ea typeface="Arial MT"/>
                <a:cs typeface="Arial MT"/>
              </a:rPr>
              <a:t> </a:t>
            </a:r>
            <a:r>
              <a:rPr lang="en-US" sz="1600" b="1" i="1" dirty="0">
                <a:solidFill>
                  <a:srgbClr val="FF6600"/>
                </a:solidFill>
                <a:effectLst/>
                <a:latin typeface="Arial" panose="020B0604020202020204" pitchFamily="34" charset="0"/>
                <a:ea typeface="Arial MT"/>
                <a:cs typeface="Arial MT"/>
              </a:rPr>
              <a:t>functional</a:t>
            </a:r>
            <a:r>
              <a:rPr lang="en-US" sz="1600" b="1" i="1" spc="25" dirty="0">
                <a:solidFill>
                  <a:srgbClr val="FF6600"/>
                </a:solidFill>
                <a:effectLst/>
                <a:latin typeface="Arial" panose="020B0604020202020204" pitchFamily="34" charset="0"/>
                <a:ea typeface="Arial MT"/>
                <a:cs typeface="Arial MT"/>
              </a:rPr>
              <a:t> </a:t>
            </a:r>
            <a:r>
              <a:rPr lang="en-US" sz="1600" b="1" i="1" dirty="0">
                <a:solidFill>
                  <a:srgbClr val="FF6600"/>
                </a:solidFill>
                <a:effectLst/>
                <a:latin typeface="Arial" panose="020B0604020202020204" pitchFamily="34" charset="0"/>
                <a:ea typeface="Arial MT"/>
                <a:cs typeface="Arial MT"/>
              </a:rPr>
              <a:t>units</a:t>
            </a:r>
            <a:r>
              <a:rPr lang="en-US" sz="1600" b="1" i="1" spc="-5" dirty="0">
                <a:solidFill>
                  <a:srgbClr val="FF6600"/>
                </a:solidFill>
                <a:effectLst/>
                <a:latin typeface="Arial" panose="020B0604020202020204" pitchFamily="34" charset="0"/>
                <a:ea typeface="Arial MT"/>
                <a:cs typeface="Arial MT"/>
              </a:rPr>
              <a:t> </a:t>
            </a:r>
            <a:r>
              <a:rPr lang="en-US" sz="1600" b="1" i="1" dirty="0">
                <a:solidFill>
                  <a:srgbClr val="FF6600"/>
                </a:solidFill>
                <a:effectLst/>
                <a:latin typeface="Arial" panose="020B0604020202020204" pitchFamily="34" charset="0"/>
                <a:ea typeface="Arial MT"/>
                <a:cs typeface="Arial MT"/>
              </a:rPr>
              <a:t>operating</a:t>
            </a:r>
            <a:r>
              <a:rPr lang="en-US" sz="1600" b="1" i="1" spc="5" dirty="0">
                <a:solidFill>
                  <a:srgbClr val="FF6600"/>
                </a:solidFill>
                <a:effectLst/>
                <a:latin typeface="Arial" panose="020B0604020202020204" pitchFamily="34" charset="0"/>
                <a:ea typeface="Arial MT"/>
                <a:cs typeface="Arial MT"/>
              </a:rPr>
              <a:t> in parallel.</a:t>
            </a:r>
          </a:p>
          <a:p>
            <a:pPr marL="585788" lvl="2" indent="-185738">
              <a:lnSpc>
                <a:spcPct val="89000"/>
              </a:lnSpc>
              <a:spcBef>
                <a:spcPct val="43000"/>
              </a:spcBef>
              <a:buFont typeface="Arial" panose="020B0604020202020204" pitchFamily="34" charset="0"/>
              <a:buChar char="•"/>
            </a:pPr>
            <a:r>
              <a:rPr lang="en-US" altLang="ko-KR" sz="1600" i="1" spc="5" dirty="0">
                <a:solidFill>
                  <a:srgbClr val="FF6600"/>
                </a:solidFill>
              </a:rPr>
              <a:t>Operands in registers are given to one of units depending on the operation specified by instruction.</a:t>
            </a:r>
            <a:endParaRPr lang="en-US" altLang="ko-KR" sz="1800" dirty="0"/>
          </a:p>
        </p:txBody>
      </p:sp>
      <p:pic>
        <p:nvPicPr>
          <p:cNvPr id="1028" name="Picture 4" descr="Computer Organization and Architecture (Parallel Processing) - UPSC FEVER">
            <a:extLst>
              <a:ext uri="{FF2B5EF4-FFF2-40B4-BE49-F238E27FC236}">
                <a16:creationId xmlns:a16="http://schemas.microsoft.com/office/drawing/2014/main" id="{E094D8BD-0EE9-FAB3-44A4-64D35BE5A63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18"/>
          <a:stretch/>
        </p:blipFill>
        <p:spPr bwMode="auto">
          <a:xfrm>
            <a:off x="6108701" y="918846"/>
            <a:ext cx="5811837" cy="56206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2CEE6955-C2D8-39A2-8058-2C758514FB8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70125" y="309010"/>
            <a:ext cx="7754938" cy="383695"/>
          </a:xfrm>
          <a:noFill/>
        </p:spPr>
        <p:txBody>
          <a:bodyPr anchor="ctr"/>
          <a:lstStyle/>
          <a:p>
            <a:r>
              <a:rPr lang="en-US" altLang="ko-KR" sz="2400">
                <a:solidFill>
                  <a:schemeClr val="tx1"/>
                </a:solidFill>
              </a:rPr>
              <a:t>PARALLEL  COMPUTERS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23F36617-A5FC-124F-B761-4FAF10177A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59126" y="1108076"/>
            <a:ext cx="34925" cy="131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endParaRPr lang="en-IN" altLang="en-US"/>
          </a:p>
        </p:txBody>
      </p:sp>
      <p:sp>
        <p:nvSpPr>
          <p:cNvPr id="5125" name="Rectangle 5">
            <a:extLst>
              <a:ext uri="{FF2B5EF4-FFF2-40B4-BE49-F238E27FC236}">
                <a16:creationId xmlns:a16="http://schemas.microsoft.com/office/drawing/2014/main" id="{49B19425-8B47-63C2-57BB-D1E34109CD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79689" y="3095626"/>
            <a:ext cx="34925" cy="131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endParaRPr lang="en-IN" altLang="en-US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B709848-B401-A91D-E9FA-9F6B4B014240}"/>
              </a:ext>
            </a:extLst>
          </p:cNvPr>
          <p:cNvGrpSpPr/>
          <p:nvPr/>
        </p:nvGrpSpPr>
        <p:grpSpPr>
          <a:xfrm>
            <a:off x="2355927" y="4504290"/>
            <a:ext cx="5534026" cy="2044700"/>
            <a:chOff x="2333625" y="4279900"/>
            <a:chExt cx="5534026" cy="2044700"/>
          </a:xfrm>
        </p:grpSpPr>
        <p:sp>
          <p:nvSpPr>
            <p:cNvPr id="5126" name="Rectangle 6">
              <a:extLst>
                <a:ext uri="{FF2B5EF4-FFF2-40B4-BE49-F238E27FC236}">
                  <a16:creationId xmlns:a16="http://schemas.microsoft.com/office/drawing/2014/main" id="{26405F47-C608-98FD-010B-8CB2C06E7F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72051" y="4335463"/>
              <a:ext cx="2821285" cy="3157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3500" tIns="25400" rIns="63500" bIns="25400">
              <a:spAutoFit/>
            </a:bodyPr>
            <a:lstStyle>
              <a:lvl1pPr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1pPr>
              <a:lvl2pPr marL="742950" indent="-28575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2pPr>
              <a:lvl3pPr marL="11430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3pPr>
              <a:lvl4pPr marL="16002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4pPr>
              <a:lvl5pPr marL="20574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5pPr>
              <a:lvl6pPr marL="25146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6pPr>
              <a:lvl7pPr marL="29718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7pPr>
              <a:lvl8pPr marL="34290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8pPr>
              <a:lvl9pPr marL="38862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9pPr>
            </a:lstStyle>
            <a:p>
              <a:pPr>
                <a:lnSpc>
                  <a:spcPct val="102000"/>
                </a:lnSpc>
              </a:pPr>
              <a:r>
                <a:rPr lang="en-US" altLang="ko-KR" sz="1800" dirty="0"/>
                <a:t>Number of </a:t>
              </a:r>
              <a:r>
                <a:rPr lang="en-US" altLang="ko-KR" sz="1800" i="1" dirty="0"/>
                <a:t>Data Streams</a:t>
              </a:r>
            </a:p>
          </p:txBody>
        </p:sp>
        <p:sp>
          <p:nvSpPr>
            <p:cNvPr id="5127" name="Rectangle 7">
              <a:extLst>
                <a:ext uri="{FF2B5EF4-FFF2-40B4-BE49-F238E27FC236}">
                  <a16:creationId xmlns:a16="http://schemas.microsoft.com/office/drawing/2014/main" id="{114D26C6-71DE-0416-E2AB-8FD49EC80C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28875" y="5284788"/>
              <a:ext cx="1308100" cy="889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3500" tIns="25400" rIns="63500" bIns="25400">
              <a:spAutoFit/>
            </a:bodyPr>
            <a:lstStyle>
              <a:lvl1pPr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1pPr>
              <a:lvl2pPr marL="742950" indent="-28575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2pPr>
              <a:lvl3pPr marL="11430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3pPr>
              <a:lvl4pPr marL="16002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4pPr>
              <a:lvl5pPr marL="20574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5pPr>
              <a:lvl6pPr marL="25146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6pPr>
              <a:lvl7pPr marL="29718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7pPr>
              <a:lvl8pPr marL="34290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8pPr>
              <a:lvl9pPr marL="38862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9pPr>
            </a:lstStyle>
            <a:p>
              <a:pPr>
                <a:lnSpc>
                  <a:spcPct val="102000"/>
                </a:lnSpc>
              </a:pPr>
              <a:r>
                <a:rPr lang="en-US" altLang="ko-KR" sz="1800"/>
                <a:t>Number of</a:t>
              </a:r>
            </a:p>
            <a:p>
              <a:pPr>
                <a:lnSpc>
                  <a:spcPct val="102000"/>
                </a:lnSpc>
              </a:pPr>
              <a:r>
                <a:rPr lang="en-US" altLang="ko-KR" sz="1800" i="1"/>
                <a:t>Instruction</a:t>
              </a:r>
            </a:p>
            <a:p>
              <a:pPr>
                <a:lnSpc>
                  <a:spcPct val="102000"/>
                </a:lnSpc>
              </a:pPr>
              <a:r>
                <a:rPr lang="en-US" altLang="ko-KR" sz="1800" i="1"/>
                <a:t>Streams</a:t>
              </a:r>
            </a:p>
          </p:txBody>
        </p:sp>
        <p:sp>
          <p:nvSpPr>
            <p:cNvPr id="5128" name="Rectangle 8">
              <a:extLst>
                <a:ext uri="{FF2B5EF4-FFF2-40B4-BE49-F238E27FC236}">
                  <a16:creationId xmlns:a16="http://schemas.microsoft.com/office/drawing/2014/main" id="{E0F75827-9702-2A0F-CD05-579F61D3DD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08425" y="5291138"/>
              <a:ext cx="820738" cy="3157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3500" tIns="25400" rIns="63500" bIns="25400">
              <a:spAutoFit/>
            </a:bodyPr>
            <a:lstStyle>
              <a:lvl1pPr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1pPr>
              <a:lvl2pPr marL="742950" indent="-28575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2pPr>
              <a:lvl3pPr marL="11430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3pPr>
              <a:lvl4pPr marL="16002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4pPr>
              <a:lvl5pPr marL="20574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5pPr>
              <a:lvl6pPr marL="25146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6pPr>
              <a:lvl7pPr marL="29718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7pPr>
              <a:lvl8pPr marL="34290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8pPr>
              <a:lvl9pPr marL="38862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9pPr>
            </a:lstStyle>
            <a:p>
              <a:pPr>
                <a:lnSpc>
                  <a:spcPct val="102000"/>
                </a:lnSpc>
              </a:pPr>
              <a:r>
                <a:rPr lang="en-US" altLang="ko-KR" sz="1800"/>
                <a:t>Single</a:t>
              </a:r>
            </a:p>
          </p:txBody>
        </p:sp>
        <p:sp>
          <p:nvSpPr>
            <p:cNvPr id="5129" name="Line 9">
              <a:extLst>
                <a:ext uri="{FF2B5EF4-FFF2-40B4-BE49-F238E27FC236}">
                  <a16:creationId xmlns:a16="http://schemas.microsoft.com/office/drawing/2014/main" id="{C8670110-BA73-C9BE-92AB-4F80B06857F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33626" y="5156200"/>
              <a:ext cx="5521325" cy="0"/>
            </a:xfrm>
            <a:prstGeom prst="line">
              <a:avLst/>
            </a:prstGeom>
            <a:noFill/>
            <a:ln w="25399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30" name="Line 10">
              <a:extLst>
                <a:ext uri="{FF2B5EF4-FFF2-40B4-BE49-F238E27FC236}">
                  <a16:creationId xmlns:a16="http://schemas.microsoft.com/office/drawing/2014/main" id="{D7CC4C03-2FD6-F903-6312-30F662F4E8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33626" y="6324600"/>
              <a:ext cx="5521325" cy="0"/>
            </a:xfrm>
            <a:prstGeom prst="line">
              <a:avLst/>
            </a:prstGeom>
            <a:noFill/>
            <a:ln w="25399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31" name="Line 11">
              <a:extLst>
                <a:ext uri="{FF2B5EF4-FFF2-40B4-BE49-F238E27FC236}">
                  <a16:creationId xmlns:a16="http://schemas.microsoft.com/office/drawing/2014/main" id="{DF3F2738-AE53-CA09-79DE-CCFA8BE75E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33625" y="5156200"/>
              <a:ext cx="0" cy="1168400"/>
            </a:xfrm>
            <a:prstGeom prst="line">
              <a:avLst/>
            </a:prstGeom>
            <a:noFill/>
            <a:ln w="25399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32" name="Line 12">
              <a:extLst>
                <a:ext uri="{FF2B5EF4-FFF2-40B4-BE49-F238E27FC236}">
                  <a16:creationId xmlns:a16="http://schemas.microsoft.com/office/drawing/2014/main" id="{B9C8819A-EB4B-C3D6-8993-087DA26955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94125" y="5156200"/>
              <a:ext cx="0" cy="1168400"/>
            </a:xfrm>
            <a:prstGeom prst="line">
              <a:avLst/>
            </a:prstGeom>
            <a:noFill/>
            <a:ln w="25399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33" name="Rectangle 13">
              <a:extLst>
                <a:ext uri="{FF2B5EF4-FFF2-40B4-BE49-F238E27FC236}">
                  <a16:creationId xmlns:a16="http://schemas.microsoft.com/office/drawing/2014/main" id="{9D4A75DD-B9F6-75CB-9A58-6DC9497BDA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27463" y="5862638"/>
              <a:ext cx="1000274" cy="3157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3500" tIns="25400" rIns="63500" bIns="25400">
              <a:spAutoFit/>
            </a:bodyPr>
            <a:lstStyle>
              <a:lvl1pPr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1pPr>
              <a:lvl2pPr marL="742950" indent="-28575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2pPr>
              <a:lvl3pPr marL="11430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3pPr>
              <a:lvl4pPr marL="16002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4pPr>
              <a:lvl5pPr marL="20574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5pPr>
              <a:lvl6pPr marL="25146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6pPr>
              <a:lvl7pPr marL="29718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7pPr>
              <a:lvl8pPr marL="34290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8pPr>
              <a:lvl9pPr marL="38862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9pPr>
            </a:lstStyle>
            <a:p>
              <a:pPr>
                <a:lnSpc>
                  <a:spcPct val="102000"/>
                </a:lnSpc>
              </a:pPr>
              <a:r>
                <a:rPr lang="en-US" altLang="ko-KR" sz="1800"/>
                <a:t>Multiple</a:t>
              </a:r>
            </a:p>
          </p:txBody>
        </p:sp>
        <p:sp>
          <p:nvSpPr>
            <p:cNvPr id="5134" name="Line 14">
              <a:extLst>
                <a:ext uri="{FF2B5EF4-FFF2-40B4-BE49-F238E27FC236}">
                  <a16:creationId xmlns:a16="http://schemas.microsoft.com/office/drawing/2014/main" id="{1973E60E-C861-96C5-50DF-365CA49DE8B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870450" y="4279900"/>
              <a:ext cx="0" cy="2044700"/>
            </a:xfrm>
            <a:prstGeom prst="line">
              <a:avLst/>
            </a:prstGeom>
            <a:noFill/>
            <a:ln w="25399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35" name="Line 15">
              <a:extLst>
                <a:ext uri="{FF2B5EF4-FFF2-40B4-BE49-F238E27FC236}">
                  <a16:creationId xmlns:a16="http://schemas.microsoft.com/office/drawing/2014/main" id="{76C9B57B-D403-1E6F-B96E-DB84C156D1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06826" y="5740400"/>
              <a:ext cx="4060825" cy="0"/>
            </a:xfrm>
            <a:prstGeom prst="line">
              <a:avLst/>
            </a:prstGeom>
            <a:noFill/>
            <a:ln w="25399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36" name="Line 16">
              <a:extLst>
                <a:ext uri="{FF2B5EF4-FFF2-40B4-BE49-F238E27FC236}">
                  <a16:creationId xmlns:a16="http://schemas.microsoft.com/office/drawing/2014/main" id="{584232C5-F5A2-28CA-83BF-E73EA89CBB4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867650" y="4279900"/>
              <a:ext cx="0" cy="2044700"/>
            </a:xfrm>
            <a:prstGeom prst="line">
              <a:avLst/>
            </a:prstGeom>
            <a:noFill/>
            <a:ln w="25399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37" name="Rectangle 17">
              <a:extLst>
                <a:ext uri="{FF2B5EF4-FFF2-40B4-BE49-F238E27FC236}">
                  <a16:creationId xmlns:a16="http://schemas.microsoft.com/office/drawing/2014/main" id="{27A17838-B5AF-F77F-C6B4-8C6C46266C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29225" y="4772025"/>
              <a:ext cx="820738" cy="3157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3500" tIns="25400" rIns="63500" bIns="25400">
              <a:spAutoFit/>
            </a:bodyPr>
            <a:lstStyle>
              <a:lvl1pPr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1pPr>
              <a:lvl2pPr marL="742950" indent="-28575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2pPr>
              <a:lvl3pPr marL="11430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3pPr>
              <a:lvl4pPr marL="16002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4pPr>
              <a:lvl5pPr marL="20574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5pPr>
              <a:lvl6pPr marL="25146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6pPr>
              <a:lvl7pPr marL="29718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7pPr>
              <a:lvl8pPr marL="34290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8pPr>
              <a:lvl9pPr marL="38862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9pPr>
            </a:lstStyle>
            <a:p>
              <a:pPr>
                <a:lnSpc>
                  <a:spcPct val="102000"/>
                </a:lnSpc>
              </a:pPr>
              <a:r>
                <a:rPr lang="en-US" altLang="ko-KR" sz="1800"/>
                <a:t>Single</a:t>
              </a:r>
            </a:p>
          </p:txBody>
        </p:sp>
        <p:sp>
          <p:nvSpPr>
            <p:cNvPr id="5138" name="Rectangle 18">
              <a:extLst>
                <a:ext uri="{FF2B5EF4-FFF2-40B4-BE49-F238E27FC236}">
                  <a16:creationId xmlns:a16="http://schemas.microsoft.com/office/drawing/2014/main" id="{358B8D12-7E1C-368C-DDF5-0377922167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43688" y="4772025"/>
              <a:ext cx="1000274" cy="3157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3500" tIns="25400" rIns="63500" bIns="25400">
              <a:spAutoFit/>
            </a:bodyPr>
            <a:lstStyle>
              <a:lvl1pPr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1pPr>
              <a:lvl2pPr marL="742950" indent="-28575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2pPr>
              <a:lvl3pPr marL="11430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3pPr>
              <a:lvl4pPr marL="16002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4pPr>
              <a:lvl5pPr marL="20574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5pPr>
              <a:lvl6pPr marL="25146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6pPr>
              <a:lvl7pPr marL="29718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7pPr>
              <a:lvl8pPr marL="34290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8pPr>
              <a:lvl9pPr marL="38862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9pPr>
            </a:lstStyle>
            <a:p>
              <a:pPr>
                <a:lnSpc>
                  <a:spcPct val="102000"/>
                </a:lnSpc>
              </a:pPr>
              <a:r>
                <a:rPr lang="en-US" altLang="ko-KR" sz="1800"/>
                <a:t>Multiple</a:t>
              </a:r>
            </a:p>
          </p:txBody>
        </p:sp>
        <p:sp>
          <p:nvSpPr>
            <p:cNvPr id="5139" name="Line 19">
              <a:extLst>
                <a:ext uri="{FF2B5EF4-FFF2-40B4-BE49-F238E27FC236}">
                  <a16:creationId xmlns:a16="http://schemas.microsoft.com/office/drawing/2014/main" id="{B68CDD54-660B-3CAF-2214-04CC6ADFC66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70450" y="4283075"/>
              <a:ext cx="2997200" cy="0"/>
            </a:xfrm>
            <a:prstGeom prst="line">
              <a:avLst/>
            </a:prstGeom>
            <a:noFill/>
            <a:ln w="25399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40" name="Line 20">
              <a:extLst>
                <a:ext uri="{FF2B5EF4-FFF2-40B4-BE49-F238E27FC236}">
                  <a16:creationId xmlns:a16="http://schemas.microsoft.com/office/drawing/2014/main" id="{F6507458-A0E1-EF66-032A-C66B5453C8B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83150" y="4719638"/>
              <a:ext cx="2971800" cy="0"/>
            </a:xfrm>
            <a:prstGeom prst="line">
              <a:avLst/>
            </a:prstGeom>
            <a:noFill/>
            <a:ln w="25399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41" name="Line 21">
              <a:extLst>
                <a:ext uri="{FF2B5EF4-FFF2-40B4-BE49-F238E27FC236}">
                  <a16:creationId xmlns:a16="http://schemas.microsoft.com/office/drawing/2014/main" id="{A4078393-1D2A-DAF3-5898-5EC4F1600B9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94450" y="4719638"/>
              <a:ext cx="0" cy="1604962"/>
            </a:xfrm>
            <a:prstGeom prst="line">
              <a:avLst/>
            </a:prstGeom>
            <a:noFill/>
            <a:ln w="25399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42" name="Rectangle 22">
              <a:extLst>
                <a:ext uri="{FF2B5EF4-FFF2-40B4-BE49-F238E27FC236}">
                  <a16:creationId xmlns:a16="http://schemas.microsoft.com/office/drawing/2014/main" id="{CA7047EB-0751-8C3C-7719-52A65BBDC4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41939" y="5327650"/>
              <a:ext cx="666849" cy="3157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3500" tIns="25400" rIns="63500" bIns="25400">
              <a:spAutoFit/>
            </a:bodyPr>
            <a:lstStyle>
              <a:lvl1pPr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1pPr>
              <a:lvl2pPr marL="742950" indent="-28575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2pPr>
              <a:lvl3pPr marL="11430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3pPr>
              <a:lvl4pPr marL="16002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4pPr>
              <a:lvl5pPr marL="20574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5pPr>
              <a:lvl6pPr marL="25146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6pPr>
              <a:lvl7pPr marL="29718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7pPr>
              <a:lvl8pPr marL="34290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8pPr>
              <a:lvl9pPr marL="38862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9pPr>
            </a:lstStyle>
            <a:p>
              <a:pPr>
                <a:lnSpc>
                  <a:spcPct val="102000"/>
                </a:lnSpc>
              </a:pPr>
              <a:r>
                <a:rPr lang="en-US" altLang="ko-KR" sz="1800"/>
                <a:t>SISD</a:t>
              </a:r>
            </a:p>
          </p:txBody>
        </p:sp>
        <p:sp>
          <p:nvSpPr>
            <p:cNvPr id="5143" name="Rectangle 23">
              <a:extLst>
                <a:ext uri="{FF2B5EF4-FFF2-40B4-BE49-F238E27FC236}">
                  <a16:creationId xmlns:a16="http://schemas.microsoft.com/office/drawing/2014/main" id="{42858F1C-6D91-F4C8-CF81-FEF2544B3D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04026" y="5314950"/>
              <a:ext cx="705321" cy="3157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3500" tIns="25400" rIns="63500" bIns="25400">
              <a:spAutoFit/>
            </a:bodyPr>
            <a:lstStyle>
              <a:lvl1pPr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1pPr>
              <a:lvl2pPr marL="742950" indent="-28575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2pPr>
              <a:lvl3pPr marL="11430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3pPr>
              <a:lvl4pPr marL="16002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4pPr>
              <a:lvl5pPr marL="20574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5pPr>
              <a:lvl6pPr marL="25146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6pPr>
              <a:lvl7pPr marL="29718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7pPr>
              <a:lvl8pPr marL="34290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8pPr>
              <a:lvl9pPr marL="38862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9pPr>
            </a:lstStyle>
            <a:p>
              <a:pPr>
                <a:lnSpc>
                  <a:spcPct val="102000"/>
                </a:lnSpc>
              </a:pPr>
              <a:r>
                <a:rPr lang="en-US" altLang="ko-KR" sz="1800"/>
                <a:t>SIMD</a:t>
              </a:r>
            </a:p>
          </p:txBody>
        </p:sp>
        <p:sp>
          <p:nvSpPr>
            <p:cNvPr id="5144" name="Rectangle 24">
              <a:extLst>
                <a:ext uri="{FF2B5EF4-FFF2-40B4-BE49-F238E27FC236}">
                  <a16:creationId xmlns:a16="http://schemas.microsoft.com/office/drawing/2014/main" id="{D26EF3E7-83A7-80C4-299A-3317B73761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27651" y="5884863"/>
              <a:ext cx="705321" cy="3157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3500" tIns="25400" rIns="63500" bIns="25400">
              <a:spAutoFit/>
            </a:bodyPr>
            <a:lstStyle>
              <a:lvl1pPr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1pPr>
              <a:lvl2pPr marL="742950" indent="-28575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2pPr>
              <a:lvl3pPr marL="11430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3pPr>
              <a:lvl4pPr marL="16002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4pPr>
              <a:lvl5pPr marL="20574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5pPr>
              <a:lvl6pPr marL="25146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6pPr>
              <a:lvl7pPr marL="29718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7pPr>
              <a:lvl8pPr marL="34290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8pPr>
              <a:lvl9pPr marL="38862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9pPr>
            </a:lstStyle>
            <a:p>
              <a:pPr>
                <a:lnSpc>
                  <a:spcPct val="102000"/>
                </a:lnSpc>
              </a:pPr>
              <a:r>
                <a:rPr lang="en-US" altLang="ko-KR" sz="1800"/>
                <a:t>MISD</a:t>
              </a:r>
            </a:p>
          </p:txBody>
        </p:sp>
        <p:sp>
          <p:nvSpPr>
            <p:cNvPr id="5145" name="Rectangle 25">
              <a:extLst>
                <a:ext uri="{FF2B5EF4-FFF2-40B4-BE49-F238E27FC236}">
                  <a16:creationId xmlns:a16="http://schemas.microsoft.com/office/drawing/2014/main" id="{CA8421E9-EA36-8F3E-AF9A-A3F7F6359B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04026" y="5884863"/>
              <a:ext cx="743793" cy="3157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3500" tIns="25400" rIns="63500" bIns="25400">
              <a:spAutoFit/>
            </a:bodyPr>
            <a:lstStyle>
              <a:lvl1pPr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1pPr>
              <a:lvl2pPr marL="742950" indent="-28575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2pPr>
              <a:lvl3pPr marL="11430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3pPr>
              <a:lvl4pPr marL="16002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4pPr>
              <a:lvl5pPr marL="20574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5pPr>
              <a:lvl6pPr marL="25146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6pPr>
              <a:lvl7pPr marL="29718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7pPr>
              <a:lvl8pPr marL="34290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8pPr>
              <a:lvl9pPr marL="38862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9pPr>
            </a:lstStyle>
            <a:p>
              <a:pPr>
                <a:lnSpc>
                  <a:spcPct val="102000"/>
                </a:lnSpc>
              </a:pPr>
              <a:r>
                <a:rPr lang="en-US" altLang="ko-KR" sz="1800"/>
                <a:t>MIMD</a:t>
              </a:r>
            </a:p>
          </p:txBody>
        </p:sp>
      </p:grpSp>
      <p:sp>
        <p:nvSpPr>
          <p:cNvPr id="5146" name="Rectangle 26">
            <a:extLst>
              <a:ext uri="{FF2B5EF4-FFF2-40B4-BE49-F238E27FC236}">
                <a16:creationId xmlns:a16="http://schemas.microsoft.com/office/drawing/2014/main" id="{4B6458EF-3DEF-0DA8-09EF-92550B21B3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7330" y="875814"/>
            <a:ext cx="11342916" cy="4196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075" tIns="46038" rIns="92075" bIns="46038">
            <a:spAutoFit/>
          </a:bodyPr>
          <a:lstStyle>
            <a:lvl1pPr marL="342900" indent="-3429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5715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0287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 lvl="1">
              <a:lnSpc>
                <a:spcPct val="50000"/>
              </a:lnSpc>
              <a:spcBef>
                <a:spcPct val="50000"/>
              </a:spcBef>
            </a:pPr>
            <a:r>
              <a:rPr lang="en-US" sz="1800" b="0" dirty="0"/>
              <a:t>There are variety of ways parallel processing can be classified. </a:t>
            </a:r>
          </a:p>
          <a:p>
            <a:pPr lvl="1">
              <a:lnSpc>
                <a:spcPct val="50000"/>
              </a:lnSpc>
              <a:spcBef>
                <a:spcPct val="50000"/>
              </a:spcBef>
            </a:pPr>
            <a:endParaRPr lang="en-US" sz="1800" b="0" dirty="0"/>
          </a:p>
          <a:p>
            <a:pPr lvl="1">
              <a:lnSpc>
                <a:spcPct val="50000"/>
              </a:lnSpc>
              <a:spcBef>
                <a:spcPct val="50000"/>
              </a:spcBef>
            </a:pPr>
            <a:r>
              <a:rPr lang="en-US" altLang="ko-KR" sz="1800" dirty="0"/>
              <a:t>Flynn's classification </a:t>
            </a:r>
          </a:p>
          <a:p>
            <a:pPr lvl="1">
              <a:lnSpc>
                <a:spcPct val="50000"/>
              </a:lnSpc>
              <a:spcBef>
                <a:spcPct val="50000"/>
              </a:spcBef>
            </a:pPr>
            <a:r>
              <a:rPr lang="en-US" sz="1800" b="0" dirty="0"/>
              <a:t>Parallel processing may occur in instruction stream/data stream or both.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lvl="1">
              <a:lnSpc>
                <a:spcPct val="100000"/>
              </a:lnSpc>
              <a:spcBef>
                <a:spcPct val="50000"/>
              </a:spcBef>
            </a:pPr>
            <a:r>
              <a:rPr lang="en-US" altLang="ko-KR" sz="1800" dirty="0"/>
              <a:t>      - Instruction Stream</a:t>
            </a:r>
          </a:p>
          <a:p>
            <a:pPr lvl="1">
              <a:lnSpc>
                <a:spcPct val="100000"/>
              </a:lnSpc>
              <a:spcBef>
                <a:spcPct val="50000"/>
              </a:spcBef>
            </a:pPr>
            <a:r>
              <a:rPr lang="en-US" altLang="ko-KR" sz="1800" dirty="0"/>
              <a:t>        	</a:t>
            </a:r>
            <a:r>
              <a:rPr lang="en-US" altLang="ko-KR" sz="1800" b="0" dirty="0"/>
              <a:t>Sequence of Instructions read from memory</a:t>
            </a:r>
          </a:p>
          <a:p>
            <a:pPr lvl="1">
              <a:lnSpc>
                <a:spcPct val="100000"/>
              </a:lnSpc>
              <a:spcBef>
                <a:spcPct val="50000"/>
              </a:spcBef>
            </a:pPr>
            <a:r>
              <a:rPr lang="en-US" altLang="ko-KR" sz="1800" dirty="0"/>
              <a:t>      - Data Stream</a:t>
            </a:r>
          </a:p>
          <a:p>
            <a:pPr lvl="1">
              <a:lnSpc>
                <a:spcPct val="100000"/>
              </a:lnSpc>
              <a:spcBef>
                <a:spcPct val="50000"/>
              </a:spcBef>
            </a:pPr>
            <a:r>
              <a:rPr lang="en-US" altLang="ko-KR" sz="1800" dirty="0"/>
              <a:t>        	</a:t>
            </a:r>
            <a:r>
              <a:rPr lang="en-US" altLang="ko-KR" sz="1800" b="0" dirty="0"/>
              <a:t>Operations performed on the data in the processor  </a:t>
            </a:r>
          </a:p>
          <a:p>
            <a:pPr lvl="1">
              <a:lnSpc>
                <a:spcPct val="100000"/>
              </a:lnSpc>
              <a:spcBef>
                <a:spcPct val="50000"/>
              </a:spcBef>
            </a:pPr>
            <a:r>
              <a:rPr lang="en-US" altLang="ko-KR" sz="1800" b="0" dirty="0"/>
              <a:t>        </a:t>
            </a:r>
          </a:p>
          <a:p>
            <a:pPr marL="319405">
              <a:lnSpc>
                <a:spcPts val="2465"/>
              </a:lnSpc>
              <a:spcBef>
                <a:spcPts val="5"/>
              </a:spcBef>
              <a:spcAft>
                <a:spcPts val="0"/>
              </a:spcAft>
            </a:pPr>
            <a:r>
              <a:rPr lang="en-US" altLang="ko-KR" sz="1800" dirty="0"/>
              <a:t> </a:t>
            </a:r>
            <a:r>
              <a:rPr lang="en-US" sz="1800" dirty="0"/>
              <a:t>Flynn’s classification divides computer into four major groups as</a:t>
            </a:r>
            <a:r>
              <a:rPr lang="en-IN" sz="1800" dirty="0"/>
              <a:t> </a:t>
            </a:r>
            <a:r>
              <a:rPr lang="en-US" sz="1800" dirty="0"/>
              <a:t>follows:</a:t>
            </a:r>
          </a:p>
          <a:p>
            <a:pPr marL="319405">
              <a:lnSpc>
                <a:spcPts val="2465"/>
              </a:lnSpc>
              <a:spcBef>
                <a:spcPts val="5"/>
              </a:spcBef>
              <a:spcAft>
                <a:spcPts val="0"/>
              </a:spcAft>
            </a:pPr>
            <a:endParaRPr lang="en-IN" sz="1800" dirty="0"/>
          </a:p>
          <a:p>
            <a:pPr lvl="1">
              <a:lnSpc>
                <a:spcPct val="100000"/>
              </a:lnSpc>
              <a:spcBef>
                <a:spcPct val="50000"/>
              </a:spcBef>
            </a:pPr>
            <a:endParaRPr lang="en-US" altLang="ko-KR" sz="1800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000A0778-AE29-DD2A-50DD-D748AA71957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122488" y="304247"/>
            <a:ext cx="8018462" cy="383695"/>
          </a:xfrm>
          <a:noFill/>
        </p:spPr>
        <p:txBody>
          <a:bodyPr anchor="ctr"/>
          <a:lstStyle/>
          <a:p>
            <a:r>
              <a:rPr lang="en-US" altLang="ko-KR" sz="2400">
                <a:solidFill>
                  <a:schemeClr val="tx1"/>
                </a:solidFill>
              </a:rPr>
              <a:t>SISD  COMPUTER  SYSTEMS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E3BB3CBB-FE38-8DF6-B35C-4EC27A9AB1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62214" y="1171576"/>
            <a:ext cx="764633" cy="464999"/>
          </a:xfrm>
          <a:prstGeom prst="rect">
            <a:avLst/>
          </a:prstGeom>
          <a:noFill/>
          <a:ln w="25399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63500" tIns="25400" rIns="63500" bIns="25400">
            <a:spAutoFit/>
          </a:bodyPr>
          <a:lstStyle>
            <a:lvl1pPr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>
              <a:lnSpc>
                <a:spcPct val="96000"/>
              </a:lnSpc>
            </a:pPr>
            <a:r>
              <a:rPr lang="en-US" altLang="ko-KR"/>
              <a:t>Control</a:t>
            </a:r>
          </a:p>
          <a:p>
            <a:pPr>
              <a:lnSpc>
                <a:spcPct val="96000"/>
              </a:lnSpc>
            </a:pPr>
            <a:r>
              <a:rPr lang="en-US" altLang="ko-KR"/>
              <a:t>  Unit</a:t>
            </a:r>
          </a:p>
        </p:txBody>
      </p:sp>
      <p:sp>
        <p:nvSpPr>
          <p:cNvPr id="7172" name="Rectangle 4">
            <a:extLst>
              <a:ext uri="{FF2B5EF4-FFF2-40B4-BE49-F238E27FC236}">
                <a16:creationId xmlns:a16="http://schemas.microsoft.com/office/drawing/2014/main" id="{B5780383-A023-0013-525E-BC0AF05AC3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92664" y="1182689"/>
            <a:ext cx="1005083" cy="464999"/>
          </a:xfrm>
          <a:prstGeom prst="rect">
            <a:avLst/>
          </a:prstGeom>
          <a:noFill/>
          <a:ln w="25399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63500" tIns="25400" rIns="63500" bIns="25400">
            <a:spAutoFit/>
          </a:bodyPr>
          <a:lstStyle>
            <a:lvl1pPr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>
              <a:lnSpc>
                <a:spcPct val="96000"/>
              </a:lnSpc>
            </a:pPr>
            <a:r>
              <a:rPr lang="en-US" altLang="ko-KR"/>
              <a:t>Processor</a:t>
            </a:r>
          </a:p>
          <a:p>
            <a:pPr>
              <a:lnSpc>
                <a:spcPct val="96000"/>
              </a:lnSpc>
            </a:pPr>
            <a:r>
              <a:rPr lang="en-US" altLang="ko-KR"/>
              <a:t>     Unit</a:t>
            </a:r>
          </a:p>
        </p:txBody>
      </p:sp>
      <p:sp>
        <p:nvSpPr>
          <p:cNvPr id="7173" name="Rectangle 5">
            <a:extLst>
              <a:ext uri="{FF2B5EF4-FFF2-40B4-BE49-F238E27FC236}">
                <a16:creationId xmlns:a16="http://schemas.microsoft.com/office/drawing/2014/main" id="{CBB293E5-FD32-21F6-F48A-859E608F47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18439" y="1066800"/>
            <a:ext cx="833437" cy="622300"/>
          </a:xfrm>
          <a:prstGeom prst="rect">
            <a:avLst/>
          </a:prstGeom>
          <a:noFill/>
          <a:ln w="25399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63500" tIns="25400" rIns="63500" bIns="25400">
            <a:spAutoFit/>
          </a:bodyPr>
          <a:lstStyle>
            <a:lvl1pPr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>
              <a:lnSpc>
                <a:spcPct val="87000"/>
              </a:lnSpc>
            </a:pPr>
            <a:endParaRPr lang="en-US" altLang="ko-KR"/>
          </a:p>
          <a:p>
            <a:pPr>
              <a:lnSpc>
                <a:spcPct val="87000"/>
              </a:lnSpc>
            </a:pPr>
            <a:r>
              <a:rPr lang="en-US" altLang="ko-KR"/>
              <a:t>Memory</a:t>
            </a:r>
          </a:p>
          <a:p>
            <a:pPr latinLnBrk="1">
              <a:lnSpc>
                <a:spcPct val="82000"/>
              </a:lnSpc>
            </a:pPr>
            <a:endParaRPr lang="en-US" altLang="ko-KR"/>
          </a:p>
        </p:txBody>
      </p:sp>
      <p:sp>
        <p:nvSpPr>
          <p:cNvPr id="7174" name="Line 6">
            <a:extLst>
              <a:ext uri="{FF2B5EF4-FFF2-40B4-BE49-F238E27FC236}">
                <a16:creationId xmlns:a16="http://schemas.microsoft.com/office/drawing/2014/main" id="{D5118332-3839-FAA7-73C1-02D65BBECC87}"/>
              </a:ext>
            </a:extLst>
          </p:cNvPr>
          <p:cNvSpPr>
            <a:spLocks noChangeShapeType="1"/>
          </p:cNvSpPr>
          <p:nvPr/>
        </p:nvSpPr>
        <p:spPr bwMode="auto">
          <a:xfrm>
            <a:off x="3216276" y="1433513"/>
            <a:ext cx="1577975" cy="19050"/>
          </a:xfrm>
          <a:prstGeom prst="line">
            <a:avLst/>
          </a:prstGeom>
          <a:noFill/>
          <a:ln w="25399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75" name="Line 7">
            <a:extLst>
              <a:ext uri="{FF2B5EF4-FFF2-40B4-BE49-F238E27FC236}">
                <a16:creationId xmlns:a16="http://schemas.microsoft.com/office/drawing/2014/main" id="{CB127BB8-2E63-CF97-8D62-8950AE5F10F5}"/>
              </a:ext>
            </a:extLst>
          </p:cNvPr>
          <p:cNvSpPr>
            <a:spLocks noChangeShapeType="1"/>
          </p:cNvSpPr>
          <p:nvPr/>
        </p:nvSpPr>
        <p:spPr bwMode="auto">
          <a:xfrm>
            <a:off x="5819776" y="1395413"/>
            <a:ext cx="1973263" cy="0"/>
          </a:xfrm>
          <a:prstGeom prst="line">
            <a:avLst/>
          </a:prstGeom>
          <a:noFill/>
          <a:ln w="25399">
            <a:solidFill>
              <a:schemeClr val="tx1"/>
            </a:solidFill>
            <a:round/>
            <a:headEnd type="stealth" w="med" len="lg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76" name="Line 8">
            <a:extLst>
              <a:ext uri="{FF2B5EF4-FFF2-40B4-BE49-F238E27FC236}">
                <a16:creationId xmlns:a16="http://schemas.microsoft.com/office/drawing/2014/main" id="{1E881E9D-0729-6105-6E28-360FB462E23E}"/>
              </a:ext>
            </a:extLst>
          </p:cNvPr>
          <p:cNvSpPr>
            <a:spLocks noChangeShapeType="1"/>
          </p:cNvSpPr>
          <p:nvPr/>
        </p:nvSpPr>
        <p:spPr bwMode="auto">
          <a:xfrm>
            <a:off x="2943225" y="2047875"/>
            <a:ext cx="3498850" cy="6350"/>
          </a:xfrm>
          <a:prstGeom prst="line">
            <a:avLst/>
          </a:prstGeom>
          <a:noFill/>
          <a:ln w="25399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77" name="Line 9">
            <a:extLst>
              <a:ext uri="{FF2B5EF4-FFF2-40B4-BE49-F238E27FC236}">
                <a16:creationId xmlns:a16="http://schemas.microsoft.com/office/drawing/2014/main" id="{296272F8-545A-301F-D3A1-E66761D0519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426200" y="1576388"/>
            <a:ext cx="0" cy="468312"/>
          </a:xfrm>
          <a:prstGeom prst="line">
            <a:avLst/>
          </a:prstGeom>
          <a:noFill/>
          <a:ln w="25399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78" name="Line 10">
            <a:extLst>
              <a:ext uri="{FF2B5EF4-FFF2-40B4-BE49-F238E27FC236}">
                <a16:creationId xmlns:a16="http://schemas.microsoft.com/office/drawing/2014/main" id="{02400F76-0872-5217-683B-B180C8860BEC}"/>
              </a:ext>
            </a:extLst>
          </p:cNvPr>
          <p:cNvSpPr>
            <a:spLocks noChangeShapeType="1"/>
          </p:cNvSpPr>
          <p:nvPr/>
        </p:nvSpPr>
        <p:spPr bwMode="auto">
          <a:xfrm>
            <a:off x="6435725" y="1576388"/>
            <a:ext cx="1366838" cy="0"/>
          </a:xfrm>
          <a:prstGeom prst="line">
            <a:avLst/>
          </a:prstGeom>
          <a:noFill/>
          <a:ln w="25399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79" name="Rectangle 11">
            <a:extLst>
              <a:ext uri="{FF2B5EF4-FFF2-40B4-BE49-F238E27FC236}">
                <a16:creationId xmlns:a16="http://schemas.microsoft.com/office/drawing/2014/main" id="{9A355FBF-1AB5-324E-BB6B-65AC11F15F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47901" y="900114"/>
            <a:ext cx="3794125" cy="936625"/>
          </a:xfrm>
          <a:prstGeom prst="rect">
            <a:avLst/>
          </a:prstGeom>
          <a:noFill/>
          <a:ln w="25399">
            <a:solidFill>
              <a:schemeClr val="tx1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endParaRPr lang="en-IN" altLang="en-US"/>
          </a:p>
        </p:txBody>
      </p:sp>
      <p:sp>
        <p:nvSpPr>
          <p:cNvPr id="7180" name="Rectangle 12">
            <a:extLst>
              <a:ext uri="{FF2B5EF4-FFF2-40B4-BE49-F238E27FC236}">
                <a16:creationId xmlns:a16="http://schemas.microsoft.com/office/drawing/2014/main" id="{E086D332-314B-57CE-AF7F-E63FB9420E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00539" y="2039939"/>
            <a:ext cx="1673225" cy="242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3500" tIns="25400" rIns="63500" bIns="25400">
            <a:spAutoFit/>
          </a:bodyPr>
          <a:lstStyle>
            <a:lvl1pPr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r>
              <a:rPr lang="en-US" altLang="ko-KR"/>
              <a:t>Instruction stream</a:t>
            </a:r>
          </a:p>
        </p:txBody>
      </p:sp>
      <p:sp>
        <p:nvSpPr>
          <p:cNvPr id="7181" name="Rectangle 13">
            <a:extLst>
              <a:ext uri="{FF2B5EF4-FFF2-40B4-BE49-F238E27FC236}">
                <a16:creationId xmlns:a16="http://schemas.microsoft.com/office/drawing/2014/main" id="{7704EFBE-A2DA-DDD0-4CCB-18BA82461B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4600" y="1182689"/>
            <a:ext cx="1143000" cy="242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3500" tIns="25400" rIns="63500" bIns="25400">
            <a:spAutoFit/>
          </a:bodyPr>
          <a:lstStyle>
            <a:lvl1pPr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r>
              <a:rPr lang="en-US" altLang="ko-KR"/>
              <a:t>Data stream</a:t>
            </a:r>
          </a:p>
        </p:txBody>
      </p:sp>
      <p:sp>
        <p:nvSpPr>
          <p:cNvPr id="7182" name="Line 14">
            <a:extLst>
              <a:ext uri="{FF2B5EF4-FFF2-40B4-BE49-F238E27FC236}">
                <a16:creationId xmlns:a16="http://schemas.microsoft.com/office/drawing/2014/main" id="{EA17F2B6-1D1C-4092-595F-0D1D32A90B3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936875" y="1652589"/>
            <a:ext cx="0" cy="401637"/>
          </a:xfrm>
          <a:prstGeom prst="line">
            <a:avLst/>
          </a:prstGeom>
          <a:noFill/>
          <a:ln w="25399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86" name="Rectangle 13">
            <a:extLst>
              <a:ext uri="{FF2B5EF4-FFF2-40B4-BE49-F238E27FC236}">
                <a16:creationId xmlns:a16="http://schemas.microsoft.com/office/drawing/2014/main" id="{71A547C6-52E5-6451-5A06-3BB23D9765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09939" y="1103314"/>
            <a:ext cx="1430337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3500" tIns="25400" rIns="63500" bIns="25400">
            <a:spAutoFit/>
          </a:bodyPr>
          <a:lstStyle>
            <a:lvl1pPr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r>
              <a:rPr lang="en-US" altLang="ko-KR"/>
              <a:t>Control signals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85708A-B792-D980-781F-24C705E18799}"/>
              </a:ext>
            </a:extLst>
          </p:cNvPr>
          <p:cNvSpPr txBox="1"/>
          <p:nvPr/>
        </p:nvSpPr>
        <p:spPr>
          <a:xfrm>
            <a:off x="489069" y="2762142"/>
            <a:ext cx="11105914" cy="25340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1800" dirty="0"/>
              <a:t>Single instruction stream, single data stream (SISD) </a:t>
            </a:r>
          </a:p>
          <a:p>
            <a:pPr marL="400050" lvl="1" indent="-215900" algn="just">
              <a:lnSpc>
                <a:spcPct val="150000"/>
              </a:lnSpc>
              <a:buFont typeface="System Font Regular"/>
              <a:buChar char="⁃"/>
            </a:pPr>
            <a:r>
              <a:rPr lang="en-IN" sz="1800" b="0" dirty="0"/>
              <a:t>Represents the organization of a single computer containing a control unit, a processor unit, and a memory unit. </a:t>
            </a:r>
          </a:p>
          <a:p>
            <a:pPr marL="400050" lvl="1" indent="-215900" algn="just">
              <a:lnSpc>
                <a:spcPct val="150000"/>
              </a:lnSpc>
              <a:buFont typeface="System Font Regular"/>
              <a:buChar char="⁃"/>
            </a:pPr>
            <a:r>
              <a:rPr lang="en-IN" sz="1800" b="0" dirty="0"/>
              <a:t>Instructions are executed sequentially and the system may or may not have internal parallel processing capabilities. </a:t>
            </a:r>
          </a:p>
          <a:p>
            <a:pPr marL="400050" lvl="1" indent="-215900" algn="just">
              <a:lnSpc>
                <a:spcPct val="150000"/>
              </a:lnSpc>
              <a:buFont typeface="System Font Regular"/>
              <a:buChar char="⁃"/>
            </a:pPr>
            <a:r>
              <a:rPr lang="en-IN" sz="1800" b="0" dirty="0"/>
              <a:t>Parallel processing may be achieved by means of multiple functional units or by pipeline processing. </a:t>
            </a:r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16E46486-352E-F43A-2E4F-FD5A554C9BE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095501" y="317741"/>
            <a:ext cx="7972425" cy="383695"/>
          </a:xfrm>
          <a:noFill/>
        </p:spPr>
        <p:txBody>
          <a:bodyPr anchor="ctr"/>
          <a:lstStyle/>
          <a:p>
            <a:r>
              <a:rPr lang="en-US" altLang="ko-KR" sz="2400">
                <a:solidFill>
                  <a:schemeClr val="tx1"/>
                </a:solidFill>
              </a:rPr>
              <a:t>SIMD  COMPUTER  SYSTEMS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6C224236-7155-BCFB-4116-18EE1CDBB1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54750" y="1611314"/>
            <a:ext cx="1162178" cy="255391"/>
          </a:xfrm>
          <a:prstGeom prst="rect">
            <a:avLst/>
          </a:prstGeom>
          <a:noFill/>
          <a:ln w="25399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63500" tIns="25400" rIns="63500" bIns="25400">
            <a:spAutoFit/>
          </a:bodyPr>
          <a:lstStyle>
            <a:lvl1pPr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>
              <a:lnSpc>
                <a:spcPct val="101000"/>
              </a:lnSpc>
            </a:pPr>
            <a:r>
              <a:rPr lang="en-US" altLang="ko-KR"/>
              <a:t>Control Unit</a:t>
            </a:r>
          </a:p>
        </p:txBody>
      </p:sp>
      <p:sp>
        <p:nvSpPr>
          <p:cNvPr id="10244" name="Rectangle 4">
            <a:extLst>
              <a:ext uri="{FF2B5EF4-FFF2-40B4-BE49-F238E27FC236}">
                <a16:creationId xmlns:a16="http://schemas.microsoft.com/office/drawing/2014/main" id="{4AF9DB42-27B0-6143-C8D9-358D9ECFFF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75401" y="831851"/>
            <a:ext cx="815929" cy="255391"/>
          </a:xfrm>
          <a:prstGeom prst="rect">
            <a:avLst/>
          </a:prstGeom>
          <a:noFill/>
          <a:ln w="25399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63500" tIns="25400" rIns="63500" bIns="25400">
            <a:spAutoFit/>
          </a:bodyPr>
          <a:lstStyle>
            <a:lvl1pPr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>
              <a:lnSpc>
                <a:spcPct val="101000"/>
              </a:lnSpc>
            </a:pPr>
            <a:r>
              <a:rPr lang="en-US" altLang="ko-KR"/>
              <a:t>Memory</a:t>
            </a:r>
          </a:p>
        </p:txBody>
      </p:sp>
      <p:sp>
        <p:nvSpPr>
          <p:cNvPr id="10245" name="Rectangle 5">
            <a:extLst>
              <a:ext uri="{FF2B5EF4-FFF2-40B4-BE49-F238E27FC236}">
                <a16:creationId xmlns:a16="http://schemas.microsoft.com/office/drawing/2014/main" id="{130713C4-87D9-A4A3-CB7A-DC91D11685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76950" y="3327400"/>
            <a:ext cx="1722438" cy="242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3500" tIns="25400" rIns="63500" bIns="25400">
            <a:spAutoFit/>
          </a:bodyPr>
          <a:lstStyle>
            <a:lvl1pPr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r>
              <a:rPr lang="en-US" altLang="ko-KR" dirty="0"/>
              <a:t>Alignment network</a:t>
            </a:r>
          </a:p>
        </p:txBody>
      </p:sp>
      <p:sp>
        <p:nvSpPr>
          <p:cNvPr id="10246" name="Rectangle 6">
            <a:extLst>
              <a:ext uri="{FF2B5EF4-FFF2-40B4-BE49-F238E27FC236}">
                <a16:creationId xmlns:a16="http://schemas.microsoft.com/office/drawing/2014/main" id="{B1372AE5-7308-52D3-D189-FC8E09A498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9089" y="2452689"/>
            <a:ext cx="363537" cy="358775"/>
          </a:xfrm>
          <a:prstGeom prst="rect">
            <a:avLst/>
          </a:prstGeom>
          <a:noFill/>
          <a:ln w="25399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endParaRPr lang="en-IN" altLang="en-US"/>
          </a:p>
        </p:txBody>
      </p:sp>
      <p:sp>
        <p:nvSpPr>
          <p:cNvPr id="10247" name="Rectangle 7">
            <a:extLst>
              <a:ext uri="{FF2B5EF4-FFF2-40B4-BE49-F238E27FC236}">
                <a16:creationId xmlns:a16="http://schemas.microsoft.com/office/drawing/2014/main" id="{665AF953-FDD3-2BCC-D360-2E83039048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0051" y="2524125"/>
            <a:ext cx="246063" cy="242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3500" tIns="25400" rIns="63500" bIns="25400">
            <a:spAutoFit/>
          </a:bodyPr>
          <a:lstStyle>
            <a:lvl1pPr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r>
              <a:rPr lang="en-US" altLang="ko-KR"/>
              <a:t>P</a:t>
            </a:r>
          </a:p>
        </p:txBody>
      </p:sp>
      <p:sp>
        <p:nvSpPr>
          <p:cNvPr id="10248" name="Rectangle 8">
            <a:extLst>
              <a:ext uri="{FF2B5EF4-FFF2-40B4-BE49-F238E27FC236}">
                <a16:creationId xmlns:a16="http://schemas.microsoft.com/office/drawing/2014/main" id="{72569D79-CFE9-4B2D-DBC2-FAFCC74D8E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37276" y="2452689"/>
            <a:ext cx="365125" cy="358775"/>
          </a:xfrm>
          <a:prstGeom prst="rect">
            <a:avLst/>
          </a:prstGeom>
          <a:noFill/>
          <a:ln w="25399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endParaRPr lang="en-IN" altLang="en-US"/>
          </a:p>
        </p:txBody>
      </p:sp>
      <p:sp>
        <p:nvSpPr>
          <p:cNvPr id="10249" name="Rectangle 9">
            <a:extLst>
              <a:ext uri="{FF2B5EF4-FFF2-40B4-BE49-F238E27FC236}">
                <a16:creationId xmlns:a16="http://schemas.microsoft.com/office/drawing/2014/main" id="{4D40A074-B0DE-46D9-38E0-58E0EB138E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23001" y="2524125"/>
            <a:ext cx="246063" cy="242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3500" tIns="25400" rIns="63500" bIns="25400">
            <a:spAutoFit/>
          </a:bodyPr>
          <a:lstStyle>
            <a:lvl1pPr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r>
              <a:rPr lang="en-US" altLang="ko-KR"/>
              <a:t>P</a:t>
            </a:r>
          </a:p>
        </p:txBody>
      </p:sp>
      <p:sp>
        <p:nvSpPr>
          <p:cNvPr id="10250" name="Rectangle 10">
            <a:extLst>
              <a:ext uri="{FF2B5EF4-FFF2-40B4-BE49-F238E27FC236}">
                <a16:creationId xmlns:a16="http://schemas.microsoft.com/office/drawing/2014/main" id="{FB626972-47D4-7977-99A0-E52E0A94A0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58114" y="2452689"/>
            <a:ext cx="363537" cy="358775"/>
          </a:xfrm>
          <a:prstGeom prst="rect">
            <a:avLst/>
          </a:prstGeom>
          <a:noFill/>
          <a:ln w="25399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endParaRPr lang="en-IN" altLang="en-US"/>
          </a:p>
        </p:txBody>
      </p:sp>
      <p:sp>
        <p:nvSpPr>
          <p:cNvPr id="10251" name="Rectangle 11">
            <a:extLst>
              <a:ext uri="{FF2B5EF4-FFF2-40B4-BE49-F238E27FC236}">
                <a16:creationId xmlns:a16="http://schemas.microsoft.com/office/drawing/2014/main" id="{0182BA95-F24F-2FFC-6571-135EEF3FA6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37488" y="2524126"/>
            <a:ext cx="248466" cy="2451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3500" tIns="25400" rIns="63500" bIns="25400">
            <a:spAutoFit/>
          </a:bodyPr>
          <a:lstStyle>
            <a:lvl1pPr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r>
              <a:rPr lang="en-US" altLang="ko-KR"/>
              <a:t>P</a:t>
            </a:r>
          </a:p>
        </p:txBody>
      </p:sp>
      <p:sp>
        <p:nvSpPr>
          <p:cNvPr id="10252" name="Rectangle 12">
            <a:extLst>
              <a:ext uri="{FF2B5EF4-FFF2-40B4-BE49-F238E27FC236}">
                <a16:creationId xmlns:a16="http://schemas.microsoft.com/office/drawing/2014/main" id="{C90C3C2B-DB77-2812-3E46-1B52694883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5400" y="3255964"/>
            <a:ext cx="3308350" cy="358775"/>
          </a:xfrm>
          <a:prstGeom prst="rect">
            <a:avLst/>
          </a:prstGeom>
          <a:noFill/>
          <a:ln w="25399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endParaRPr lang="en-IN" altLang="en-US"/>
          </a:p>
        </p:txBody>
      </p:sp>
      <p:sp>
        <p:nvSpPr>
          <p:cNvPr id="10253" name="Rectangle 13">
            <a:extLst>
              <a:ext uri="{FF2B5EF4-FFF2-40B4-BE49-F238E27FC236}">
                <a16:creationId xmlns:a16="http://schemas.microsoft.com/office/drawing/2014/main" id="{EA7DB3E9-A848-69BE-9315-DF2ABDAC1F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5313" y="2533651"/>
            <a:ext cx="415178" cy="2451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3500" tIns="25400" rIns="63500" bIns="25400">
            <a:spAutoFit/>
          </a:bodyPr>
          <a:lstStyle>
            <a:lvl1pPr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r>
              <a:rPr lang="en-US" altLang="ko-KR"/>
              <a:t>• • •</a:t>
            </a:r>
          </a:p>
        </p:txBody>
      </p:sp>
      <p:sp>
        <p:nvSpPr>
          <p:cNvPr id="10254" name="Line 14">
            <a:extLst>
              <a:ext uri="{FF2B5EF4-FFF2-40B4-BE49-F238E27FC236}">
                <a16:creationId xmlns:a16="http://schemas.microsoft.com/office/drawing/2014/main" id="{39F53329-7D2F-3E1B-4EED-BD4C2AE6EBFA}"/>
              </a:ext>
            </a:extLst>
          </p:cNvPr>
          <p:cNvSpPr>
            <a:spLocks noChangeShapeType="1"/>
          </p:cNvSpPr>
          <p:nvPr/>
        </p:nvSpPr>
        <p:spPr bwMode="auto">
          <a:xfrm>
            <a:off x="5562601" y="2079625"/>
            <a:ext cx="2379663" cy="0"/>
          </a:xfrm>
          <a:prstGeom prst="line">
            <a:avLst/>
          </a:prstGeom>
          <a:noFill/>
          <a:ln w="25399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55" name="Line 15">
            <a:extLst>
              <a:ext uri="{FF2B5EF4-FFF2-40B4-BE49-F238E27FC236}">
                <a16:creationId xmlns:a16="http://schemas.microsoft.com/office/drawing/2014/main" id="{2BA28D4B-F1D8-D40F-185A-99E0F6E0551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746875" y="1898651"/>
            <a:ext cx="1588" cy="180975"/>
          </a:xfrm>
          <a:prstGeom prst="line">
            <a:avLst/>
          </a:prstGeom>
          <a:noFill/>
          <a:ln w="25399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56" name="Line 16">
            <a:extLst>
              <a:ext uri="{FF2B5EF4-FFF2-40B4-BE49-F238E27FC236}">
                <a16:creationId xmlns:a16="http://schemas.microsoft.com/office/drawing/2014/main" id="{736FC07C-7647-BF4B-4F13-DC90AA2A2230}"/>
              </a:ext>
            </a:extLst>
          </p:cNvPr>
          <p:cNvSpPr>
            <a:spLocks noChangeShapeType="1"/>
          </p:cNvSpPr>
          <p:nvPr/>
        </p:nvSpPr>
        <p:spPr bwMode="auto">
          <a:xfrm>
            <a:off x="5562600" y="2079626"/>
            <a:ext cx="0" cy="358775"/>
          </a:xfrm>
          <a:prstGeom prst="line">
            <a:avLst/>
          </a:prstGeom>
          <a:noFill/>
          <a:ln w="25399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57" name="Line 17">
            <a:extLst>
              <a:ext uri="{FF2B5EF4-FFF2-40B4-BE49-F238E27FC236}">
                <a16:creationId xmlns:a16="http://schemas.microsoft.com/office/drawing/2014/main" id="{07CD3CA7-80A6-7C7C-9EC6-84EA87B568AE}"/>
              </a:ext>
            </a:extLst>
          </p:cNvPr>
          <p:cNvSpPr>
            <a:spLocks noChangeShapeType="1"/>
          </p:cNvSpPr>
          <p:nvPr/>
        </p:nvSpPr>
        <p:spPr bwMode="auto">
          <a:xfrm>
            <a:off x="6315075" y="2090738"/>
            <a:ext cx="0" cy="347662"/>
          </a:xfrm>
          <a:prstGeom prst="line">
            <a:avLst/>
          </a:prstGeom>
          <a:noFill/>
          <a:ln w="25399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58" name="Line 18">
            <a:extLst>
              <a:ext uri="{FF2B5EF4-FFF2-40B4-BE49-F238E27FC236}">
                <a16:creationId xmlns:a16="http://schemas.microsoft.com/office/drawing/2014/main" id="{9AD2FF7E-1574-ECB3-5A59-BE5C8910C8E3}"/>
              </a:ext>
            </a:extLst>
          </p:cNvPr>
          <p:cNvSpPr>
            <a:spLocks noChangeShapeType="1"/>
          </p:cNvSpPr>
          <p:nvPr/>
        </p:nvSpPr>
        <p:spPr bwMode="auto">
          <a:xfrm>
            <a:off x="7945438" y="2079626"/>
            <a:ext cx="0" cy="358775"/>
          </a:xfrm>
          <a:prstGeom prst="line">
            <a:avLst/>
          </a:prstGeom>
          <a:noFill/>
          <a:ln w="25399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59" name="Line 19">
            <a:extLst>
              <a:ext uri="{FF2B5EF4-FFF2-40B4-BE49-F238E27FC236}">
                <a16:creationId xmlns:a16="http://schemas.microsoft.com/office/drawing/2014/main" id="{175099E4-7D3F-E5BD-6834-AC2B47FC65A6}"/>
              </a:ext>
            </a:extLst>
          </p:cNvPr>
          <p:cNvSpPr>
            <a:spLocks noChangeShapeType="1"/>
          </p:cNvSpPr>
          <p:nvPr/>
        </p:nvSpPr>
        <p:spPr bwMode="auto">
          <a:xfrm>
            <a:off x="5575300" y="2822575"/>
            <a:ext cx="0" cy="433388"/>
          </a:xfrm>
          <a:prstGeom prst="line">
            <a:avLst/>
          </a:prstGeom>
          <a:noFill/>
          <a:ln w="25399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60" name="Rectangle 20">
            <a:extLst>
              <a:ext uri="{FF2B5EF4-FFF2-40B4-BE49-F238E27FC236}">
                <a16:creationId xmlns:a16="http://schemas.microsoft.com/office/drawing/2014/main" id="{39AB3378-FBAC-5D64-E0BA-FFA68017E9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5400" y="4083051"/>
            <a:ext cx="363538" cy="358775"/>
          </a:xfrm>
          <a:prstGeom prst="rect">
            <a:avLst/>
          </a:prstGeom>
          <a:noFill/>
          <a:ln w="25399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endParaRPr lang="en-IN" altLang="en-US"/>
          </a:p>
        </p:txBody>
      </p:sp>
      <p:sp>
        <p:nvSpPr>
          <p:cNvPr id="10261" name="Rectangle 21">
            <a:extLst>
              <a:ext uri="{FF2B5EF4-FFF2-40B4-BE49-F238E27FC236}">
                <a16:creationId xmlns:a16="http://schemas.microsoft.com/office/drawing/2014/main" id="{DFB9CCED-8B43-989A-594D-8B87CAC5EF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75250" y="4154489"/>
            <a:ext cx="274638" cy="242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3500" tIns="25400" rIns="63500" bIns="25400">
            <a:spAutoFit/>
          </a:bodyPr>
          <a:lstStyle>
            <a:lvl1pPr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r>
              <a:rPr lang="en-US" altLang="ko-KR"/>
              <a:t>M</a:t>
            </a:r>
          </a:p>
        </p:txBody>
      </p:sp>
      <p:sp>
        <p:nvSpPr>
          <p:cNvPr id="10262" name="Rectangle 22">
            <a:extLst>
              <a:ext uri="{FF2B5EF4-FFF2-40B4-BE49-F238E27FC236}">
                <a16:creationId xmlns:a16="http://schemas.microsoft.com/office/drawing/2014/main" id="{444F589C-FE7A-0E6E-1659-3E63EC0836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51800" y="4083051"/>
            <a:ext cx="361950" cy="358775"/>
          </a:xfrm>
          <a:prstGeom prst="rect">
            <a:avLst/>
          </a:prstGeom>
          <a:noFill/>
          <a:ln w="25399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endParaRPr lang="en-IN" altLang="en-US"/>
          </a:p>
        </p:txBody>
      </p:sp>
      <p:sp>
        <p:nvSpPr>
          <p:cNvPr id="10263" name="Rectangle 23">
            <a:extLst>
              <a:ext uri="{FF2B5EF4-FFF2-40B4-BE49-F238E27FC236}">
                <a16:creationId xmlns:a16="http://schemas.microsoft.com/office/drawing/2014/main" id="{F2677DCB-DB34-2960-08F9-1A618134F0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21650" y="4154489"/>
            <a:ext cx="274638" cy="242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3500" tIns="25400" rIns="63500" bIns="25400">
            <a:spAutoFit/>
          </a:bodyPr>
          <a:lstStyle>
            <a:lvl1pPr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r>
              <a:rPr lang="en-US" altLang="ko-KR"/>
              <a:t>M</a:t>
            </a:r>
          </a:p>
        </p:txBody>
      </p:sp>
      <p:sp>
        <p:nvSpPr>
          <p:cNvPr id="10264" name="Rectangle 24">
            <a:extLst>
              <a:ext uri="{FF2B5EF4-FFF2-40B4-BE49-F238E27FC236}">
                <a16:creationId xmlns:a16="http://schemas.microsoft.com/office/drawing/2014/main" id="{F6E76BD1-123C-BDA2-6F08-8F2DF51CA7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7551" y="4094164"/>
            <a:ext cx="365125" cy="358775"/>
          </a:xfrm>
          <a:prstGeom prst="rect">
            <a:avLst/>
          </a:prstGeom>
          <a:noFill/>
          <a:ln w="25399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endParaRPr lang="en-IN" altLang="en-US"/>
          </a:p>
        </p:txBody>
      </p:sp>
      <p:sp>
        <p:nvSpPr>
          <p:cNvPr id="10265" name="Rectangle 25">
            <a:extLst>
              <a:ext uri="{FF2B5EF4-FFF2-40B4-BE49-F238E27FC236}">
                <a16:creationId xmlns:a16="http://schemas.microsoft.com/office/drawing/2014/main" id="{06650D5A-6F05-7D1B-5318-3A8F4CF872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8988" y="4167189"/>
            <a:ext cx="277320" cy="2451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3500" tIns="25400" rIns="63500" bIns="25400">
            <a:spAutoFit/>
          </a:bodyPr>
          <a:lstStyle>
            <a:lvl1pPr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r>
              <a:rPr lang="en-US" altLang="ko-KR"/>
              <a:t>M</a:t>
            </a:r>
          </a:p>
        </p:txBody>
      </p:sp>
      <p:sp>
        <p:nvSpPr>
          <p:cNvPr id="10266" name="Rectangle 26">
            <a:extLst>
              <a:ext uri="{FF2B5EF4-FFF2-40B4-BE49-F238E27FC236}">
                <a16:creationId xmlns:a16="http://schemas.microsoft.com/office/drawing/2014/main" id="{7E9F34B4-FA9D-C143-1857-C8D451F806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26263" y="4167189"/>
            <a:ext cx="415178" cy="2451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3500" tIns="25400" rIns="63500" bIns="25400">
            <a:spAutoFit/>
          </a:bodyPr>
          <a:lstStyle>
            <a:lvl1pPr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r>
              <a:rPr lang="en-US" altLang="ko-KR"/>
              <a:t>• • •</a:t>
            </a:r>
          </a:p>
        </p:txBody>
      </p:sp>
      <p:sp>
        <p:nvSpPr>
          <p:cNvPr id="10267" name="Line 27">
            <a:extLst>
              <a:ext uri="{FF2B5EF4-FFF2-40B4-BE49-F238E27FC236}">
                <a16:creationId xmlns:a16="http://schemas.microsoft.com/office/drawing/2014/main" id="{E04F787D-4192-A32A-EBBA-6711DDE4FEB0}"/>
              </a:ext>
            </a:extLst>
          </p:cNvPr>
          <p:cNvSpPr>
            <a:spLocks noChangeShapeType="1"/>
          </p:cNvSpPr>
          <p:nvPr/>
        </p:nvSpPr>
        <p:spPr bwMode="auto">
          <a:xfrm>
            <a:off x="6315075" y="2811463"/>
            <a:ext cx="0" cy="431800"/>
          </a:xfrm>
          <a:prstGeom prst="line">
            <a:avLst/>
          </a:prstGeom>
          <a:noFill/>
          <a:ln w="25399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68" name="Line 28">
            <a:extLst>
              <a:ext uri="{FF2B5EF4-FFF2-40B4-BE49-F238E27FC236}">
                <a16:creationId xmlns:a16="http://schemas.microsoft.com/office/drawing/2014/main" id="{8F828302-4E0F-E58F-6703-8B2982BD7BFF}"/>
              </a:ext>
            </a:extLst>
          </p:cNvPr>
          <p:cNvSpPr>
            <a:spLocks noChangeShapeType="1"/>
          </p:cNvSpPr>
          <p:nvPr/>
        </p:nvSpPr>
        <p:spPr bwMode="auto">
          <a:xfrm>
            <a:off x="7945438" y="2822575"/>
            <a:ext cx="0" cy="444500"/>
          </a:xfrm>
          <a:prstGeom prst="line">
            <a:avLst/>
          </a:prstGeom>
          <a:noFill/>
          <a:ln w="25399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69" name="Line 30">
            <a:extLst>
              <a:ext uri="{FF2B5EF4-FFF2-40B4-BE49-F238E27FC236}">
                <a16:creationId xmlns:a16="http://schemas.microsoft.com/office/drawing/2014/main" id="{E75704AB-2691-609A-449F-C18DF7367944}"/>
              </a:ext>
            </a:extLst>
          </p:cNvPr>
          <p:cNvSpPr>
            <a:spLocks noChangeShapeType="1"/>
          </p:cNvSpPr>
          <p:nvPr/>
        </p:nvSpPr>
        <p:spPr bwMode="auto">
          <a:xfrm>
            <a:off x="5973763" y="3638550"/>
            <a:ext cx="0" cy="431800"/>
          </a:xfrm>
          <a:prstGeom prst="line">
            <a:avLst/>
          </a:prstGeom>
          <a:noFill/>
          <a:ln w="25399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70" name="Line 31">
            <a:extLst>
              <a:ext uri="{FF2B5EF4-FFF2-40B4-BE49-F238E27FC236}">
                <a16:creationId xmlns:a16="http://schemas.microsoft.com/office/drawing/2014/main" id="{1CD871AB-E5E3-AA6A-3995-F5F867E8A414}"/>
              </a:ext>
            </a:extLst>
          </p:cNvPr>
          <p:cNvSpPr>
            <a:spLocks noChangeShapeType="1"/>
          </p:cNvSpPr>
          <p:nvPr/>
        </p:nvSpPr>
        <p:spPr bwMode="auto">
          <a:xfrm>
            <a:off x="5292725" y="4452939"/>
            <a:ext cx="0" cy="433387"/>
          </a:xfrm>
          <a:prstGeom prst="line">
            <a:avLst/>
          </a:prstGeom>
          <a:noFill/>
          <a:ln w="25399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71" name="Line 32">
            <a:extLst>
              <a:ext uri="{FF2B5EF4-FFF2-40B4-BE49-F238E27FC236}">
                <a16:creationId xmlns:a16="http://schemas.microsoft.com/office/drawing/2014/main" id="{9D6C6C3F-4FEC-B535-1181-C5552EAEDA6F}"/>
              </a:ext>
            </a:extLst>
          </p:cNvPr>
          <p:cNvSpPr>
            <a:spLocks noChangeShapeType="1"/>
          </p:cNvSpPr>
          <p:nvPr/>
        </p:nvSpPr>
        <p:spPr bwMode="auto">
          <a:xfrm>
            <a:off x="5973763" y="4465638"/>
            <a:ext cx="0" cy="431800"/>
          </a:xfrm>
          <a:prstGeom prst="line">
            <a:avLst/>
          </a:prstGeom>
          <a:noFill/>
          <a:ln w="25399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72" name="Line 33">
            <a:extLst>
              <a:ext uri="{FF2B5EF4-FFF2-40B4-BE49-F238E27FC236}">
                <a16:creationId xmlns:a16="http://schemas.microsoft.com/office/drawing/2014/main" id="{4C962445-C4E3-6519-1A96-8F5DD3DB947B}"/>
              </a:ext>
            </a:extLst>
          </p:cNvPr>
          <p:cNvSpPr>
            <a:spLocks noChangeShapeType="1"/>
          </p:cNvSpPr>
          <p:nvPr/>
        </p:nvSpPr>
        <p:spPr bwMode="auto">
          <a:xfrm>
            <a:off x="8239125" y="4465638"/>
            <a:ext cx="0" cy="431800"/>
          </a:xfrm>
          <a:prstGeom prst="line">
            <a:avLst/>
          </a:prstGeom>
          <a:noFill/>
          <a:ln w="25399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73" name="Line 34">
            <a:extLst>
              <a:ext uri="{FF2B5EF4-FFF2-40B4-BE49-F238E27FC236}">
                <a16:creationId xmlns:a16="http://schemas.microsoft.com/office/drawing/2014/main" id="{5419C3B6-6D8D-176B-A79E-626B87AAD208}"/>
              </a:ext>
            </a:extLst>
          </p:cNvPr>
          <p:cNvSpPr>
            <a:spLocks noChangeShapeType="1"/>
          </p:cNvSpPr>
          <p:nvPr/>
        </p:nvSpPr>
        <p:spPr bwMode="auto">
          <a:xfrm>
            <a:off x="8226425" y="3638550"/>
            <a:ext cx="0" cy="431800"/>
          </a:xfrm>
          <a:prstGeom prst="line">
            <a:avLst/>
          </a:prstGeom>
          <a:noFill/>
          <a:ln w="25399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74" name="Line 35">
            <a:extLst>
              <a:ext uri="{FF2B5EF4-FFF2-40B4-BE49-F238E27FC236}">
                <a16:creationId xmlns:a16="http://schemas.microsoft.com/office/drawing/2014/main" id="{F5F5BD51-0DB5-06C3-DA87-C62B70AFECF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459289" y="4886325"/>
            <a:ext cx="3779837" cy="0"/>
          </a:xfrm>
          <a:prstGeom prst="line">
            <a:avLst/>
          </a:prstGeom>
          <a:noFill/>
          <a:ln w="25399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75" name="Line 37">
            <a:extLst>
              <a:ext uri="{FF2B5EF4-FFF2-40B4-BE49-F238E27FC236}">
                <a16:creationId xmlns:a16="http://schemas.microsoft.com/office/drawing/2014/main" id="{2F870683-3644-2002-DE18-49FB37AC8B1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483101" y="1360488"/>
            <a:ext cx="2265363" cy="0"/>
          </a:xfrm>
          <a:prstGeom prst="line">
            <a:avLst/>
          </a:prstGeom>
          <a:noFill/>
          <a:ln w="25399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76" name="Line 38">
            <a:extLst>
              <a:ext uri="{FF2B5EF4-FFF2-40B4-BE49-F238E27FC236}">
                <a16:creationId xmlns:a16="http://schemas.microsoft.com/office/drawing/2014/main" id="{7FB739E3-D326-AF12-B273-FF1F8C7141E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470400" y="1360489"/>
            <a:ext cx="0" cy="3525837"/>
          </a:xfrm>
          <a:prstGeom prst="line">
            <a:avLst/>
          </a:prstGeom>
          <a:noFill/>
          <a:ln w="25399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77" name="Rectangle 39">
            <a:extLst>
              <a:ext uri="{FF2B5EF4-FFF2-40B4-BE49-F238E27FC236}">
                <a16:creationId xmlns:a16="http://schemas.microsoft.com/office/drawing/2014/main" id="{8EAA79A9-CBA4-D7CE-6BA5-76DFFA07C0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99039" y="1095376"/>
            <a:ext cx="883255" cy="2451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3500" tIns="25400" rIns="63500" bIns="25400">
            <a:spAutoFit/>
          </a:bodyPr>
          <a:lstStyle>
            <a:lvl1pPr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r>
              <a:rPr lang="en-US" altLang="ko-KR"/>
              <a:t>Data bus</a:t>
            </a:r>
          </a:p>
        </p:txBody>
      </p:sp>
      <p:sp>
        <p:nvSpPr>
          <p:cNvPr id="10278" name="Rectangle 40">
            <a:extLst>
              <a:ext uri="{FF2B5EF4-FFF2-40B4-BE49-F238E27FC236}">
                <a16:creationId xmlns:a16="http://schemas.microsoft.com/office/drawing/2014/main" id="{3D583326-A352-5398-45C4-768093A14E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50139" y="1820864"/>
            <a:ext cx="1673225" cy="242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3500" tIns="25400" rIns="63500" bIns="25400">
            <a:spAutoFit/>
          </a:bodyPr>
          <a:lstStyle>
            <a:lvl1pPr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r>
              <a:rPr lang="en-US" altLang="ko-KR"/>
              <a:t>Instruction stream</a:t>
            </a:r>
          </a:p>
        </p:txBody>
      </p:sp>
      <p:sp>
        <p:nvSpPr>
          <p:cNvPr id="10279" name="Rectangle 41">
            <a:extLst>
              <a:ext uri="{FF2B5EF4-FFF2-40B4-BE49-F238E27FC236}">
                <a16:creationId xmlns:a16="http://schemas.microsoft.com/office/drawing/2014/main" id="{E8C69FAC-BBC1-ED38-16BE-39D09D11A2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10325" y="2919414"/>
            <a:ext cx="1143000" cy="242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3500" tIns="25400" rIns="63500" bIns="25400">
            <a:spAutoFit/>
          </a:bodyPr>
          <a:lstStyle>
            <a:lvl1pPr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r>
              <a:rPr lang="en-US" altLang="ko-KR"/>
              <a:t>Data stream</a:t>
            </a:r>
          </a:p>
        </p:txBody>
      </p:sp>
      <p:sp>
        <p:nvSpPr>
          <p:cNvPr id="10280" name="Rectangle 42">
            <a:extLst>
              <a:ext uri="{FF2B5EF4-FFF2-40B4-BE49-F238E27FC236}">
                <a16:creationId xmlns:a16="http://schemas.microsoft.com/office/drawing/2014/main" id="{C6E559AA-44F9-68ED-34F9-CEDFE87CF3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64525" y="2524125"/>
            <a:ext cx="1466850" cy="242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3500" tIns="25400" rIns="63500" bIns="25400">
            <a:spAutoFit/>
          </a:bodyPr>
          <a:lstStyle>
            <a:lvl1pPr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r>
              <a:rPr lang="en-US" altLang="ko-KR"/>
              <a:t>Processor units</a:t>
            </a:r>
          </a:p>
        </p:txBody>
      </p:sp>
      <p:sp>
        <p:nvSpPr>
          <p:cNvPr id="10281" name="Rectangle 43">
            <a:extLst>
              <a:ext uri="{FF2B5EF4-FFF2-40B4-BE49-F238E27FC236}">
                <a16:creationId xmlns:a16="http://schemas.microsoft.com/office/drawing/2014/main" id="{6A98E8F1-50F5-C9BB-C92B-DAB6BD7519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74076" y="4141789"/>
            <a:ext cx="1585913" cy="242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3500" tIns="25400" rIns="63500" bIns="25400">
            <a:spAutoFit/>
          </a:bodyPr>
          <a:lstStyle>
            <a:lvl1pPr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r>
              <a:rPr lang="en-US" altLang="ko-KR"/>
              <a:t>Memory modules</a:t>
            </a:r>
          </a:p>
        </p:txBody>
      </p:sp>
      <p:sp>
        <p:nvSpPr>
          <p:cNvPr id="10282" name="Rectangle 44">
            <a:extLst>
              <a:ext uri="{FF2B5EF4-FFF2-40B4-BE49-F238E27FC236}">
                <a16:creationId xmlns:a16="http://schemas.microsoft.com/office/drawing/2014/main" id="{98AC2C98-9010-92FE-BAED-17A7855B91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716" y="5224463"/>
            <a:ext cx="11571508" cy="12977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3500" tIns="25400" rIns="63500" bIns="25400">
            <a:spAutoFit/>
          </a:bodyPr>
          <a:lstStyle>
            <a:lvl1pPr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 algn="just"/>
            <a:r>
              <a:rPr lang="en-IN" sz="1800" dirty="0"/>
              <a:t>Single instruction stream, multiple data stream (SIMD) </a:t>
            </a:r>
          </a:p>
          <a:p>
            <a:pPr marL="357188" indent="-173038" algn="just">
              <a:buFont typeface="System Font Regular"/>
              <a:buChar char="⁃"/>
            </a:pPr>
            <a:r>
              <a:rPr lang="en-IN" sz="1800" b="0" dirty="0"/>
              <a:t>includes many processing units under the supervision of a  common  control unit. </a:t>
            </a:r>
          </a:p>
          <a:p>
            <a:pPr marL="357188" lvl="1" indent="-173038" algn="just">
              <a:buFont typeface="System Font Regular"/>
              <a:buChar char="⁃"/>
            </a:pPr>
            <a:r>
              <a:rPr lang="en-IN" sz="1800" b="0" dirty="0"/>
              <a:t>All processors receive the same instruction from the control unit but operate on different items of data. </a:t>
            </a:r>
          </a:p>
          <a:p>
            <a:pPr marL="357188" lvl="1" indent="-173038" algn="just">
              <a:buFont typeface="System Font Regular"/>
              <a:buChar char="⁃"/>
            </a:pPr>
            <a:r>
              <a:rPr lang="en-IN" sz="1800" b="0" dirty="0"/>
              <a:t>The shared memory unit must contain multiple modules so that it can communicate with all the processors simultaneously. </a:t>
            </a:r>
          </a:p>
        </p:txBody>
      </p:sp>
      <p:sp>
        <p:nvSpPr>
          <p:cNvPr id="10284" name="Line 47">
            <a:extLst>
              <a:ext uri="{FF2B5EF4-FFF2-40B4-BE49-F238E27FC236}">
                <a16:creationId xmlns:a16="http://schemas.microsoft.com/office/drawing/2014/main" id="{EB5E592E-5086-1986-F4AD-303ACB813EBC}"/>
              </a:ext>
            </a:extLst>
          </p:cNvPr>
          <p:cNvSpPr>
            <a:spLocks noChangeShapeType="1"/>
          </p:cNvSpPr>
          <p:nvPr/>
        </p:nvSpPr>
        <p:spPr bwMode="auto">
          <a:xfrm>
            <a:off x="6754813" y="1136651"/>
            <a:ext cx="0" cy="473075"/>
          </a:xfrm>
          <a:prstGeom prst="line">
            <a:avLst/>
          </a:prstGeom>
          <a:noFill/>
          <a:ln w="25399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85" name="Line 48">
            <a:extLst>
              <a:ext uri="{FF2B5EF4-FFF2-40B4-BE49-F238E27FC236}">
                <a16:creationId xmlns:a16="http://schemas.microsoft.com/office/drawing/2014/main" id="{8A1F4237-8220-B069-53DD-609780AF085C}"/>
              </a:ext>
            </a:extLst>
          </p:cNvPr>
          <p:cNvSpPr>
            <a:spLocks noChangeShapeType="1"/>
          </p:cNvSpPr>
          <p:nvPr/>
        </p:nvSpPr>
        <p:spPr bwMode="auto">
          <a:xfrm>
            <a:off x="5297488" y="3638550"/>
            <a:ext cx="0" cy="431800"/>
          </a:xfrm>
          <a:prstGeom prst="line">
            <a:avLst/>
          </a:prstGeom>
          <a:noFill/>
          <a:ln w="25399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9F474F1F-966E-5867-D96B-97988889D3A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032000" y="314566"/>
            <a:ext cx="8142288" cy="383695"/>
          </a:xfrm>
          <a:noFill/>
        </p:spPr>
        <p:txBody>
          <a:bodyPr anchor="ctr"/>
          <a:lstStyle/>
          <a:p>
            <a:r>
              <a:rPr lang="en-US" altLang="ko-KR" sz="2400">
                <a:solidFill>
                  <a:schemeClr val="tx1"/>
                </a:solidFill>
              </a:rPr>
              <a:t>MISD  COMPUTER  SYSTEMS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3E5CB882-1098-EBD2-AF0F-357496AB98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19450" y="1257301"/>
            <a:ext cx="319088" cy="303213"/>
          </a:xfrm>
          <a:prstGeom prst="rect">
            <a:avLst/>
          </a:prstGeom>
          <a:noFill/>
          <a:ln w="25399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endParaRPr lang="en-IN" altLang="en-US"/>
          </a:p>
        </p:txBody>
      </p:sp>
      <p:sp>
        <p:nvSpPr>
          <p:cNvPr id="9220" name="Rectangle 4">
            <a:extLst>
              <a:ext uri="{FF2B5EF4-FFF2-40B4-BE49-F238E27FC236}">
                <a16:creationId xmlns:a16="http://schemas.microsoft.com/office/drawing/2014/main" id="{68483419-2224-93B6-849B-69F0381A6F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54375" y="1309689"/>
            <a:ext cx="274638" cy="242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3500" tIns="25400" rIns="63500" bIns="25400">
            <a:spAutoFit/>
          </a:bodyPr>
          <a:lstStyle>
            <a:lvl1pPr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r>
              <a:rPr lang="en-US" altLang="ko-KR"/>
              <a:t>M</a:t>
            </a:r>
          </a:p>
        </p:txBody>
      </p:sp>
      <p:sp>
        <p:nvSpPr>
          <p:cNvPr id="9221" name="Rectangle 5">
            <a:extLst>
              <a:ext uri="{FF2B5EF4-FFF2-40B4-BE49-F238E27FC236}">
                <a16:creationId xmlns:a16="http://schemas.microsoft.com/office/drawing/2014/main" id="{0ADA4A75-32E2-8F3B-6EBA-DC503A6A61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64039" y="1257301"/>
            <a:ext cx="319087" cy="303213"/>
          </a:xfrm>
          <a:prstGeom prst="rect">
            <a:avLst/>
          </a:prstGeom>
          <a:noFill/>
          <a:ln w="25399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endParaRPr lang="en-IN" altLang="en-US"/>
          </a:p>
        </p:txBody>
      </p:sp>
      <p:sp>
        <p:nvSpPr>
          <p:cNvPr id="9222" name="Rectangle 6">
            <a:extLst>
              <a:ext uri="{FF2B5EF4-FFF2-40B4-BE49-F238E27FC236}">
                <a16:creationId xmlns:a16="http://schemas.microsoft.com/office/drawing/2014/main" id="{C7303FE2-D9A0-E605-EA55-59167FF6F4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86414" y="1257300"/>
            <a:ext cx="319087" cy="323850"/>
          </a:xfrm>
          <a:prstGeom prst="rect">
            <a:avLst/>
          </a:prstGeom>
          <a:noFill/>
          <a:ln w="25399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endParaRPr lang="en-IN" altLang="en-US"/>
          </a:p>
        </p:txBody>
      </p:sp>
      <p:sp>
        <p:nvSpPr>
          <p:cNvPr id="9223" name="Rectangle 7">
            <a:extLst>
              <a:ext uri="{FF2B5EF4-FFF2-40B4-BE49-F238E27FC236}">
                <a16:creationId xmlns:a16="http://schemas.microsoft.com/office/drawing/2014/main" id="{C68F9877-70AB-07D0-A50D-052F19BFC5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37051" y="1309689"/>
            <a:ext cx="384175" cy="242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3500" tIns="25400" rIns="63500" bIns="25400">
            <a:spAutoFit/>
          </a:bodyPr>
          <a:lstStyle>
            <a:lvl1pPr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r>
              <a:rPr lang="en-US" altLang="ko-KR"/>
              <a:t>CU</a:t>
            </a:r>
          </a:p>
        </p:txBody>
      </p:sp>
      <p:sp>
        <p:nvSpPr>
          <p:cNvPr id="9224" name="Rectangle 8">
            <a:extLst>
              <a:ext uri="{FF2B5EF4-FFF2-40B4-BE49-F238E27FC236}">
                <a16:creationId xmlns:a16="http://schemas.microsoft.com/office/drawing/2014/main" id="{29A1F132-BC9D-73F2-CF86-935210A570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53088" y="1320801"/>
            <a:ext cx="248466" cy="2451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3500" tIns="25400" rIns="63500" bIns="25400">
            <a:spAutoFit/>
          </a:bodyPr>
          <a:lstStyle>
            <a:lvl1pPr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r>
              <a:rPr lang="en-US" altLang="ko-KR"/>
              <a:t>P</a:t>
            </a:r>
          </a:p>
        </p:txBody>
      </p:sp>
      <p:sp>
        <p:nvSpPr>
          <p:cNvPr id="9225" name="Rectangle 9">
            <a:extLst>
              <a:ext uri="{FF2B5EF4-FFF2-40B4-BE49-F238E27FC236}">
                <a16:creationId xmlns:a16="http://schemas.microsoft.com/office/drawing/2014/main" id="{167042C9-F5F8-D649-3D65-7BB639A14A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89401" y="1158875"/>
            <a:ext cx="2092325" cy="520700"/>
          </a:xfrm>
          <a:prstGeom prst="rect">
            <a:avLst/>
          </a:prstGeom>
          <a:noFill/>
          <a:ln w="25399">
            <a:solidFill>
              <a:schemeClr val="tx1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endParaRPr lang="en-IN" altLang="en-US"/>
          </a:p>
        </p:txBody>
      </p:sp>
      <p:sp>
        <p:nvSpPr>
          <p:cNvPr id="9226" name="Line 10">
            <a:extLst>
              <a:ext uri="{FF2B5EF4-FFF2-40B4-BE49-F238E27FC236}">
                <a16:creationId xmlns:a16="http://schemas.microsoft.com/office/drawing/2014/main" id="{643D857A-07D8-CB28-513C-FA9FF0A6545D}"/>
              </a:ext>
            </a:extLst>
          </p:cNvPr>
          <p:cNvSpPr>
            <a:spLocks noChangeShapeType="1"/>
          </p:cNvSpPr>
          <p:nvPr/>
        </p:nvSpPr>
        <p:spPr bwMode="auto">
          <a:xfrm>
            <a:off x="3549651" y="1398588"/>
            <a:ext cx="803275" cy="0"/>
          </a:xfrm>
          <a:prstGeom prst="line">
            <a:avLst/>
          </a:prstGeom>
          <a:noFill/>
          <a:ln w="25399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27" name="Line 11">
            <a:extLst>
              <a:ext uri="{FF2B5EF4-FFF2-40B4-BE49-F238E27FC236}">
                <a16:creationId xmlns:a16="http://schemas.microsoft.com/office/drawing/2014/main" id="{80DA6294-1EC2-2B14-20B4-74DB91D42684}"/>
              </a:ext>
            </a:extLst>
          </p:cNvPr>
          <p:cNvSpPr>
            <a:spLocks noChangeShapeType="1"/>
          </p:cNvSpPr>
          <p:nvPr/>
        </p:nvSpPr>
        <p:spPr bwMode="auto">
          <a:xfrm>
            <a:off x="4694238" y="1398588"/>
            <a:ext cx="881062" cy="0"/>
          </a:xfrm>
          <a:prstGeom prst="line">
            <a:avLst/>
          </a:prstGeom>
          <a:noFill/>
          <a:ln w="25399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28" name="Rectangle 12">
            <a:extLst>
              <a:ext uri="{FF2B5EF4-FFF2-40B4-BE49-F238E27FC236}">
                <a16:creationId xmlns:a16="http://schemas.microsoft.com/office/drawing/2014/main" id="{DC9A0FE1-E214-BA10-E604-EACAF78614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19450" y="1884363"/>
            <a:ext cx="319088" cy="303212"/>
          </a:xfrm>
          <a:prstGeom prst="rect">
            <a:avLst/>
          </a:prstGeom>
          <a:noFill/>
          <a:ln w="25399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endParaRPr lang="en-IN" altLang="en-US"/>
          </a:p>
        </p:txBody>
      </p:sp>
      <p:sp>
        <p:nvSpPr>
          <p:cNvPr id="9229" name="Rectangle 13">
            <a:extLst>
              <a:ext uri="{FF2B5EF4-FFF2-40B4-BE49-F238E27FC236}">
                <a16:creationId xmlns:a16="http://schemas.microsoft.com/office/drawing/2014/main" id="{15FF4B62-ED19-43FD-22E2-7F8705F1C1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54375" y="1938339"/>
            <a:ext cx="274638" cy="242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3500" tIns="25400" rIns="63500" bIns="25400">
            <a:spAutoFit/>
          </a:bodyPr>
          <a:lstStyle>
            <a:lvl1pPr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r>
              <a:rPr lang="en-US" altLang="ko-KR"/>
              <a:t>M</a:t>
            </a:r>
          </a:p>
        </p:txBody>
      </p:sp>
      <p:sp>
        <p:nvSpPr>
          <p:cNvPr id="9230" name="Rectangle 14">
            <a:extLst>
              <a:ext uri="{FF2B5EF4-FFF2-40B4-BE49-F238E27FC236}">
                <a16:creationId xmlns:a16="http://schemas.microsoft.com/office/drawing/2014/main" id="{043CE002-DB62-8881-802E-203492D64C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64039" y="1884363"/>
            <a:ext cx="319087" cy="303212"/>
          </a:xfrm>
          <a:prstGeom prst="rect">
            <a:avLst/>
          </a:prstGeom>
          <a:noFill/>
          <a:ln w="25399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endParaRPr lang="en-IN" altLang="en-US"/>
          </a:p>
        </p:txBody>
      </p:sp>
      <p:sp>
        <p:nvSpPr>
          <p:cNvPr id="9231" name="Rectangle 15">
            <a:extLst>
              <a:ext uri="{FF2B5EF4-FFF2-40B4-BE49-F238E27FC236}">
                <a16:creationId xmlns:a16="http://schemas.microsoft.com/office/drawing/2014/main" id="{6ABA4F3B-A0B6-5BAE-0D8B-3F3B226703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86414" y="1884364"/>
            <a:ext cx="319087" cy="325437"/>
          </a:xfrm>
          <a:prstGeom prst="rect">
            <a:avLst/>
          </a:prstGeom>
          <a:noFill/>
          <a:ln w="25399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endParaRPr lang="en-IN" altLang="en-US"/>
          </a:p>
        </p:txBody>
      </p:sp>
      <p:sp>
        <p:nvSpPr>
          <p:cNvPr id="9232" name="Rectangle 16">
            <a:extLst>
              <a:ext uri="{FF2B5EF4-FFF2-40B4-BE49-F238E27FC236}">
                <a16:creationId xmlns:a16="http://schemas.microsoft.com/office/drawing/2014/main" id="{B87527FB-BB76-B917-1257-045EA7D845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37051" y="1938339"/>
            <a:ext cx="384175" cy="242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3500" tIns="25400" rIns="63500" bIns="25400">
            <a:spAutoFit/>
          </a:bodyPr>
          <a:lstStyle>
            <a:lvl1pPr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r>
              <a:rPr lang="en-US" altLang="ko-KR"/>
              <a:t>CU</a:t>
            </a:r>
          </a:p>
        </p:txBody>
      </p:sp>
      <p:sp>
        <p:nvSpPr>
          <p:cNvPr id="9233" name="Rectangle 17">
            <a:extLst>
              <a:ext uri="{FF2B5EF4-FFF2-40B4-BE49-F238E27FC236}">
                <a16:creationId xmlns:a16="http://schemas.microsoft.com/office/drawing/2014/main" id="{3A5C0143-2609-7939-1DDF-1F495E8DCF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53088" y="1949451"/>
            <a:ext cx="248466" cy="2451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3500" tIns="25400" rIns="63500" bIns="25400">
            <a:spAutoFit/>
          </a:bodyPr>
          <a:lstStyle>
            <a:lvl1pPr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r>
              <a:rPr lang="en-US" altLang="ko-KR"/>
              <a:t>P</a:t>
            </a:r>
          </a:p>
        </p:txBody>
      </p:sp>
      <p:sp>
        <p:nvSpPr>
          <p:cNvPr id="9234" name="Rectangle 18">
            <a:extLst>
              <a:ext uri="{FF2B5EF4-FFF2-40B4-BE49-F238E27FC236}">
                <a16:creationId xmlns:a16="http://schemas.microsoft.com/office/drawing/2014/main" id="{382E97FA-5CB5-DED1-7672-8834F3B214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89401" y="1787525"/>
            <a:ext cx="2092325" cy="520700"/>
          </a:xfrm>
          <a:prstGeom prst="rect">
            <a:avLst/>
          </a:prstGeom>
          <a:noFill/>
          <a:ln w="25399">
            <a:solidFill>
              <a:schemeClr val="tx1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endParaRPr lang="en-IN" altLang="en-US"/>
          </a:p>
        </p:txBody>
      </p:sp>
      <p:sp>
        <p:nvSpPr>
          <p:cNvPr id="9235" name="Line 19">
            <a:extLst>
              <a:ext uri="{FF2B5EF4-FFF2-40B4-BE49-F238E27FC236}">
                <a16:creationId xmlns:a16="http://schemas.microsoft.com/office/drawing/2014/main" id="{E4660437-9DE3-B6BC-F30F-14FC6DC12547}"/>
              </a:ext>
            </a:extLst>
          </p:cNvPr>
          <p:cNvSpPr>
            <a:spLocks noChangeShapeType="1"/>
          </p:cNvSpPr>
          <p:nvPr/>
        </p:nvSpPr>
        <p:spPr bwMode="auto">
          <a:xfrm>
            <a:off x="3549651" y="2025650"/>
            <a:ext cx="803275" cy="0"/>
          </a:xfrm>
          <a:prstGeom prst="line">
            <a:avLst/>
          </a:prstGeom>
          <a:noFill/>
          <a:ln w="25399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36" name="Line 20">
            <a:extLst>
              <a:ext uri="{FF2B5EF4-FFF2-40B4-BE49-F238E27FC236}">
                <a16:creationId xmlns:a16="http://schemas.microsoft.com/office/drawing/2014/main" id="{D322AA17-A165-71AD-D317-27FB0416D86A}"/>
              </a:ext>
            </a:extLst>
          </p:cNvPr>
          <p:cNvSpPr>
            <a:spLocks noChangeShapeType="1"/>
          </p:cNvSpPr>
          <p:nvPr/>
        </p:nvSpPr>
        <p:spPr bwMode="auto">
          <a:xfrm>
            <a:off x="4694238" y="2025650"/>
            <a:ext cx="881062" cy="0"/>
          </a:xfrm>
          <a:prstGeom prst="line">
            <a:avLst/>
          </a:prstGeom>
          <a:noFill/>
          <a:ln w="25399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37" name="Rectangle 21">
            <a:extLst>
              <a:ext uri="{FF2B5EF4-FFF2-40B4-BE49-F238E27FC236}">
                <a16:creationId xmlns:a16="http://schemas.microsoft.com/office/drawing/2014/main" id="{87AB4BEF-CFD4-593F-83CC-54EBA622BC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19450" y="2740026"/>
            <a:ext cx="319088" cy="303213"/>
          </a:xfrm>
          <a:prstGeom prst="rect">
            <a:avLst/>
          </a:prstGeom>
          <a:noFill/>
          <a:ln w="25399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endParaRPr lang="en-IN" altLang="en-US"/>
          </a:p>
        </p:txBody>
      </p:sp>
      <p:sp>
        <p:nvSpPr>
          <p:cNvPr id="9238" name="Rectangle 22">
            <a:extLst>
              <a:ext uri="{FF2B5EF4-FFF2-40B4-BE49-F238E27FC236}">
                <a16:creationId xmlns:a16="http://schemas.microsoft.com/office/drawing/2014/main" id="{0E1B85EB-EB15-E5B0-48E5-E1FB6D322F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54375" y="2795589"/>
            <a:ext cx="274638" cy="242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3500" tIns="25400" rIns="63500" bIns="25400">
            <a:spAutoFit/>
          </a:bodyPr>
          <a:lstStyle>
            <a:lvl1pPr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r>
              <a:rPr lang="en-US" altLang="ko-KR"/>
              <a:t>M</a:t>
            </a:r>
          </a:p>
        </p:txBody>
      </p:sp>
      <p:sp>
        <p:nvSpPr>
          <p:cNvPr id="9239" name="Rectangle 23">
            <a:extLst>
              <a:ext uri="{FF2B5EF4-FFF2-40B4-BE49-F238E27FC236}">
                <a16:creationId xmlns:a16="http://schemas.microsoft.com/office/drawing/2014/main" id="{3AA95A5A-5346-3B20-D55C-289E723938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64039" y="2740026"/>
            <a:ext cx="319087" cy="303213"/>
          </a:xfrm>
          <a:prstGeom prst="rect">
            <a:avLst/>
          </a:prstGeom>
          <a:noFill/>
          <a:ln w="25399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endParaRPr lang="en-IN" altLang="en-US"/>
          </a:p>
        </p:txBody>
      </p:sp>
      <p:sp>
        <p:nvSpPr>
          <p:cNvPr id="9240" name="Rectangle 24">
            <a:extLst>
              <a:ext uri="{FF2B5EF4-FFF2-40B4-BE49-F238E27FC236}">
                <a16:creationId xmlns:a16="http://schemas.microsoft.com/office/drawing/2014/main" id="{9A413393-F271-FA02-A44B-C6BB0FEFDF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86414" y="2740025"/>
            <a:ext cx="319087" cy="325438"/>
          </a:xfrm>
          <a:prstGeom prst="rect">
            <a:avLst/>
          </a:prstGeom>
          <a:noFill/>
          <a:ln w="25399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endParaRPr lang="en-IN" altLang="en-US"/>
          </a:p>
        </p:txBody>
      </p:sp>
      <p:sp>
        <p:nvSpPr>
          <p:cNvPr id="9241" name="Rectangle 25">
            <a:extLst>
              <a:ext uri="{FF2B5EF4-FFF2-40B4-BE49-F238E27FC236}">
                <a16:creationId xmlns:a16="http://schemas.microsoft.com/office/drawing/2014/main" id="{3820ECA8-1FEE-2FDF-7D82-AAF9869B10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37051" y="2795589"/>
            <a:ext cx="384175" cy="242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3500" tIns="25400" rIns="63500" bIns="25400">
            <a:spAutoFit/>
          </a:bodyPr>
          <a:lstStyle>
            <a:lvl1pPr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r>
              <a:rPr lang="en-US" altLang="ko-KR"/>
              <a:t>CU</a:t>
            </a:r>
          </a:p>
        </p:txBody>
      </p:sp>
      <p:sp>
        <p:nvSpPr>
          <p:cNvPr id="9242" name="Rectangle 26">
            <a:extLst>
              <a:ext uri="{FF2B5EF4-FFF2-40B4-BE49-F238E27FC236}">
                <a16:creationId xmlns:a16="http://schemas.microsoft.com/office/drawing/2014/main" id="{88C65B34-62A9-7666-8841-9B2B3D32C5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53088" y="2806701"/>
            <a:ext cx="248466" cy="2451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3500" tIns="25400" rIns="63500" bIns="25400">
            <a:spAutoFit/>
          </a:bodyPr>
          <a:lstStyle>
            <a:lvl1pPr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r>
              <a:rPr lang="en-US" altLang="ko-KR"/>
              <a:t>P</a:t>
            </a:r>
          </a:p>
        </p:txBody>
      </p:sp>
      <p:sp>
        <p:nvSpPr>
          <p:cNvPr id="9243" name="Rectangle 27">
            <a:extLst>
              <a:ext uri="{FF2B5EF4-FFF2-40B4-BE49-F238E27FC236}">
                <a16:creationId xmlns:a16="http://schemas.microsoft.com/office/drawing/2014/main" id="{E7CAAD1D-E44A-DBCC-FBFC-104054E603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89401" y="2641600"/>
            <a:ext cx="2092325" cy="520700"/>
          </a:xfrm>
          <a:prstGeom prst="rect">
            <a:avLst/>
          </a:prstGeom>
          <a:noFill/>
          <a:ln w="25399">
            <a:solidFill>
              <a:schemeClr val="tx1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endParaRPr lang="en-IN" altLang="en-US"/>
          </a:p>
        </p:txBody>
      </p:sp>
      <p:sp>
        <p:nvSpPr>
          <p:cNvPr id="9244" name="Line 28">
            <a:extLst>
              <a:ext uri="{FF2B5EF4-FFF2-40B4-BE49-F238E27FC236}">
                <a16:creationId xmlns:a16="http://schemas.microsoft.com/office/drawing/2014/main" id="{14DEB9EB-9AF5-733C-82E7-9B584D28574E}"/>
              </a:ext>
            </a:extLst>
          </p:cNvPr>
          <p:cNvSpPr>
            <a:spLocks noChangeShapeType="1"/>
          </p:cNvSpPr>
          <p:nvPr/>
        </p:nvSpPr>
        <p:spPr bwMode="auto">
          <a:xfrm>
            <a:off x="3549651" y="2881313"/>
            <a:ext cx="803275" cy="0"/>
          </a:xfrm>
          <a:prstGeom prst="line">
            <a:avLst/>
          </a:prstGeom>
          <a:noFill/>
          <a:ln w="25399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45" name="Line 29">
            <a:extLst>
              <a:ext uri="{FF2B5EF4-FFF2-40B4-BE49-F238E27FC236}">
                <a16:creationId xmlns:a16="http://schemas.microsoft.com/office/drawing/2014/main" id="{70771487-8E32-AC88-F9F9-874F75556007}"/>
              </a:ext>
            </a:extLst>
          </p:cNvPr>
          <p:cNvSpPr>
            <a:spLocks noChangeShapeType="1"/>
          </p:cNvSpPr>
          <p:nvPr/>
        </p:nvSpPr>
        <p:spPr bwMode="auto">
          <a:xfrm>
            <a:off x="4694238" y="2881313"/>
            <a:ext cx="881062" cy="0"/>
          </a:xfrm>
          <a:prstGeom prst="line">
            <a:avLst/>
          </a:prstGeom>
          <a:noFill/>
          <a:ln w="25399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46" name="Line 30">
            <a:extLst>
              <a:ext uri="{FF2B5EF4-FFF2-40B4-BE49-F238E27FC236}">
                <a16:creationId xmlns:a16="http://schemas.microsoft.com/office/drawing/2014/main" id="{D0E6422C-FD3A-C123-C1BD-07A40F21551D}"/>
              </a:ext>
            </a:extLst>
          </p:cNvPr>
          <p:cNvSpPr>
            <a:spLocks noChangeShapeType="1"/>
          </p:cNvSpPr>
          <p:nvPr/>
        </p:nvSpPr>
        <p:spPr bwMode="auto">
          <a:xfrm>
            <a:off x="5751513" y="1592264"/>
            <a:ext cx="0" cy="280987"/>
          </a:xfrm>
          <a:prstGeom prst="line">
            <a:avLst/>
          </a:prstGeom>
          <a:noFill/>
          <a:ln w="25399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47" name="Line 31">
            <a:extLst>
              <a:ext uri="{FF2B5EF4-FFF2-40B4-BE49-F238E27FC236}">
                <a16:creationId xmlns:a16="http://schemas.microsoft.com/office/drawing/2014/main" id="{7FF13C2E-1785-1E89-3065-E3A8CB50831D}"/>
              </a:ext>
            </a:extLst>
          </p:cNvPr>
          <p:cNvSpPr>
            <a:spLocks noChangeShapeType="1"/>
          </p:cNvSpPr>
          <p:nvPr/>
        </p:nvSpPr>
        <p:spPr bwMode="auto">
          <a:xfrm>
            <a:off x="5751513" y="2219326"/>
            <a:ext cx="0" cy="511175"/>
          </a:xfrm>
          <a:prstGeom prst="line">
            <a:avLst/>
          </a:prstGeom>
          <a:noFill/>
          <a:ln w="25399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48" name="Line 32">
            <a:extLst>
              <a:ext uri="{FF2B5EF4-FFF2-40B4-BE49-F238E27FC236}">
                <a16:creationId xmlns:a16="http://schemas.microsoft.com/office/drawing/2014/main" id="{C6E78B51-50DD-56EC-B2EF-5E7B53A2F43C}"/>
              </a:ext>
            </a:extLst>
          </p:cNvPr>
          <p:cNvSpPr>
            <a:spLocks noChangeShapeType="1"/>
          </p:cNvSpPr>
          <p:nvPr/>
        </p:nvSpPr>
        <p:spPr bwMode="auto">
          <a:xfrm>
            <a:off x="5751513" y="2393950"/>
            <a:ext cx="0" cy="65088"/>
          </a:xfrm>
          <a:prstGeom prst="line">
            <a:avLst/>
          </a:prstGeom>
          <a:noFill/>
          <a:ln w="25399">
            <a:solidFill>
              <a:schemeClr val="bg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49" name="Line 33">
            <a:extLst>
              <a:ext uri="{FF2B5EF4-FFF2-40B4-BE49-F238E27FC236}">
                <a16:creationId xmlns:a16="http://schemas.microsoft.com/office/drawing/2014/main" id="{21208897-BA84-82F6-AEA8-3868963C6D5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686426" y="2360614"/>
            <a:ext cx="131763" cy="53975"/>
          </a:xfrm>
          <a:prstGeom prst="line">
            <a:avLst/>
          </a:prstGeom>
          <a:noFill/>
          <a:ln w="25399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50" name="Line 34">
            <a:extLst>
              <a:ext uri="{FF2B5EF4-FFF2-40B4-BE49-F238E27FC236}">
                <a16:creationId xmlns:a16="http://schemas.microsoft.com/office/drawing/2014/main" id="{4FA0B914-6CEC-193A-5D50-7C1B6A18373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686426" y="2427289"/>
            <a:ext cx="131763" cy="52387"/>
          </a:xfrm>
          <a:prstGeom prst="line">
            <a:avLst/>
          </a:prstGeom>
          <a:noFill/>
          <a:ln w="25399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51" name="Rectangle 35">
            <a:extLst>
              <a:ext uri="{FF2B5EF4-FFF2-40B4-BE49-F238E27FC236}">
                <a16:creationId xmlns:a16="http://schemas.microsoft.com/office/drawing/2014/main" id="{5464265B-0653-F750-E6B4-854BF672A4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05175" y="2274888"/>
            <a:ext cx="166688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3500" tIns="25400" rIns="63500" bIns="25400">
            <a:spAutoFit/>
          </a:bodyPr>
          <a:lstStyle>
            <a:lvl1pPr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>
              <a:lnSpc>
                <a:spcPct val="102000"/>
              </a:lnSpc>
            </a:pPr>
            <a:r>
              <a:rPr lang="en-US" altLang="ko-KR" sz="900"/>
              <a:t>•</a:t>
            </a:r>
          </a:p>
          <a:p>
            <a:pPr>
              <a:lnSpc>
                <a:spcPct val="102000"/>
              </a:lnSpc>
            </a:pPr>
            <a:r>
              <a:rPr lang="en-US" altLang="ko-KR" sz="900"/>
              <a:t>•</a:t>
            </a:r>
          </a:p>
          <a:p>
            <a:pPr>
              <a:lnSpc>
                <a:spcPct val="102000"/>
              </a:lnSpc>
            </a:pPr>
            <a:r>
              <a:rPr lang="en-US" altLang="ko-KR" sz="900"/>
              <a:t>•</a:t>
            </a:r>
          </a:p>
        </p:txBody>
      </p:sp>
      <p:sp>
        <p:nvSpPr>
          <p:cNvPr id="9252" name="Rectangle 36">
            <a:extLst>
              <a:ext uri="{FF2B5EF4-FFF2-40B4-BE49-F238E27FC236}">
                <a16:creationId xmlns:a16="http://schemas.microsoft.com/office/drawing/2014/main" id="{D6EFC1B7-7FA7-0650-4B66-F0DE28EDD4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76750" y="2274888"/>
            <a:ext cx="166688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3500" tIns="25400" rIns="63500" bIns="25400">
            <a:spAutoFit/>
          </a:bodyPr>
          <a:lstStyle>
            <a:lvl1pPr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>
              <a:lnSpc>
                <a:spcPct val="102000"/>
              </a:lnSpc>
            </a:pPr>
            <a:r>
              <a:rPr lang="en-US" altLang="ko-KR" sz="900"/>
              <a:t>•</a:t>
            </a:r>
          </a:p>
          <a:p>
            <a:pPr>
              <a:lnSpc>
                <a:spcPct val="102000"/>
              </a:lnSpc>
            </a:pPr>
            <a:r>
              <a:rPr lang="en-US" altLang="ko-KR" sz="900"/>
              <a:t>•</a:t>
            </a:r>
          </a:p>
          <a:p>
            <a:pPr>
              <a:lnSpc>
                <a:spcPct val="102000"/>
              </a:lnSpc>
            </a:pPr>
            <a:r>
              <a:rPr lang="en-US" altLang="ko-KR" sz="900"/>
              <a:t>•</a:t>
            </a:r>
          </a:p>
        </p:txBody>
      </p:sp>
      <p:sp>
        <p:nvSpPr>
          <p:cNvPr id="9253" name="Line 37">
            <a:extLst>
              <a:ext uri="{FF2B5EF4-FFF2-40B4-BE49-F238E27FC236}">
                <a16:creationId xmlns:a16="http://schemas.microsoft.com/office/drawing/2014/main" id="{458AFF00-CB94-1B97-686C-79D44455D3AD}"/>
              </a:ext>
            </a:extLst>
          </p:cNvPr>
          <p:cNvSpPr>
            <a:spLocks noChangeShapeType="1"/>
          </p:cNvSpPr>
          <p:nvPr/>
        </p:nvSpPr>
        <p:spPr bwMode="auto">
          <a:xfrm>
            <a:off x="5740400" y="1006476"/>
            <a:ext cx="0" cy="238125"/>
          </a:xfrm>
          <a:prstGeom prst="line">
            <a:avLst/>
          </a:prstGeom>
          <a:noFill/>
          <a:ln w="25399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54" name="Line 38">
            <a:extLst>
              <a:ext uri="{FF2B5EF4-FFF2-40B4-BE49-F238E27FC236}">
                <a16:creationId xmlns:a16="http://schemas.microsoft.com/office/drawing/2014/main" id="{E0B97272-F461-4152-E61D-0F0383CDAA80}"/>
              </a:ext>
            </a:extLst>
          </p:cNvPr>
          <p:cNvSpPr>
            <a:spLocks noChangeShapeType="1"/>
          </p:cNvSpPr>
          <p:nvPr/>
        </p:nvSpPr>
        <p:spPr bwMode="auto">
          <a:xfrm>
            <a:off x="5751513" y="3076576"/>
            <a:ext cx="0" cy="227013"/>
          </a:xfrm>
          <a:prstGeom prst="line">
            <a:avLst/>
          </a:prstGeom>
          <a:noFill/>
          <a:ln w="25399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55" name="Line 39">
            <a:extLst>
              <a:ext uri="{FF2B5EF4-FFF2-40B4-BE49-F238E27FC236}">
                <a16:creationId xmlns:a16="http://schemas.microsoft.com/office/drawing/2014/main" id="{CB230824-84F5-5394-2DA1-B8612BA2A623}"/>
              </a:ext>
            </a:extLst>
          </p:cNvPr>
          <p:cNvSpPr>
            <a:spLocks noChangeShapeType="1"/>
          </p:cNvSpPr>
          <p:nvPr/>
        </p:nvSpPr>
        <p:spPr bwMode="auto">
          <a:xfrm>
            <a:off x="5751514" y="3314700"/>
            <a:ext cx="1222375" cy="0"/>
          </a:xfrm>
          <a:prstGeom prst="line">
            <a:avLst/>
          </a:prstGeom>
          <a:noFill/>
          <a:ln w="25399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56" name="Line 40">
            <a:extLst>
              <a:ext uri="{FF2B5EF4-FFF2-40B4-BE49-F238E27FC236}">
                <a16:creationId xmlns:a16="http://schemas.microsoft.com/office/drawing/2014/main" id="{02A5D61D-6B9B-69F9-3339-C75AA8AD1C0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973888" y="2351088"/>
            <a:ext cx="0" cy="971550"/>
          </a:xfrm>
          <a:prstGeom prst="line">
            <a:avLst/>
          </a:prstGeom>
          <a:noFill/>
          <a:ln w="25399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57" name="Line 41">
            <a:extLst>
              <a:ext uri="{FF2B5EF4-FFF2-40B4-BE49-F238E27FC236}">
                <a16:creationId xmlns:a16="http://schemas.microsoft.com/office/drawing/2014/main" id="{2CF07D86-9AE5-F882-5D93-164F4B3EA33E}"/>
              </a:ext>
            </a:extLst>
          </p:cNvPr>
          <p:cNvSpPr>
            <a:spLocks noChangeShapeType="1"/>
          </p:cNvSpPr>
          <p:nvPr/>
        </p:nvSpPr>
        <p:spPr bwMode="auto">
          <a:xfrm>
            <a:off x="5740401" y="1006475"/>
            <a:ext cx="1222375" cy="0"/>
          </a:xfrm>
          <a:prstGeom prst="line">
            <a:avLst/>
          </a:prstGeom>
          <a:noFill/>
          <a:ln w="25399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58" name="Line 42">
            <a:extLst>
              <a:ext uri="{FF2B5EF4-FFF2-40B4-BE49-F238E27FC236}">
                <a16:creationId xmlns:a16="http://schemas.microsoft.com/office/drawing/2014/main" id="{CFA0CB84-A249-E308-50F8-B5BA495A2FB4}"/>
              </a:ext>
            </a:extLst>
          </p:cNvPr>
          <p:cNvSpPr>
            <a:spLocks noChangeShapeType="1"/>
          </p:cNvSpPr>
          <p:nvPr/>
        </p:nvSpPr>
        <p:spPr bwMode="auto">
          <a:xfrm>
            <a:off x="6962775" y="1006475"/>
            <a:ext cx="0" cy="941388"/>
          </a:xfrm>
          <a:prstGeom prst="line">
            <a:avLst/>
          </a:prstGeom>
          <a:noFill/>
          <a:ln w="25399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59" name="Rectangle 43">
            <a:extLst>
              <a:ext uri="{FF2B5EF4-FFF2-40B4-BE49-F238E27FC236}">
                <a16:creationId xmlns:a16="http://schemas.microsoft.com/office/drawing/2014/main" id="{F82B379E-651B-14C2-52EF-8960202343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75425" y="2038350"/>
            <a:ext cx="808038" cy="242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3500" tIns="25400" rIns="63500" bIns="25400">
            <a:spAutoFit/>
          </a:bodyPr>
          <a:lstStyle>
            <a:lvl1pPr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r>
              <a:rPr lang="en-US" altLang="ko-KR"/>
              <a:t>Memory</a:t>
            </a:r>
          </a:p>
        </p:txBody>
      </p:sp>
      <p:sp>
        <p:nvSpPr>
          <p:cNvPr id="9260" name="Rectangle 44">
            <a:extLst>
              <a:ext uri="{FF2B5EF4-FFF2-40B4-BE49-F238E27FC236}">
                <a16:creationId xmlns:a16="http://schemas.microsoft.com/office/drawing/2014/main" id="{EC265840-2230-7C12-CED7-63BCA437BE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23039" y="1938338"/>
            <a:ext cx="858837" cy="400050"/>
          </a:xfrm>
          <a:prstGeom prst="rect">
            <a:avLst/>
          </a:prstGeom>
          <a:noFill/>
          <a:ln w="25399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endParaRPr lang="en-IN" altLang="en-US"/>
          </a:p>
        </p:txBody>
      </p:sp>
      <p:sp>
        <p:nvSpPr>
          <p:cNvPr id="9261" name="Rectangle 45">
            <a:extLst>
              <a:ext uri="{FF2B5EF4-FFF2-40B4-BE49-F238E27FC236}">
                <a16:creationId xmlns:a16="http://schemas.microsoft.com/office/drawing/2014/main" id="{6364AA6A-3E78-A44D-F32B-F5B43634AA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55964" y="3219450"/>
            <a:ext cx="1673225" cy="242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3500" tIns="25400" rIns="63500" bIns="25400">
            <a:spAutoFit/>
          </a:bodyPr>
          <a:lstStyle>
            <a:lvl1pPr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r>
              <a:rPr lang="en-US" altLang="ko-KR"/>
              <a:t>Instruction stream</a:t>
            </a:r>
          </a:p>
        </p:txBody>
      </p:sp>
      <p:sp>
        <p:nvSpPr>
          <p:cNvPr id="9262" name="Rectangle 46">
            <a:extLst>
              <a:ext uri="{FF2B5EF4-FFF2-40B4-BE49-F238E27FC236}">
                <a16:creationId xmlns:a16="http://schemas.microsoft.com/office/drawing/2014/main" id="{3A4C7B8B-F651-529B-94D8-8AE7AF8278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4525" y="2738439"/>
            <a:ext cx="1143000" cy="242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3500" tIns="25400" rIns="63500" bIns="25400">
            <a:spAutoFit/>
          </a:bodyPr>
          <a:lstStyle>
            <a:lvl1pPr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r>
              <a:rPr lang="en-US" altLang="ko-KR"/>
              <a:t>Data stream</a:t>
            </a:r>
          </a:p>
        </p:txBody>
      </p:sp>
      <p:sp>
        <p:nvSpPr>
          <p:cNvPr id="9263" name="Rectangle 47">
            <a:extLst>
              <a:ext uri="{FF2B5EF4-FFF2-40B4-BE49-F238E27FC236}">
                <a16:creationId xmlns:a16="http://schemas.microsoft.com/office/drawing/2014/main" id="{E60A66A2-993B-D140-A5D6-2FF2E352B4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0507" y="4039568"/>
            <a:ext cx="11374547" cy="5498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3500" tIns="25400" rIns="63500" bIns="25400">
            <a:spAutoFit/>
          </a:bodyPr>
          <a:lstStyle>
            <a:lvl1pPr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 marL="400050" indent="0" algn="just">
              <a:buNone/>
            </a:pPr>
            <a:r>
              <a:rPr lang="en-IN" sz="1800" b="0" dirty="0"/>
              <a:t>MISD structure is only of theoretical interest since no practical system has been constructed using this organization. 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3A5B994E-009E-5D5E-238F-F3D92870A88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305051" y="290753"/>
            <a:ext cx="7604125" cy="383695"/>
          </a:xfrm>
          <a:noFill/>
        </p:spPr>
        <p:txBody>
          <a:bodyPr anchor="ctr"/>
          <a:lstStyle/>
          <a:p>
            <a:r>
              <a:rPr lang="en-US" altLang="ko-KR" sz="2400">
                <a:solidFill>
                  <a:schemeClr val="tx1"/>
                </a:solidFill>
              </a:rPr>
              <a:t>MIMD  COMPUTER  SYSTEMS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F0E555F6-37F1-0E35-105F-964B0E347A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0025" y="1782764"/>
            <a:ext cx="2203450" cy="242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3500" tIns="25400" rIns="63500" bIns="25400">
            <a:spAutoFit/>
          </a:bodyPr>
          <a:lstStyle>
            <a:lvl1pPr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r>
              <a:rPr lang="en-US" altLang="ko-KR"/>
              <a:t>Interconnection Network</a:t>
            </a:r>
          </a:p>
        </p:txBody>
      </p:sp>
      <p:sp>
        <p:nvSpPr>
          <p:cNvPr id="12292" name="Rectangle 4">
            <a:extLst>
              <a:ext uri="{FF2B5EF4-FFF2-40B4-BE49-F238E27FC236}">
                <a16:creationId xmlns:a16="http://schemas.microsoft.com/office/drawing/2014/main" id="{19F8321A-B466-836A-060F-C240F6C99F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33851" y="1708150"/>
            <a:ext cx="4264025" cy="376238"/>
          </a:xfrm>
          <a:prstGeom prst="rect">
            <a:avLst/>
          </a:prstGeom>
          <a:noFill/>
          <a:ln w="25399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endParaRPr lang="en-IN" altLang="en-US"/>
          </a:p>
        </p:txBody>
      </p:sp>
      <p:sp>
        <p:nvSpPr>
          <p:cNvPr id="12293" name="Rectangle 5">
            <a:extLst>
              <a:ext uri="{FF2B5EF4-FFF2-40B4-BE49-F238E27FC236}">
                <a16:creationId xmlns:a16="http://schemas.microsoft.com/office/drawing/2014/main" id="{3BB54514-DF85-E11B-A398-FA87B6E463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33850" y="1082676"/>
            <a:ext cx="717550" cy="250825"/>
          </a:xfrm>
          <a:prstGeom prst="rect">
            <a:avLst/>
          </a:prstGeom>
          <a:noFill/>
          <a:ln w="25399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endParaRPr lang="en-IN" altLang="en-US"/>
          </a:p>
        </p:txBody>
      </p:sp>
      <p:sp>
        <p:nvSpPr>
          <p:cNvPr id="12294" name="Line 6">
            <a:extLst>
              <a:ext uri="{FF2B5EF4-FFF2-40B4-BE49-F238E27FC236}">
                <a16:creationId xmlns:a16="http://schemas.microsoft.com/office/drawing/2014/main" id="{28747FC2-C4F5-B073-3F31-E5FA682F6B3D}"/>
              </a:ext>
            </a:extLst>
          </p:cNvPr>
          <p:cNvSpPr>
            <a:spLocks noChangeShapeType="1"/>
          </p:cNvSpPr>
          <p:nvPr/>
        </p:nvSpPr>
        <p:spPr bwMode="auto">
          <a:xfrm>
            <a:off x="4486275" y="1073151"/>
            <a:ext cx="0" cy="269875"/>
          </a:xfrm>
          <a:prstGeom prst="line">
            <a:avLst/>
          </a:prstGeom>
          <a:noFill/>
          <a:ln w="25399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295" name="Rectangle 7">
            <a:extLst>
              <a:ext uri="{FF2B5EF4-FFF2-40B4-BE49-F238E27FC236}">
                <a16:creationId xmlns:a16="http://schemas.microsoft.com/office/drawing/2014/main" id="{E12CFAEB-964C-D459-D55B-2228B9AB76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81476" y="1116014"/>
            <a:ext cx="246063" cy="242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3500" tIns="25400" rIns="63500" bIns="25400">
            <a:spAutoFit/>
          </a:bodyPr>
          <a:lstStyle>
            <a:lvl1pPr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r>
              <a:rPr lang="en-US" altLang="ko-KR"/>
              <a:t>P</a:t>
            </a:r>
          </a:p>
        </p:txBody>
      </p:sp>
      <p:sp>
        <p:nvSpPr>
          <p:cNvPr id="12296" name="Rectangle 8">
            <a:extLst>
              <a:ext uri="{FF2B5EF4-FFF2-40B4-BE49-F238E27FC236}">
                <a16:creationId xmlns:a16="http://schemas.microsoft.com/office/drawing/2014/main" id="{100A1AC7-E187-D3C4-AC28-B590F56183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45013" y="1106489"/>
            <a:ext cx="277320" cy="2451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3500" tIns="25400" rIns="63500" bIns="25400">
            <a:spAutoFit/>
          </a:bodyPr>
          <a:lstStyle>
            <a:lvl1pPr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r>
              <a:rPr lang="en-US" altLang="ko-KR"/>
              <a:t>M</a:t>
            </a:r>
          </a:p>
        </p:txBody>
      </p:sp>
      <p:sp>
        <p:nvSpPr>
          <p:cNvPr id="12297" name="Rectangle 9">
            <a:extLst>
              <a:ext uri="{FF2B5EF4-FFF2-40B4-BE49-F238E27FC236}">
                <a16:creationId xmlns:a16="http://schemas.microsoft.com/office/drawing/2014/main" id="{96E559AB-D5EE-4F93-7999-DA065C2AEC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80325" y="1082676"/>
            <a:ext cx="717550" cy="250825"/>
          </a:xfrm>
          <a:prstGeom prst="rect">
            <a:avLst/>
          </a:prstGeom>
          <a:noFill/>
          <a:ln w="25399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endParaRPr lang="en-IN" altLang="en-US"/>
          </a:p>
        </p:txBody>
      </p:sp>
      <p:sp>
        <p:nvSpPr>
          <p:cNvPr id="12298" name="Line 10">
            <a:extLst>
              <a:ext uri="{FF2B5EF4-FFF2-40B4-BE49-F238E27FC236}">
                <a16:creationId xmlns:a16="http://schemas.microsoft.com/office/drawing/2014/main" id="{4139158F-FD56-525A-6950-AC9B953AB071}"/>
              </a:ext>
            </a:extLst>
          </p:cNvPr>
          <p:cNvSpPr>
            <a:spLocks noChangeShapeType="1"/>
          </p:cNvSpPr>
          <p:nvPr/>
        </p:nvSpPr>
        <p:spPr bwMode="auto">
          <a:xfrm>
            <a:off x="8032750" y="1073151"/>
            <a:ext cx="0" cy="269875"/>
          </a:xfrm>
          <a:prstGeom prst="line">
            <a:avLst/>
          </a:prstGeom>
          <a:noFill/>
          <a:ln w="25399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299" name="Rectangle 11">
            <a:extLst>
              <a:ext uri="{FF2B5EF4-FFF2-40B4-BE49-F238E27FC236}">
                <a16:creationId xmlns:a16="http://schemas.microsoft.com/office/drawing/2014/main" id="{FA60954A-E94A-DD48-7163-A6B08F5A37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26363" y="1116014"/>
            <a:ext cx="248466" cy="2451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3500" tIns="25400" rIns="63500" bIns="25400">
            <a:spAutoFit/>
          </a:bodyPr>
          <a:lstStyle>
            <a:lvl1pPr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r>
              <a:rPr lang="en-US" altLang="ko-KR"/>
              <a:t>P</a:t>
            </a:r>
          </a:p>
        </p:txBody>
      </p:sp>
      <p:sp>
        <p:nvSpPr>
          <p:cNvPr id="12300" name="Rectangle 12">
            <a:extLst>
              <a:ext uri="{FF2B5EF4-FFF2-40B4-BE49-F238E27FC236}">
                <a16:creationId xmlns:a16="http://schemas.microsoft.com/office/drawing/2014/main" id="{A8114969-0137-CE52-FBAD-EFDD9353AA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3075" y="1106489"/>
            <a:ext cx="274638" cy="242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3500" tIns="25400" rIns="63500" bIns="25400">
            <a:spAutoFit/>
          </a:bodyPr>
          <a:lstStyle>
            <a:lvl1pPr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r>
              <a:rPr lang="en-US" altLang="ko-KR"/>
              <a:t>M</a:t>
            </a:r>
          </a:p>
        </p:txBody>
      </p:sp>
      <p:sp>
        <p:nvSpPr>
          <p:cNvPr id="12301" name="Rectangle 13">
            <a:extLst>
              <a:ext uri="{FF2B5EF4-FFF2-40B4-BE49-F238E27FC236}">
                <a16:creationId xmlns:a16="http://schemas.microsoft.com/office/drawing/2014/main" id="{48C593E6-069F-3E72-01F3-BA521478AA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02238" y="1082676"/>
            <a:ext cx="717550" cy="250825"/>
          </a:xfrm>
          <a:prstGeom prst="rect">
            <a:avLst/>
          </a:prstGeom>
          <a:noFill/>
          <a:ln w="25399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endParaRPr lang="en-IN" altLang="en-US"/>
          </a:p>
        </p:txBody>
      </p:sp>
      <p:sp>
        <p:nvSpPr>
          <p:cNvPr id="12302" name="Line 14">
            <a:extLst>
              <a:ext uri="{FF2B5EF4-FFF2-40B4-BE49-F238E27FC236}">
                <a16:creationId xmlns:a16="http://schemas.microsoft.com/office/drawing/2014/main" id="{3E4B82D2-A4F0-0453-3E96-36C8E62AD9D8}"/>
              </a:ext>
            </a:extLst>
          </p:cNvPr>
          <p:cNvSpPr>
            <a:spLocks noChangeShapeType="1"/>
          </p:cNvSpPr>
          <p:nvPr/>
        </p:nvSpPr>
        <p:spPr bwMode="auto">
          <a:xfrm>
            <a:off x="5554663" y="1073151"/>
            <a:ext cx="0" cy="269875"/>
          </a:xfrm>
          <a:prstGeom prst="line">
            <a:avLst/>
          </a:prstGeom>
          <a:noFill/>
          <a:ln w="25399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303" name="Rectangle 15">
            <a:extLst>
              <a:ext uri="{FF2B5EF4-FFF2-40B4-BE49-F238E27FC236}">
                <a16:creationId xmlns:a16="http://schemas.microsoft.com/office/drawing/2014/main" id="{535BDAC5-A54B-5F6A-9302-DD33177B84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49863" y="1116014"/>
            <a:ext cx="248466" cy="2451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3500" tIns="25400" rIns="63500" bIns="25400">
            <a:spAutoFit/>
          </a:bodyPr>
          <a:lstStyle>
            <a:lvl1pPr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r>
              <a:rPr lang="en-US" altLang="ko-KR"/>
              <a:t>P</a:t>
            </a:r>
          </a:p>
        </p:txBody>
      </p:sp>
      <p:sp>
        <p:nvSpPr>
          <p:cNvPr id="12304" name="Rectangle 16">
            <a:extLst>
              <a:ext uri="{FF2B5EF4-FFF2-40B4-BE49-F238E27FC236}">
                <a16:creationId xmlns:a16="http://schemas.microsoft.com/office/drawing/2014/main" id="{03F7D148-75C9-B747-43A8-0E0C76B547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14988" y="1106489"/>
            <a:ext cx="277320" cy="2451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3500" tIns="25400" rIns="63500" bIns="25400">
            <a:spAutoFit/>
          </a:bodyPr>
          <a:lstStyle>
            <a:lvl1pPr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r>
              <a:rPr lang="en-US" altLang="ko-KR"/>
              <a:t>M</a:t>
            </a:r>
          </a:p>
        </p:txBody>
      </p:sp>
      <p:sp>
        <p:nvSpPr>
          <p:cNvPr id="12305" name="Line 17">
            <a:extLst>
              <a:ext uri="{FF2B5EF4-FFF2-40B4-BE49-F238E27FC236}">
                <a16:creationId xmlns:a16="http://schemas.microsoft.com/office/drawing/2014/main" id="{462AC3DB-6F70-9E87-7DDC-89921874076D}"/>
              </a:ext>
            </a:extLst>
          </p:cNvPr>
          <p:cNvSpPr>
            <a:spLocks noChangeShapeType="1"/>
          </p:cNvSpPr>
          <p:nvPr/>
        </p:nvSpPr>
        <p:spPr bwMode="auto">
          <a:xfrm>
            <a:off x="4289425" y="1343025"/>
            <a:ext cx="0" cy="357188"/>
          </a:xfrm>
          <a:prstGeom prst="line">
            <a:avLst/>
          </a:prstGeom>
          <a:noFill/>
          <a:ln w="25399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306" name="Line 18">
            <a:extLst>
              <a:ext uri="{FF2B5EF4-FFF2-40B4-BE49-F238E27FC236}">
                <a16:creationId xmlns:a16="http://schemas.microsoft.com/office/drawing/2014/main" id="{34DDBBCF-6C66-EAD8-229E-6212A1325E1E}"/>
              </a:ext>
            </a:extLst>
          </p:cNvPr>
          <p:cNvSpPr>
            <a:spLocks noChangeShapeType="1"/>
          </p:cNvSpPr>
          <p:nvPr/>
        </p:nvSpPr>
        <p:spPr bwMode="auto">
          <a:xfrm>
            <a:off x="5372100" y="1343025"/>
            <a:ext cx="0" cy="357188"/>
          </a:xfrm>
          <a:prstGeom prst="line">
            <a:avLst/>
          </a:prstGeom>
          <a:noFill/>
          <a:ln w="25399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307" name="Line 19">
            <a:extLst>
              <a:ext uri="{FF2B5EF4-FFF2-40B4-BE49-F238E27FC236}">
                <a16:creationId xmlns:a16="http://schemas.microsoft.com/office/drawing/2014/main" id="{19135815-8BAF-83DF-64C6-A3F483BDB014}"/>
              </a:ext>
            </a:extLst>
          </p:cNvPr>
          <p:cNvSpPr>
            <a:spLocks noChangeShapeType="1"/>
          </p:cNvSpPr>
          <p:nvPr/>
        </p:nvSpPr>
        <p:spPr bwMode="auto">
          <a:xfrm>
            <a:off x="7848600" y="1343025"/>
            <a:ext cx="0" cy="357188"/>
          </a:xfrm>
          <a:prstGeom prst="line">
            <a:avLst/>
          </a:prstGeom>
          <a:noFill/>
          <a:ln w="25399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308" name="Rectangle 20">
            <a:extLst>
              <a:ext uri="{FF2B5EF4-FFF2-40B4-BE49-F238E27FC236}">
                <a16:creationId xmlns:a16="http://schemas.microsoft.com/office/drawing/2014/main" id="{B555F16F-5F80-B574-7398-EE34806D71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08751" y="1135064"/>
            <a:ext cx="411163" cy="242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3500" tIns="25400" rIns="63500" bIns="25400">
            <a:spAutoFit/>
          </a:bodyPr>
          <a:lstStyle>
            <a:lvl1pPr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r>
              <a:rPr lang="en-US" altLang="ko-KR"/>
              <a:t>• • •</a:t>
            </a:r>
          </a:p>
        </p:txBody>
      </p:sp>
      <p:sp>
        <p:nvSpPr>
          <p:cNvPr id="12309" name="Rectangle 21">
            <a:extLst>
              <a:ext uri="{FF2B5EF4-FFF2-40B4-BE49-F238E27FC236}">
                <a16:creationId xmlns:a16="http://schemas.microsoft.com/office/drawing/2014/main" id="{6F183BCD-398C-73B9-A671-0DE725F467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75301" y="2689225"/>
            <a:ext cx="1458913" cy="242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3500" tIns="25400" rIns="63500" bIns="25400">
            <a:spAutoFit/>
          </a:bodyPr>
          <a:lstStyle>
            <a:lvl1pPr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r>
              <a:rPr lang="en-US" altLang="ko-KR"/>
              <a:t>Shared Memory</a:t>
            </a:r>
          </a:p>
        </p:txBody>
      </p:sp>
      <p:sp>
        <p:nvSpPr>
          <p:cNvPr id="12310" name="Rectangle 22">
            <a:extLst>
              <a:ext uri="{FF2B5EF4-FFF2-40B4-BE49-F238E27FC236}">
                <a16:creationId xmlns:a16="http://schemas.microsoft.com/office/drawing/2014/main" id="{4FD929A7-4662-CE53-363E-740F87C54A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2276" y="2622550"/>
            <a:ext cx="1552575" cy="357188"/>
          </a:xfrm>
          <a:prstGeom prst="rect">
            <a:avLst/>
          </a:prstGeom>
          <a:noFill/>
          <a:ln w="25399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endParaRPr lang="en-IN" altLang="en-US"/>
          </a:p>
        </p:txBody>
      </p:sp>
      <p:sp>
        <p:nvSpPr>
          <p:cNvPr id="12311" name="Line 23">
            <a:extLst>
              <a:ext uri="{FF2B5EF4-FFF2-40B4-BE49-F238E27FC236}">
                <a16:creationId xmlns:a16="http://schemas.microsoft.com/office/drawing/2014/main" id="{D5CC587D-0302-9962-4283-72D40770A00A}"/>
              </a:ext>
            </a:extLst>
          </p:cNvPr>
          <p:cNvSpPr>
            <a:spLocks noChangeShapeType="1"/>
          </p:cNvSpPr>
          <p:nvPr/>
        </p:nvSpPr>
        <p:spPr bwMode="auto">
          <a:xfrm>
            <a:off x="6232525" y="2092325"/>
            <a:ext cx="0" cy="520700"/>
          </a:xfrm>
          <a:prstGeom prst="line">
            <a:avLst/>
          </a:prstGeom>
          <a:noFill/>
          <a:ln w="25399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8EE17CA-6D63-2E1E-03F1-0D12CACCDDF4}"/>
              </a:ext>
            </a:extLst>
          </p:cNvPr>
          <p:cNvSpPr txBox="1"/>
          <p:nvPr/>
        </p:nvSpPr>
        <p:spPr>
          <a:xfrm>
            <a:off x="212499" y="3517900"/>
            <a:ext cx="11489644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7188" indent="0" algn="just">
              <a:lnSpc>
                <a:spcPct val="100000"/>
              </a:lnSpc>
              <a:buNone/>
            </a:pPr>
            <a:r>
              <a:rPr lang="en-IN" sz="2000" b="0" dirty="0"/>
              <a:t>MIMD organization refers to a computer system capable of processing several programs at the same time. It has</a:t>
            </a:r>
            <a:r>
              <a:rPr lang="en-US" altLang="ko-KR" sz="2000" dirty="0"/>
              <a:t> multiple processing units that executes multiple instructions on multiple data.</a:t>
            </a:r>
          </a:p>
          <a:p>
            <a:pPr marL="357188" indent="0" algn="just">
              <a:lnSpc>
                <a:spcPct val="100000"/>
              </a:lnSpc>
              <a:buNone/>
            </a:pPr>
            <a:r>
              <a:rPr lang="en-IN" sz="2000" b="0" dirty="0"/>
              <a:t>e.g. multiprocessor and multicomputer system.</a:t>
            </a:r>
            <a:endParaRPr lang="en-US" altLang="ko-KR" sz="2000" dirty="0"/>
          </a:p>
          <a:p>
            <a:pPr marL="357188" indent="0" algn="just">
              <a:lnSpc>
                <a:spcPct val="100000"/>
              </a:lnSpc>
              <a:buNone/>
            </a:pPr>
            <a:endParaRPr lang="en-US" sz="2000" b="0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EFD237-72CF-D3CC-0CF1-56AD94A162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1A24C1-EE07-7CA0-09E3-0CEBF3418A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5259" y="1020338"/>
            <a:ext cx="10972800" cy="4525963"/>
          </a:xfrm>
        </p:spPr>
        <p:txBody>
          <a:bodyPr/>
          <a:lstStyle/>
          <a:p>
            <a:pPr marL="0" indent="0">
              <a:buNone/>
            </a:pPr>
            <a:r>
              <a:rPr lang="en-US" sz="2000" dirty="0"/>
              <a:t>Parallel processing is considered under</a:t>
            </a:r>
          </a:p>
          <a:p>
            <a:r>
              <a:rPr lang="en-US" sz="2000" dirty="0"/>
              <a:t>Pipeline processing – arithmetic suboperations or the phases of computer instruction cycle overlap in execution.</a:t>
            </a:r>
          </a:p>
          <a:p>
            <a:r>
              <a:rPr lang="en-US" sz="2000" dirty="0"/>
              <a:t>Vector processing – deals with computations involving large vectors and matrices</a:t>
            </a:r>
          </a:p>
          <a:p>
            <a:r>
              <a:rPr lang="en-US" sz="2000" dirty="0"/>
              <a:t>Array processors – performs computations on large arrays of data.</a:t>
            </a:r>
          </a:p>
        </p:txBody>
      </p:sp>
    </p:spTree>
    <p:extLst>
      <p:ext uri="{BB962C8B-B14F-4D97-AF65-F5344CB8AC3E}">
        <p14:creationId xmlns:p14="http://schemas.microsoft.com/office/powerpoint/2010/main" val="12764544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5D9CDFCE-680D-E450-D1F9-B548E9DE480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103439" y="328853"/>
            <a:ext cx="7858125" cy="383695"/>
          </a:xfrm>
          <a:noFill/>
        </p:spPr>
        <p:txBody>
          <a:bodyPr anchor="ctr"/>
          <a:lstStyle/>
          <a:p>
            <a:r>
              <a:rPr lang="en-US" altLang="ko-KR" sz="2400">
                <a:solidFill>
                  <a:schemeClr val="tx1"/>
                </a:solidFill>
              </a:rPr>
              <a:t>PIPELINING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A1511751-6C25-E145-0A5F-E8FC9209B4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65451" y="1292226"/>
            <a:ext cx="34925" cy="131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endParaRPr lang="en-IN" altLang="en-US"/>
          </a:p>
        </p:txBody>
      </p:sp>
      <p:sp>
        <p:nvSpPr>
          <p:cNvPr id="15364" name="Rectangle 5">
            <a:extLst>
              <a:ext uri="{FF2B5EF4-FFF2-40B4-BE49-F238E27FC236}">
                <a16:creationId xmlns:a16="http://schemas.microsoft.com/office/drawing/2014/main" id="{5951380A-CAD0-C6CF-8DAE-4033F5E246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4114" y="5543551"/>
            <a:ext cx="7737475" cy="862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3500" tIns="25400" rIns="63500" bIns="25400">
            <a:spAutoFit/>
          </a:bodyPr>
          <a:lstStyle>
            <a:lvl1pPr marL="381000" indent="-381000" defTabSz="152400">
              <a:tabLst>
                <a:tab pos="2349500" algn="l"/>
              </a:tabLs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152400">
              <a:tabLst>
                <a:tab pos="2349500" algn="l"/>
              </a:tabLs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152400">
              <a:tabLst>
                <a:tab pos="2349500" algn="l"/>
              </a:tabLs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152400">
              <a:tabLst>
                <a:tab pos="2349500" algn="l"/>
              </a:tabLs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152400">
              <a:tabLst>
                <a:tab pos="2349500" algn="l"/>
              </a:tabLs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1524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tabLst>
                <a:tab pos="2349500" algn="l"/>
              </a:tabLs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1524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tabLst>
                <a:tab pos="2349500" algn="l"/>
              </a:tabLs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1524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tabLst>
                <a:tab pos="2349500" algn="l"/>
              </a:tabLs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1524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tabLst>
                <a:tab pos="2349500" algn="l"/>
              </a:tabLs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>
              <a:lnSpc>
                <a:spcPct val="85000"/>
              </a:lnSpc>
              <a:spcBef>
                <a:spcPct val="20000"/>
              </a:spcBef>
            </a:pPr>
            <a:r>
              <a:rPr lang="en-US" altLang="ko-KR" sz="1800"/>
              <a:t>R1 </a:t>
            </a:r>
            <a:r>
              <a:rPr lang="en-US" altLang="ko-KR" sz="1800">
                <a:sym typeface="Symbol" pitchFamily="2" charset="2"/>
              </a:rPr>
              <a:t></a:t>
            </a:r>
            <a:r>
              <a:rPr lang="en-US" altLang="ko-KR" sz="1800"/>
              <a:t> A</a:t>
            </a:r>
            <a:r>
              <a:rPr lang="en-US" altLang="ko-KR" sz="1800" baseline="-25000"/>
              <a:t>i</a:t>
            </a:r>
            <a:r>
              <a:rPr lang="en-US" altLang="ko-KR" sz="1800"/>
              <a:t>,  R2 </a:t>
            </a:r>
            <a:r>
              <a:rPr lang="en-US" altLang="ko-KR" sz="1800">
                <a:sym typeface="Symbol" pitchFamily="2" charset="2"/>
              </a:rPr>
              <a:t></a:t>
            </a:r>
            <a:r>
              <a:rPr lang="en-US" altLang="ko-KR" sz="1800"/>
              <a:t> B</a:t>
            </a:r>
            <a:r>
              <a:rPr lang="en-US" altLang="ko-KR" sz="1800" baseline="-25000"/>
              <a:t>i</a:t>
            </a:r>
            <a:r>
              <a:rPr lang="en-US" altLang="ko-KR" sz="1800"/>
              <a:t>	       Load A</a:t>
            </a:r>
            <a:r>
              <a:rPr lang="en-US" altLang="ko-KR" sz="1800" baseline="-25000"/>
              <a:t>i</a:t>
            </a:r>
            <a:r>
              <a:rPr lang="en-US" altLang="ko-KR" sz="1800"/>
              <a:t> and B</a:t>
            </a:r>
            <a:r>
              <a:rPr lang="en-US" altLang="ko-KR" sz="1800" baseline="-25000"/>
              <a:t>i</a:t>
            </a:r>
            <a:endParaRPr lang="en-US" altLang="ko-KR" sz="1800"/>
          </a:p>
          <a:p>
            <a:pPr>
              <a:lnSpc>
                <a:spcPct val="85000"/>
              </a:lnSpc>
              <a:spcBef>
                <a:spcPct val="20000"/>
              </a:spcBef>
            </a:pPr>
            <a:r>
              <a:rPr lang="en-US" altLang="ko-KR" sz="1800"/>
              <a:t>R3 </a:t>
            </a:r>
            <a:r>
              <a:rPr lang="en-US" altLang="ko-KR" sz="1800">
                <a:sym typeface="Symbol" pitchFamily="2" charset="2"/>
              </a:rPr>
              <a:t></a:t>
            </a:r>
            <a:r>
              <a:rPr lang="en-US" altLang="ko-KR" sz="1800"/>
              <a:t> R1 * R2,  R4 </a:t>
            </a:r>
            <a:r>
              <a:rPr lang="en-US" altLang="ko-KR" sz="1800">
                <a:sym typeface="Symbol" pitchFamily="2" charset="2"/>
              </a:rPr>
              <a:t></a:t>
            </a:r>
            <a:r>
              <a:rPr lang="en-US" altLang="ko-KR" sz="1800"/>
              <a:t> C</a:t>
            </a:r>
            <a:r>
              <a:rPr lang="en-US" altLang="ko-KR" sz="1800" baseline="-25000"/>
              <a:t>i</a:t>
            </a:r>
            <a:r>
              <a:rPr lang="en-US" altLang="ko-KR" sz="1800"/>
              <a:t>	   Multiply and load C</a:t>
            </a:r>
            <a:r>
              <a:rPr lang="en-US" altLang="ko-KR" sz="1800" baseline="-25000"/>
              <a:t>i</a:t>
            </a:r>
            <a:endParaRPr lang="en-US" altLang="ko-KR" sz="1800"/>
          </a:p>
          <a:p>
            <a:pPr>
              <a:lnSpc>
                <a:spcPct val="85000"/>
              </a:lnSpc>
              <a:spcBef>
                <a:spcPct val="20000"/>
              </a:spcBef>
            </a:pPr>
            <a:r>
              <a:rPr lang="en-US" altLang="ko-KR" sz="1800"/>
              <a:t>R5 </a:t>
            </a:r>
            <a:r>
              <a:rPr lang="en-US" altLang="ko-KR" sz="1800">
                <a:sym typeface="Symbol" pitchFamily="2" charset="2"/>
              </a:rPr>
              <a:t></a:t>
            </a:r>
            <a:r>
              <a:rPr lang="en-US" altLang="ko-KR" sz="1800"/>
              <a:t> R3 + R4	       Add </a:t>
            </a:r>
          </a:p>
        </p:txBody>
      </p:sp>
      <p:sp>
        <p:nvSpPr>
          <p:cNvPr id="15365" name="Rectangle 6">
            <a:extLst>
              <a:ext uri="{FF2B5EF4-FFF2-40B4-BE49-F238E27FC236}">
                <a16:creationId xmlns:a16="http://schemas.microsoft.com/office/drawing/2014/main" id="{0095ACAB-D7E4-45AA-3753-F349497F02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079" y="898926"/>
            <a:ext cx="11673839" cy="9239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075" tIns="46038" rIns="92075" bIns="46038">
            <a:spAutoFit/>
          </a:bodyPr>
          <a:lstStyle>
            <a:lvl1pPr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5715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 lvl="1" algn="just">
              <a:lnSpc>
                <a:spcPct val="100000"/>
              </a:lnSpc>
              <a:spcBef>
                <a:spcPct val="43000"/>
              </a:spcBef>
            </a:pPr>
            <a:r>
              <a:rPr lang="en-US" altLang="ko-KR" sz="1800" dirty="0"/>
              <a:t>A technique of decomposing a sequential process  into suboperations, with each subprocess being  executed in a partial dedicated segment that  </a:t>
            </a:r>
            <a:r>
              <a:rPr lang="en-US" altLang="ko-KR" sz="1800" dirty="0">
                <a:solidFill>
                  <a:srgbClr val="FF0000"/>
                </a:solidFill>
              </a:rPr>
              <a:t>operates concurrently with all other segments (operates in overlapped manner)</a:t>
            </a:r>
            <a:r>
              <a:rPr lang="en-US" altLang="ko-KR" sz="1800" dirty="0"/>
              <a:t>.</a:t>
            </a:r>
          </a:p>
        </p:txBody>
      </p:sp>
      <p:sp>
        <p:nvSpPr>
          <p:cNvPr id="15366" name="Rectangle 45">
            <a:extLst>
              <a:ext uri="{FF2B5EF4-FFF2-40B4-BE49-F238E27FC236}">
                <a16:creationId xmlns:a16="http://schemas.microsoft.com/office/drawing/2014/main" id="{CDB5108C-3992-8B8B-7067-9BBCD51C8E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364" y="879390"/>
            <a:ext cx="11793271" cy="927045"/>
          </a:xfrm>
          <a:prstGeom prst="rect">
            <a:avLst/>
          </a:prstGeom>
          <a:noFill/>
          <a:ln w="25399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endParaRPr lang="en-IN" altLang="en-US"/>
          </a:p>
        </p:txBody>
      </p:sp>
      <p:sp>
        <p:nvSpPr>
          <p:cNvPr id="15367" name="Rectangle 4">
            <a:extLst>
              <a:ext uri="{FF2B5EF4-FFF2-40B4-BE49-F238E27FC236}">
                <a16:creationId xmlns:a16="http://schemas.microsoft.com/office/drawing/2014/main" id="{D2B94407-8B70-1B39-BC9C-ED5AD5F33B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6571" y="1964072"/>
            <a:ext cx="7965608" cy="2950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3500" tIns="25400" rIns="63500" bIns="25400">
            <a:spAutoFit/>
          </a:bodyPr>
          <a:lstStyle>
            <a:lvl1pPr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>
              <a:lnSpc>
                <a:spcPct val="88000"/>
              </a:lnSpc>
            </a:pPr>
            <a:r>
              <a:rPr lang="en-US" sz="1800" dirty="0">
                <a:solidFill>
                  <a:schemeClr val="accent6">
                    <a:lumMod val="50000"/>
                  </a:schemeClr>
                </a:solidFill>
                <a:effectLst/>
                <a:latin typeface="Arial MT"/>
                <a:ea typeface="Wingdings" pitchFamily="2" charset="2"/>
                <a:cs typeface="Wingdings" pitchFamily="2" charset="2"/>
              </a:rPr>
              <a:t>Multiply</a:t>
            </a:r>
            <a:r>
              <a:rPr lang="en-US" sz="1800" spc="-50" dirty="0">
                <a:solidFill>
                  <a:schemeClr val="accent6">
                    <a:lumMod val="50000"/>
                  </a:schemeClr>
                </a:solidFill>
                <a:effectLst/>
                <a:latin typeface="Arial MT"/>
                <a:ea typeface="Wingdings" pitchFamily="2" charset="2"/>
                <a:cs typeface="Wingdings" pitchFamily="2" charset="2"/>
              </a:rPr>
              <a:t> </a:t>
            </a:r>
            <a:r>
              <a:rPr lang="en-US" sz="1800" dirty="0">
                <a:solidFill>
                  <a:schemeClr val="accent6">
                    <a:lumMod val="50000"/>
                  </a:schemeClr>
                </a:solidFill>
                <a:effectLst/>
                <a:latin typeface="Arial MT"/>
                <a:ea typeface="Wingdings" pitchFamily="2" charset="2"/>
                <a:cs typeface="Wingdings" pitchFamily="2" charset="2"/>
              </a:rPr>
              <a:t>and</a:t>
            </a:r>
            <a:r>
              <a:rPr lang="en-US" sz="1800" spc="-30" dirty="0">
                <a:solidFill>
                  <a:schemeClr val="accent6">
                    <a:lumMod val="50000"/>
                  </a:schemeClr>
                </a:solidFill>
                <a:effectLst/>
                <a:latin typeface="Arial MT"/>
                <a:ea typeface="Wingdings" pitchFamily="2" charset="2"/>
                <a:cs typeface="Wingdings" pitchFamily="2" charset="2"/>
              </a:rPr>
              <a:t> </a:t>
            </a:r>
            <a:r>
              <a:rPr lang="en-US" sz="1800" dirty="0">
                <a:solidFill>
                  <a:schemeClr val="accent6">
                    <a:lumMod val="50000"/>
                  </a:schemeClr>
                </a:solidFill>
                <a:effectLst/>
                <a:latin typeface="Arial MT"/>
                <a:ea typeface="Wingdings" pitchFamily="2" charset="2"/>
                <a:cs typeface="Wingdings" pitchFamily="2" charset="2"/>
              </a:rPr>
              <a:t>add</a:t>
            </a:r>
            <a:r>
              <a:rPr lang="en-US" sz="1800" spc="-30" dirty="0">
                <a:solidFill>
                  <a:schemeClr val="accent6">
                    <a:lumMod val="50000"/>
                  </a:schemeClr>
                </a:solidFill>
                <a:effectLst/>
                <a:latin typeface="Arial MT"/>
                <a:ea typeface="Wingdings" pitchFamily="2" charset="2"/>
                <a:cs typeface="Wingdings" pitchFamily="2" charset="2"/>
              </a:rPr>
              <a:t> </a:t>
            </a:r>
            <a:r>
              <a:rPr lang="en-US" sz="1800" dirty="0">
                <a:solidFill>
                  <a:schemeClr val="accent6">
                    <a:lumMod val="50000"/>
                  </a:schemeClr>
                </a:solidFill>
                <a:effectLst/>
                <a:latin typeface="Arial MT"/>
                <a:ea typeface="Wingdings" pitchFamily="2" charset="2"/>
                <a:cs typeface="Wingdings" pitchFamily="2" charset="2"/>
              </a:rPr>
              <a:t>operation</a:t>
            </a:r>
            <a:r>
              <a:rPr lang="en-US" sz="1800" spc="-15" dirty="0">
                <a:solidFill>
                  <a:schemeClr val="accent6">
                    <a:lumMod val="50000"/>
                  </a:schemeClr>
                </a:solidFill>
                <a:effectLst/>
                <a:latin typeface="Arial MT"/>
                <a:ea typeface="Wingdings" pitchFamily="2" charset="2"/>
                <a:cs typeface="Wingdings" pitchFamily="2" charset="2"/>
              </a:rPr>
              <a:t> </a:t>
            </a:r>
            <a:r>
              <a:rPr lang="en-US" sz="1800" dirty="0">
                <a:solidFill>
                  <a:schemeClr val="accent6">
                    <a:lumMod val="50000"/>
                  </a:schemeClr>
                </a:solidFill>
                <a:effectLst/>
                <a:latin typeface="Arial MT"/>
                <a:ea typeface="Wingdings" pitchFamily="2" charset="2"/>
                <a:cs typeface="Wingdings" pitchFamily="2" charset="2"/>
              </a:rPr>
              <a:t>:</a:t>
            </a:r>
            <a:r>
              <a:rPr lang="en-IN" sz="1800" dirty="0">
                <a:solidFill>
                  <a:schemeClr val="accent6">
                    <a:lumMod val="50000"/>
                  </a:schemeClr>
                </a:solidFill>
                <a:latin typeface="Arial MT"/>
                <a:ea typeface="Wingdings" pitchFamily="2" charset="2"/>
                <a:cs typeface="Wingdings" pitchFamily="2" charset="2"/>
              </a:rPr>
              <a:t> </a:t>
            </a:r>
            <a:r>
              <a:rPr lang="en-US" altLang="ko-KR" sz="1800" dirty="0">
                <a:solidFill>
                  <a:schemeClr val="accent6">
                    <a:lumMod val="50000"/>
                  </a:schemeClr>
                </a:solidFill>
              </a:rPr>
              <a:t>A</a:t>
            </a:r>
            <a:r>
              <a:rPr lang="en-US" altLang="ko-KR" sz="1800" baseline="-25000" dirty="0">
                <a:solidFill>
                  <a:schemeClr val="accent6">
                    <a:lumMod val="50000"/>
                  </a:schemeClr>
                </a:solidFill>
              </a:rPr>
              <a:t>i</a:t>
            </a:r>
            <a:r>
              <a:rPr lang="en-US" altLang="ko-KR" sz="1800" dirty="0">
                <a:solidFill>
                  <a:schemeClr val="accent6">
                    <a:lumMod val="50000"/>
                  </a:schemeClr>
                </a:solidFill>
              </a:rPr>
              <a:t> * B</a:t>
            </a:r>
            <a:r>
              <a:rPr lang="en-US" altLang="ko-KR" sz="1800" baseline="-25000" dirty="0">
                <a:solidFill>
                  <a:schemeClr val="accent6">
                    <a:lumMod val="50000"/>
                  </a:schemeClr>
                </a:solidFill>
              </a:rPr>
              <a:t>i</a:t>
            </a:r>
            <a:r>
              <a:rPr lang="en-US" altLang="ko-KR" sz="1800" dirty="0">
                <a:solidFill>
                  <a:schemeClr val="accent6">
                    <a:lumMod val="50000"/>
                  </a:schemeClr>
                </a:solidFill>
              </a:rPr>
              <a:t> + C</a:t>
            </a:r>
            <a:r>
              <a:rPr lang="en-US" altLang="ko-KR" sz="1800" baseline="-25000" dirty="0">
                <a:solidFill>
                  <a:schemeClr val="accent6">
                    <a:lumMod val="50000"/>
                  </a:schemeClr>
                </a:solidFill>
              </a:rPr>
              <a:t>i</a:t>
            </a:r>
            <a:r>
              <a:rPr lang="en-US" altLang="ko-KR" sz="1800" dirty="0">
                <a:solidFill>
                  <a:schemeClr val="accent6">
                    <a:lumMod val="50000"/>
                  </a:schemeClr>
                </a:solidFill>
              </a:rPr>
              <a:t>    for </a:t>
            </a:r>
            <a:r>
              <a:rPr lang="en-US" altLang="ko-KR" sz="1800" dirty="0" err="1">
                <a:solidFill>
                  <a:schemeClr val="accent6">
                    <a:lumMod val="50000"/>
                  </a:schemeClr>
                </a:solidFill>
              </a:rPr>
              <a:t>i</a:t>
            </a:r>
            <a:r>
              <a:rPr lang="en-US" altLang="ko-KR" sz="1800" dirty="0">
                <a:solidFill>
                  <a:schemeClr val="accent6">
                    <a:lumMod val="50000"/>
                  </a:schemeClr>
                </a:solidFill>
              </a:rPr>
              <a:t> = 1, 2, 3, ... , 7</a:t>
            </a:r>
          </a:p>
        </p:txBody>
      </p:sp>
      <p:sp>
        <p:nvSpPr>
          <p:cNvPr id="15368" name="Rectangle 7">
            <a:extLst>
              <a:ext uri="{FF2B5EF4-FFF2-40B4-BE49-F238E27FC236}">
                <a16:creationId xmlns:a16="http://schemas.microsoft.com/office/drawing/2014/main" id="{2D87C20D-0D7F-62BD-82A1-51DE9B2294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3239" y="5099050"/>
            <a:ext cx="827087" cy="196850"/>
          </a:xfrm>
          <a:prstGeom prst="rect">
            <a:avLst/>
          </a:prstGeom>
          <a:noFill/>
          <a:ln w="25399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endParaRPr lang="en-IN" altLang="en-US"/>
          </a:p>
        </p:txBody>
      </p:sp>
      <p:sp>
        <p:nvSpPr>
          <p:cNvPr id="15369" name="Rectangle 8">
            <a:extLst>
              <a:ext uri="{FF2B5EF4-FFF2-40B4-BE49-F238E27FC236}">
                <a16:creationId xmlns:a16="http://schemas.microsoft.com/office/drawing/2014/main" id="{25301E76-A280-D3A0-241B-1A227C21B1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8564" y="4508500"/>
            <a:ext cx="1976437" cy="330200"/>
          </a:xfrm>
          <a:prstGeom prst="rect">
            <a:avLst/>
          </a:prstGeom>
          <a:noFill/>
          <a:ln w="25399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endParaRPr lang="en-IN" altLang="en-US"/>
          </a:p>
        </p:txBody>
      </p:sp>
      <p:sp>
        <p:nvSpPr>
          <p:cNvPr id="15370" name="Rectangle 9">
            <a:extLst>
              <a:ext uri="{FF2B5EF4-FFF2-40B4-BE49-F238E27FC236}">
                <a16:creationId xmlns:a16="http://schemas.microsoft.com/office/drawing/2014/main" id="{B26451D1-BCB5-D246-1439-EF9F7CDF7E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59375" y="3990975"/>
            <a:ext cx="825500" cy="196850"/>
          </a:xfrm>
          <a:prstGeom prst="rect">
            <a:avLst/>
          </a:prstGeom>
          <a:noFill/>
          <a:ln w="25399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endParaRPr lang="en-IN" altLang="en-US"/>
          </a:p>
        </p:txBody>
      </p:sp>
      <p:sp>
        <p:nvSpPr>
          <p:cNvPr id="15371" name="Rectangle 10">
            <a:extLst>
              <a:ext uri="{FF2B5EF4-FFF2-40B4-BE49-F238E27FC236}">
                <a16:creationId xmlns:a16="http://schemas.microsoft.com/office/drawing/2014/main" id="{0E0BE3D4-5D09-D063-C4B7-3598E3AA51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78213" y="3990975"/>
            <a:ext cx="817562" cy="196850"/>
          </a:xfrm>
          <a:prstGeom prst="rect">
            <a:avLst/>
          </a:prstGeom>
          <a:noFill/>
          <a:ln w="25399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endParaRPr lang="en-IN" altLang="en-US"/>
          </a:p>
        </p:txBody>
      </p:sp>
      <p:sp>
        <p:nvSpPr>
          <p:cNvPr id="15372" name="Rectangle 11">
            <a:extLst>
              <a:ext uri="{FF2B5EF4-FFF2-40B4-BE49-F238E27FC236}">
                <a16:creationId xmlns:a16="http://schemas.microsoft.com/office/drawing/2014/main" id="{E1E3E435-CEA0-BE7D-8D09-A422CE4278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3901" y="3392489"/>
            <a:ext cx="1349375" cy="338137"/>
          </a:xfrm>
          <a:prstGeom prst="rect">
            <a:avLst/>
          </a:prstGeom>
          <a:noFill/>
          <a:ln w="25399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endParaRPr lang="en-IN" altLang="en-US"/>
          </a:p>
        </p:txBody>
      </p:sp>
      <p:sp>
        <p:nvSpPr>
          <p:cNvPr id="15373" name="Rectangle 12">
            <a:extLst>
              <a:ext uri="{FF2B5EF4-FFF2-40B4-BE49-F238E27FC236}">
                <a16:creationId xmlns:a16="http://schemas.microsoft.com/office/drawing/2014/main" id="{7E042412-BC7C-A31A-0EF1-104DE3C93A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54475" y="2871789"/>
            <a:ext cx="825500" cy="198437"/>
          </a:xfrm>
          <a:prstGeom prst="rect">
            <a:avLst/>
          </a:prstGeom>
          <a:noFill/>
          <a:ln w="25399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endParaRPr lang="en-IN" altLang="en-US"/>
          </a:p>
        </p:txBody>
      </p:sp>
      <p:sp>
        <p:nvSpPr>
          <p:cNvPr id="15374" name="Rectangle 13">
            <a:extLst>
              <a:ext uri="{FF2B5EF4-FFF2-40B4-BE49-F238E27FC236}">
                <a16:creationId xmlns:a16="http://schemas.microsoft.com/office/drawing/2014/main" id="{2D5C8719-2D7D-F285-D557-BEDF2AB886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51163" y="2871789"/>
            <a:ext cx="844550" cy="198437"/>
          </a:xfrm>
          <a:prstGeom prst="rect">
            <a:avLst/>
          </a:prstGeom>
          <a:noFill/>
          <a:ln w="25399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endParaRPr lang="en-IN" altLang="en-US"/>
          </a:p>
        </p:txBody>
      </p:sp>
      <p:sp>
        <p:nvSpPr>
          <p:cNvPr id="15375" name="Rectangle 14">
            <a:extLst>
              <a:ext uri="{FF2B5EF4-FFF2-40B4-BE49-F238E27FC236}">
                <a16:creationId xmlns:a16="http://schemas.microsoft.com/office/drawing/2014/main" id="{2AB92322-82F3-587D-A642-9AA7033D52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0564" y="2373314"/>
            <a:ext cx="322205" cy="259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6038" rIns="90488" bIns="46038">
            <a:spAutoFit/>
          </a:bodyPr>
          <a:lstStyle>
            <a:lvl1pPr defTabSz="747713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747713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747713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747713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747713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74771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74771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74771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74771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r>
              <a:rPr lang="en-US" altLang="ko-KR" sz="1200">
                <a:solidFill>
                  <a:srgbClr val="000000"/>
                </a:solidFill>
              </a:rPr>
              <a:t>A</a:t>
            </a:r>
            <a:r>
              <a:rPr lang="en-US" altLang="ko-KR" sz="1200" baseline="-25000">
                <a:solidFill>
                  <a:srgbClr val="000000"/>
                </a:solidFill>
              </a:rPr>
              <a:t>i</a:t>
            </a:r>
            <a:endParaRPr lang="en-US" altLang="ko-KR" sz="1200">
              <a:solidFill>
                <a:srgbClr val="000000"/>
              </a:solidFill>
            </a:endParaRPr>
          </a:p>
        </p:txBody>
      </p:sp>
      <p:sp>
        <p:nvSpPr>
          <p:cNvPr id="15376" name="Arc 15">
            <a:extLst>
              <a:ext uri="{FF2B5EF4-FFF2-40B4-BE49-F238E27FC236}">
                <a16:creationId xmlns:a16="http://schemas.microsoft.com/office/drawing/2014/main" id="{44447212-A9A1-CA25-4E97-AB2AFBDE6F08}"/>
              </a:ext>
            </a:extLst>
          </p:cNvPr>
          <p:cNvSpPr>
            <a:spLocks/>
          </p:cNvSpPr>
          <p:nvPr/>
        </p:nvSpPr>
        <p:spPr bwMode="auto">
          <a:xfrm>
            <a:off x="3327401" y="2840038"/>
            <a:ext cx="73025" cy="82550"/>
          </a:xfrm>
          <a:custGeom>
            <a:avLst/>
            <a:gdLst>
              <a:gd name="T0" fmla="*/ 0 w 17602"/>
              <a:gd name="T1" fmla="*/ 6175921 h 21600"/>
              <a:gd name="T2" fmla="*/ 89746748 w 17602"/>
              <a:gd name="T3" fmla="*/ 5515460 h 21600"/>
              <a:gd name="T4" fmla="*/ 46082198 w 17602"/>
              <a:gd name="T5" fmla="*/ 67302838 h 21600"/>
              <a:gd name="T6" fmla="*/ 0 60000 65536"/>
              <a:gd name="T7" fmla="*/ 0 60000 65536"/>
              <a:gd name="T8" fmla="*/ 0 60000 65536"/>
              <a:gd name="T9" fmla="*/ 0 w 17602"/>
              <a:gd name="T10" fmla="*/ 0 h 21600"/>
              <a:gd name="T11" fmla="*/ 17602 w 17602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7602" h="21600" fill="none" extrusionOk="0">
                <a:moveTo>
                  <a:pt x="-1" y="1981"/>
                </a:moveTo>
                <a:cubicBezTo>
                  <a:pt x="2834" y="676"/>
                  <a:pt x="5917" y="-1"/>
                  <a:pt x="9038" y="0"/>
                </a:cubicBezTo>
                <a:cubicBezTo>
                  <a:pt x="11983" y="0"/>
                  <a:pt x="14897" y="602"/>
                  <a:pt x="17601" y="1770"/>
                </a:cubicBezTo>
              </a:path>
              <a:path w="17602" h="21600" stroke="0" extrusionOk="0">
                <a:moveTo>
                  <a:pt x="-1" y="1981"/>
                </a:moveTo>
                <a:cubicBezTo>
                  <a:pt x="2834" y="676"/>
                  <a:pt x="5917" y="-1"/>
                  <a:pt x="9038" y="0"/>
                </a:cubicBezTo>
                <a:cubicBezTo>
                  <a:pt x="11983" y="0"/>
                  <a:pt x="14897" y="602"/>
                  <a:pt x="17601" y="1770"/>
                </a:cubicBezTo>
                <a:lnTo>
                  <a:pt x="9038" y="21600"/>
                </a:lnTo>
                <a:close/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rnd">
                <a:solidFill>
                  <a:srgbClr val="000000"/>
                </a:solidFill>
                <a:round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377" name="Line 16">
            <a:extLst>
              <a:ext uri="{FF2B5EF4-FFF2-40B4-BE49-F238E27FC236}">
                <a16:creationId xmlns:a16="http://schemas.microsoft.com/office/drawing/2014/main" id="{BF427656-7D00-6A0D-2D87-B10244B1EDD5}"/>
              </a:ext>
            </a:extLst>
          </p:cNvPr>
          <p:cNvSpPr>
            <a:spLocks noChangeShapeType="1"/>
          </p:cNvSpPr>
          <p:nvPr/>
        </p:nvSpPr>
        <p:spPr bwMode="auto">
          <a:xfrm>
            <a:off x="3373438" y="2622550"/>
            <a:ext cx="0" cy="242888"/>
          </a:xfrm>
          <a:prstGeom prst="line">
            <a:avLst/>
          </a:prstGeom>
          <a:noFill/>
          <a:ln w="25399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378" name="Rectangle 17">
            <a:extLst>
              <a:ext uri="{FF2B5EF4-FFF2-40B4-BE49-F238E27FC236}">
                <a16:creationId xmlns:a16="http://schemas.microsoft.com/office/drawing/2014/main" id="{8090F3ED-1D3A-53EE-9E3A-D78171F5FE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17863" y="2857501"/>
            <a:ext cx="378310" cy="259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6038" rIns="90488" bIns="46038">
            <a:spAutoFit/>
          </a:bodyPr>
          <a:lstStyle>
            <a:lvl1pPr defTabSz="747713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747713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747713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747713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747713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74771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74771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74771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74771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r>
              <a:rPr lang="en-US" altLang="ko-KR" sz="1200">
                <a:solidFill>
                  <a:srgbClr val="000000"/>
                </a:solidFill>
              </a:rPr>
              <a:t>R1</a:t>
            </a:r>
          </a:p>
        </p:txBody>
      </p:sp>
      <p:sp>
        <p:nvSpPr>
          <p:cNvPr id="15379" name="Arc 18">
            <a:extLst>
              <a:ext uri="{FF2B5EF4-FFF2-40B4-BE49-F238E27FC236}">
                <a16:creationId xmlns:a16="http://schemas.microsoft.com/office/drawing/2014/main" id="{A50F64C1-7224-1D8F-75E2-71E8F75F9154}"/>
              </a:ext>
            </a:extLst>
          </p:cNvPr>
          <p:cNvSpPr>
            <a:spLocks/>
          </p:cNvSpPr>
          <p:nvPr/>
        </p:nvSpPr>
        <p:spPr bwMode="auto">
          <a:xfrm>
            <a:off x="4432300" y="2840038"/>
            <a:ext cx="71438" cy="82550"/>
          </a:xfrm>
          <a:custGeom>
            <a:avLst/>
            <a:gdLst>
              <a:gd name="T0" fmla="*/ 0 w 17464"/>
              <a:gd name="T1" fmla="*/ 5910954 h 21600"/>
              <a:gd name="T2" fmla="*/ 81819315 w 17464"/>
              <a:gd name="T3" fmla="*/ 5580716 h 21600"/>
              <a:gd name="T4" fmla="*/ 41472097 w 17464"/>
              <a:gd name="T5" fmla="*/ 67302838 h 21600"/>
              <a:gd name="T6" fmla="*/ 0 60000 65536"/>
              <a:gd name="T7" fmla="*/ 0 60000 65536"/>
              <a:gd name="T8" fmla="*/ 0 60000 65536"/>
              <a:gd name="T9" fmla="*/ 0 w 17464"/>
              <a:gd name="T10" fmla="*/ 0 h 21600"/>
              <a:gd name="T11" fmla="*/ 17464 w 17464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7464" h="21600" fill="none" extrusionOk="0">
                <a:moveTo>
                  <a:pt x="0" y="1897"/>
                </a:moveTo>
                <a:cubicBezTo>
                  <a:pt x="2783" y="646"/>
                  <a:pt x="5800" y="-1"/>
                  <a:pt x="8852" y="0"/>
                </a:cubicBezTo>
                <a:cubicBezTo>
                  <a:pt x="11815" y="0"/>
                  <a:pt x="14746" y="609"/>
                  <a:pt x="17463" y="1791"/>
                </a:cubicBezTo>
              </a:path>
              <a:path w="17464" h="21600" stroke="0" extrusionOk="0">
                <a:moveTo>
                  <a:pt x="0" y="1897"/>
                </a:moveTo>
                <a:cubicBezTo>
                  <a:pt x="2783" y="646"/>
                  <a:pt x="5800" y="-1"/>
                  <a:pt x="8852" y="0"/>
                </a:cubicBezTo>
                <a:cubicBezTo>
                  <a:pt x="11815" y="0"/>
                  <a:pt x="14746" y="609"/>
                  <a:pt x="17463" y="1791"/>
                </a:cubicBezTo>
                <a:lnTo>
                  <a:pt x="8852" y="21600"/>
                </a:lnTo>
                <a:close/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rnd">
                <a:solidFill>
                  <a:srgbClr val="000000"/>
                </a:solidFill>
                <a:round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380" name="Line 19">
            <a:extLst>
              <a:ext uri="{FF2B5EF4-FFF2-40B4-BE49-F238E27FC236}">
                <a16:creationId xmlns:a16="http://schemas.microsoft.com/office/drawing/2014/main" id="{30FDCA5C-A693-4962-38F9-70B427633DD7}"/>
              </a:ext>
            </a:extLst>
          </p:cNvPr>
          <p:cNvSpPr>
            <a:spLocks noChangeShapeType="1"/>
          </p:cNvSpPr>
          <p:nvPr/>
        </p:nvSpPr>
        <p:spPr bwMode="auto">
          <a:xfrm>
            <a:off x="4468813" y="2622551"/>
            <a:ext cx="0" cy="246063"/>
          </a:xfrm>
          <a:prstGeom prst="line">
            <a:avLst/>
          </a:prstGeom>
          <a:noFill/>
          <a:ln w="25399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381" name="Rectangle 20">
            <a:extLst>
              <a:ext uri="{FF2B5EF4-FFF2-40B4-BE49-F238E27FC236}">
                <a16:creationId xmlns:a16="http://schemas.microsoft.com/office/drawing/2014/main" id="{4106B9F6-72C4-521E-60BB-8CCF92EC0B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03713" y="2857501"/>
            <a:ext cx="378310" cy="259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6038" rIns="90488" bIns="46038">
            <a:spAutoFit/>
          </a:bodyPr>
          <a:lstStyle>
            <a:lvl1pPr defTabSz="747713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747713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747713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747713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747713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74771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74771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74771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74771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r>
              <a:rPr lang="en-US" altLang="ko-KR" sz="1200">
                <a:solidFill>
                  <a:srgbClr val="000000"/>
                </a:solidFill>
              </a:rPr>
              <a:t>R2</a:t>
            </a:r>
          </a:p>
        </p:txBody>
      </p:sp>
      <p:sp>
        <p:nvSpPr>
          <p:cNvPr id="15382" name="Arc 21">
            <a:extLst>
              <a:ext uri="{FF2B5EF4-FFF2-40B4-BE49-F238E27FC236}">
                <a16:creationId xmlns:a16="http://schemas.microsoft.com/office/drawing/2014/main" id="{2F60E16A-4B46-1CD0-0974-2B0D6DC446E4}"/>
              </a:ext>
            </a:extLst>
          </p:cNvPr>
          <p:cNvSpPr>
            <a:spLocks/>
          </p:cNvSpPr>
          <p:nvPr/>
        </p:nvSpPr>
        <p:spPr bwMode="auto">
          <a:xfrm>
            <a:off x="5535614" y="3956051"/>
            <a:ext cx="71437" cy="85725"/>
          </a:xfrm>
          <a:custGeom>
            <a:avLst/>
            <a:gdLst>
              <a:gd name="T0" fmla="*/ 0 w 17489"/>
              <a:gd name="T1" fmla="*/ 7639803 h 21600"/>
              <a:gd name="T2" fmla="*/ 81229482 w 17489"/>
              <a:gd name="T3" fmla="*/ 6822328 h 21600"/>
              <a:gd name="T4" fmla="*/ 41708063 w 17489"/>
              <a:gd name="T5" fmla="*/ 84406487 h 21600"/>
              <a:gd name="T6" fmla="*/ 0 60000 65536"/>
              <a:gd name="T7" fmla="*/ 0 60000 65536"/>
              <a:gd name="T8" fmla="*/ 0 60000 65536"/>
              <a:gd name="T9" fmla="*/ 0 w 17489"/>
              <a:gd name="T10" fmla="*/ 0 h 21600"/>
              <a:gd name="T11" fmla="*/ 17489 w 17489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7489" h="21600" fill="none" extrusionOk="0">
                <a:moveTo>
                  <a:pt x="0" y="1955"/>
                </a:moveTo>
                <a:cubicBezTo>
                  <a:pt x="2818" y="666"/>
                  <a:pt x="5881" y="-1"/>
                  <a:pt x="8980" y="0"/>
                </a:cubicBezTo>
                <a:cubicBezTo>
                  <a:pt x="11905" y="0"/>
                  <a:pt x="14800" y="594"/>
                  <a:pt x="17488" y="1746"/>
                </a:cubicBezTo>
              </a:path>
              <a:path w="17489" h="21600" stroke="0" extrusionOk="0">
                <a:moveTo>
                  <a:pt x="0" y="1955"/>
                </a:moveTo>
                <a:cubicBezTo>
                  <a:pt x="2818" y="666"/>
                  <a:pt x="5881" y="-1"/>
                  <a:pt x="8980" y="0"/>
                </a:cubicBezTo>
                <a:cubicBezTo>
                  <a:pt x="11905" y="0"/>
                  <a:pt x="14800" y="594"/>
                  <a:pt x="17488" y="1746"/>
                </a:cubicBezTo>
                <a:lnTo>
                  <a:pt x="8980" y="21600"/>
                </a:lnTo>
                <a:close/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rnd">
                <a:solidFill>
                  <a:srgbClr val="000000"/>
                </a:solidFill>
                <a:round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383" name="Line 22">
            <a:extLst>
              <a:ext uri="{FF2B5EF4-FFF2-40B4-BE49-F238E27FC236}">
                <a16:creationId xmlns:a16="http://schemas.microsoft.com/office/drawing/2014/main" id="{46427521-F808-4846-C2F6-1AA8C22616C1}"/>
              </a:ext>
            </a:extLst>
          </p:cNvPr>
          <p:cNvSpPr>
            <a:spLocks noChangeShapeType="1"/>
          </p:cNvSpPr>
          <p:nvPr/>
        </p:nvSpPr>
        <p:spPr bwMode="auto">
          <a:xfrm>
            <a:off x="5570538" y="2622550"/>
            <a:ext cx="0" cy="1371600"/>
          </a:xfrm>
          <a:prstGeom prst="line">
            <a:avLst/>
          </a:prstGeom>
          <a:noFill/>
          <a:ln w="25399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384" name="Rectangle 23">
            <a:extLst>
              <a:ext uri="{FF2B5EF4-FFF2-40B4-BE49-F238E27FC236}">
                <a16:creationId xmlns:a16="http://schemas.microsoft.com/office/drawing/2014/main" id="{4A5F1AFE-1456-1F93-3975-B154922E1D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0601" y="3438526"/>
            <a:ext cx="868829" cy="259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6038" rIns="90488" bIns="46038">
            <a:spAutoFit/>
          </a:bodyPr>
          <a:lstStyle>
            <a:lvl1pPr defTabSz="747713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747713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747713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747713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747713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74771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74771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74771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74771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r>
              <a:rPr lang="en-US" altLang="ko-KR" sz="1200">
                <a:solidFill>
                  <a:srgbClr val="000000"/>
                </a:solidFill>
              </a:rPr>
              <a:t>Multiplier</a:t>
            </a:r>
          </a:p>
        </p:txBody>
      </p:sp>
      <p:sp>
        <p:nvSpPr>
          <p:cNvPr id="15385" name="Arc 24">
            <a:extLst>
              <a:ext uri="{FF2B5EF4-FFF2-40B4-BE49-F238E27FC236}">
                <a16:creationId xmlns:a16="http://schemas.microsoft.com/office/drawing/2014/main" id="{5C613154-CB8F-24AC-CE81-D6A50E00F25A}"/>
              </a:ext>
            </a:extLst>
          </p:cNvPr>
          <p:cNvSpPr>
            <a:spLocks/>
          </p:cNvSpPr>
          <p:nvPr/>
        </p:nvSpPr>
        <p:spPr bwMode="auto">
          <a:xfrm>
            <a:off x="3438525" y="3294063"/>
            <a:ext cx="69850" cy="87312"/>
          </a:xfrm>
          <a:custGeom>
            <a:avLst/>
            <a:gdLst>
              <a:gd name="T0" fmla="*/ 0 w 17206"/>
              <a:gd name="T1" fmla="*/ 8262293 h 21600"/>
              <a:gd name="T2" fmla="*/ 77019045 w 17206"/>
              <a:gd name="T3" fmla="*/ 7346003 h 21600"/>
              <a:gd name="T4" fmla="*/ 39587922 w 17206"/>
              <a:gd name="T5" fmla="*/ 94226979 h 21600"/>
              <a:gd name="T6" fmla="*/ 0 60000 65536"/>
              <a:gd name="T7" fmla="*/ 0 60000 65536"/>
              <a:gd name="T8" fmla="*/ 0 60000 65536"/>
              <a:gd name="T9" fmla="*/ 0 w 17206"/>
              <a:gd name="T10" fmla="*/ 0 h 21600"/>
              <a:gd name="T11" fmla="*/ 17206 w 17206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7206" h="21600" fill="none" extrusionOk="0">
                <a:moveTo>
                  <a:pt x="-1" y="1893"/>
                </a:moveTo>
                <a:cubicBezTo>
                  <a:pt x="2781" y="645"/>
                  <a:pt x="5795" y="-1"/>
                  <a:pt x="8844" y="0"/>
                </a:cubicBezTo>
                <a:cubicBezTo>
                  <a:pt x="11715" y="0"/>
                  <a:pt x="14558" y="572"/>
                  <a:pt x="17205" y="1684"/>
                </a:cubicBezTo>
              </a:path>
              <a:path w="17206" h="21600" stroke="0" extrusionOk="0">
                <a:moveTo>
                  <a:pt x="-1" y="1893"/>
                </a:moveTo>
                <a:cubicBezTo>
                  <a:pt x="2781" y="645"/>
                  <a:pt x="5795" y="-1"/>
                  <a:pt x="8844" y="0"/>
                </a:cubicBezTo>
                <a:cubicBezTo>
                  <a:pt x="11715" y="0"/>
                  <a:pt x="14558" y="572"/>
                  <a:pt x="17205" y="1684"/>
                </a:cubicBezTo>
                <a:lnTo>
                  <a:pt x="8844" y="21600"/>
                </a:lnTo>
                <a:close/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rnd">
                <a:solidFill>
                  <a:srgbClr val="000000"/>
                </a:solidFill>
                <a:round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386" name="Line 25">
            <a:extLst>
              <a:ext uri="{FF2B5EF4-FFF2-40B4-BE49-F238E27FC236}">
                <a16:creationId xmlns:a16="http://schemas.microsoft.com/office/drawing/2014/main" id="{17BF48F0-E6A8-B4BA-C7E4-2B2F5787B60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398838" y="3079750"/>
            <a:ext cx="0" cy="311150"/>
          </a:xfrm>
          <a:prstGeom prst="line">
            <a:avLst/>
          </a:prstGeom>
          <a:noFill/>
          <a:ln w="25399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387" name="Arc 26">
            <a:extLst>
              <a:ext uri="{FF2B5EF4-FFF2-40B4-BE49-F238E27FC236}">
                <a16:creationId xmlns:a16="http://schemas.microsoft.com/office/drawing/2014/main" id="{9AD5C940-D005-95D9-03FB-D582314D62DA}"/>
              </a:ext>
            </a:extLst>
          </p:cNvPr>
          <p:cNvSpPr>
            <a:spLocks/>
          </p:cNvSpPr>
          <p:nvPr/>
        </p:nvSpPr>
        <p:spPr bwMode="auto">
          <a:xfrm>
            <a:off x="4273550" y="3294063"/>
            <a:ext cx="69850" cy="87312"/>
          </a:xfrm>
          <a:custGeom>
            <a:avLst/>
            <a:gdLst>
              <a:gd name="T0" fmla="*/ 0 w 17352"/>
              <a:gd name="T1" fmla="*/ 8166117 h 21600"/>
              <a:gd name="T2" fmla="*/ 73832898 w 17352"/>
              <a:gd name="T3" fmla="*/ 7708808 h 21600"/>
              <a:gd name="T4" fmla="*/ 37422853 w 17352"/>
              <a:gd name="T5" fmla="*/ 94226979 h 21600"/>
              <a:gd name="T6" fmla="*/ 0 60000 65536"/>
              <a:gd name="T7" fmla="*/ 0 60000 65536"/>
              <a:gd name="T8" fmla="*/ 0 60000 65536"/>
              <a:gd name="T9" fmla="*/ 0 w 17352"/>
              <a:gd name="T10" fmla="*/ 0 h 21600"/>
              <a:gd name="T11" fmla="*/ 17352 w 17352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7352" h="21600" fill="none" extrusionOk="0">
                <a:moveTo>
                  <a:pt x="-1" y="1871"/>
                </a:moveTo>
                <a:cubicBezTo>
                  <a:pt x="2767" y="637"/>
                  <a:pt x="5764" y="-1"/>
                  <a:pt x="8795" y="0"/>
                </a:cubicBezTo>
                <a:cubicBezTo>
                  <a:pt x="11737" y="0"/>
                  <a:pt x="14649" y="601"/>
                  <a:pt x="17351" y="1767"/>
                </a:cubicBezTo>
              </a:path>
              <a:path w="17352" h="21600" stroke="0" extrusionOk="0">
                <a:moveTo>
                  <a:pt x="-1" y="1871"/>
                </a:moveTo>
                <a:cubicBezTo>
                  <a:pt x="2767" y="637"/>
                  <a:pt x="5764" y="-1"/>
                  <a:pt x="8795" y="0"/>
                </a:cubicBezTo>
                <a:cubicBezTo>
                  <a:pt x="11737" y="0"/>
                  <a:pt x="14649" y="601"/>
                  <a:pt x="17351" y="1767"/>
                </a:cubicBezTo>
                <a:lnTo>
                  <a:pt x="8795" y="21600"/>
                </a:lnTo>
                <a:close/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rnd">
                <a:solidFill>
                  <a:srgbClr val="000000"/>
                </a:solidFill>
                <a:round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388" name="Line 27">
            <a:extLst>
              <a:ext uri="{FF2B5EF4-FFF2-40B4-BE49-F238E27FC236}">
                <a16:creationId xmlns:a16="http://schemas.microsoft.com/office/drawing/2014/main" id="{22746181-1C2A-13EA-9A30-04A7AF07BB90}"/>
              </a:ext>
            </a:extLst>
          </p:cNvPr>
          <p:cNvSpPr>
            <a:spLocks noChangeShapeType="1"/>
          </p:cNvSpPr>
          <p:nvPr/>
        </p:nvSpPr>
        <p:spPr bwMode="auto">
          <a:xfrm>
            <a:off x="4440238" y="3070226"/>
            <a:ext cx="0" cy="320675"/>
          </a:xfrm>
          <a:prstGeom prst="line">
            <a:avLst/>
          </a:prstGeom>
          <a:noFill/>
          <a:ln w="25399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389" name="Arc 28">
            <a:extLst>
              <a:ext uri="{FF2B5EF4-FFF2-40B4-BE49-F238E27FC236}">
                <a16:creationId xmlns:a16="http://schemas.microsoft.com/office/drawing/2014/main" id="{38A96356-7BB4-A530-F0C3-55D5E32BA013}"/>
              </a:ext>
            </a:extLst>
          </p:cNvPr>
          <p:cNvSpPr>
            <a:spLocks/>
          </p:cNvSpPr>
          <p:nvPr/>
        </p:nvSpPr>
        <p:spPr bwMode="auto">
          <a:xfrm>
            <a:off x="3856038" y="3956051"/>
            <a:ext cx="69850" cy="85725"/>
          </a:xfrm>
          <a:custGeom>
            <a:avLst/>
            <a:gdLst>
              <a:gd name="T0" fmla="*/ 0 w 17352"/>
              <a:gd name="T1" fmla="*/ 7314798 h 21600"/>
              <a:gd name="T2" fmla="*/ 73832898 w 17352"/>
              <a:gd name="T3" fmla="*/ 6905164 h 21600"/>
              <a:gd name="T4" fmla="*/ 37422853 w 17352"/>
              <a:gd name="T5" fmla="*/ 84406487 h 21600"/>
              <a:gd name="T6" fmla="*/ 0 60000 65536"/>
              <a:gd name="T7" fmla="*/ 0 60000 65536"/>
              <a:gd name="T8" fmla="*/ 0 60000 65536"/>
              <a:gd name="T9" fmla="*/ 0 w 17352"/>
              <a:gd name="T10" fmla="*/ 0 h 21600"/>
              <a:gd name="T11" fmla="*/ 17352 w 17352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7352" h="21600" fill="none" extrusionOk="0">
                <a:moveTo>
                  <a:pt x="-1" y="1871"/>
                </a:moveTo>
                <a:cubicBezTo>
                  <a:pt x="2767" y="637"/>
                  <a:pt x="5764" y="-1"/>
                  <a:pt x="8795" y="0"/>
                </a:cubicBezTo>
                <a:cubicBezTo>
                  <a:pt x="11737" y="0"/>
                  <a:pt x="14649" y="601"/>
                  <a:pt x="17351" y="1767"/>
                </a:cubicBezTo>
              </a:path>
              <a:path w="17352" h="21600" stroke="0" extrusionOk="0">
                <a:moveTo>
                  <a:pt x="-1" y="1871"/>
                </a:moveTo>
                <a:cubicBezTo>
                  <a:pt x="2767" y="637"/>
                  <a:pt x="5764" y="-1"/>
                  <a:pt x="8795" y="0"/>
                </a:cubicBezTo>
                <a:cubicBezTo>
                  <a:pt x="11737" y="0"/>
                  <a:pt x="14649" y="601"/>
                  <a:pt x="17351" y="1767"/>
                </a:cubicBezTo>
                <a:lnTo>
                  <a:pt x="8795" y="21600"/>
                </a:lnTo>
                <a:close/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rnd">
                <a:solidFill>
                  <a:srgbClr val="000000"/>
                </a:solidFill>
                <a:round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390" name="Line 29">
            <a:extLst>
              <a:ext uri="{FF2B5EF4-FFF2-40B4-BE49-F238E27FC236}">
                <a16:creationId xmlns:a16="http://schemas.microsoft.com/office/drawing/2014/main" id="{B35ACA1A-65C3-D5E1-0D12-02105DF64C1D}"/>
              </a:ext>
            </a:extLst>
          </p:cNvPr>
          <p:cNvSpPr>
            <a:spLocks noChangeShapeType="1"/>
          </p:cNvSpPr>
          <p:nvPr/>
        </p:nvSpPr>
        <p:spPr bwMode="auto">
          <a:xfrm>
            <a:off x="3892550" y="3741738"/>
            <a:ext cx="0" cy="246062"/>
          </a:xfrm>
          <a:prstGeom prst="line">
            <a:avLst/>
          </a:prstGeom>
          <a:noFill/>
          <a:ln w="25399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391" name="Rectangle 30">
            <a:extLst>
              <a:ext uri="{FF2B5EF4-FFF2-40B4-BE49-F238E27FC236}">
                <a16:creationId xmlns:a16="http://schemas.microsoft.com/office/drawing/2014/main" id="{0F0585D9-47C3-56C8-5323-ED45ABE5D4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6338" y="3983039"/>
            <a:ext cx="378310" cy="259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6038" rIns="90488" bIns="46038">
            <a:spAutoFit/>
          </a:bodyPr>
          <a:lstStyle>
            <a:lvl1pPr defTabSz="747713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747713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747713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747713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747713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74771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74771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74771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74771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r>
              <a:rPr lang="en-US" altLang="ko-KR" sz="1200">
                <a:solidFill>
                  <a:srgbClr val="000000"/>
                </a:solidFill>
              </a:rPr>
              <a:t>R3</a:t>
            </a:r>
          </a:p>
        </p:txBody>
      </p:sp>
      <p:sp>
        <p:nvSpPr>
          <p:cNvPr id="15392" name="Rectangle 31">
            <a:extLst>
              <a:ext uri="{FF2B5EF4-FFF2-40B4-BE49-F238E27FC236}">
                <a16:creationId xmlns:a16="http://schemas.microsoft.com/office/drawing/2014/main" id="{AFBB18FF-9BF3-D197-DD33-F82C94628F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00675" y="3976689"/>
            <a:ext cx="378310" cy="259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6038" rIns="90488" bIns="46038">
            <a:spAutoFit/>
          </a:bodyPr>
          <a:lstStyle>
            <a:lvl1pPr defTabSz="747713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747713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747713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747713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747713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74771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74771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74771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74771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r>
              <a:rPr lang="en-US" altLang="ko-KR" sz="1200">
                <a:solidFill>
                  <a:srgbClr val="000000"/>
                </a:solidFill>
              </a:rPr>
              <a:t>R4</a:t>
            </a:r>
          </a:p>
        </p:txBody>
      </p:sp>
      <p:sp>
        <p:nvSpPr>
          <p:cNvPr id="15393" name="Arc 32">
            <a:extLst>
              <a:ext uri="{FF2B5EF4-FFF2-40B4-BE49-F238E27FC236}">
                <a16:creationId xmlns:a16="http://schemas.microsoft.com/office/drawing/2014/main" id="{D5DC0355-E5AA-EEE8-122B-9DA99E5B3BD1}"/>
              </a:ext>
            </a:extLst>
          </p:cNvPr>
          <p:cNvSpPr>
            <a:spLocks/>
          </p:cNvSpPr>
          <p:nvPr/>
        </p:nvSpPr>
        <p:spPr bwMode="auto">
          <a:xfrm>
            <a:off x="3856038" y="4411664"/>
            <a:ext cx="69850" cy="85725"/>
          </a:xfrm>
          <a:custGeom>
            <a:avLst/>
            <a:gdLst>
              <a:gd name="T0" fmla="*/ 0 w 17352"/>
              <a:gd name="T1" fmla="*/ 7314798 h 21600"/>
              <a:gd name="T2" fmla="*/ 73832898 w 17352"/>
              <a:gd name="T3" fmla="*/ 6905164 h 21600"/>
              <a:gd name="T4" fmla="*/ 37422853 w 17352"/>
              <a:gd name="T5" fmla="*/ 84406487 h 21600"/>
              <a:gd name="T6" fmla="*/ 0 60000 65536"/>
              <a:gd name="T7" fmla="*/ 0 60000 65536"/>
              <a:gd name="T8" fmla="*/ 0 60000 65536"/>
              <a:gd name="T9" fmla="*/ 0 w 17352"/>
              <a:gd name="T10" fmla="*/ 0 h 21600"/>
              <a:gd name="T11" fmla="*/ 17352 w 17352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7352" h="21600" fill="none" extrusionOk="0">
                <a:moveTo>
                  <a:pt x="-1" y="1871"/>
                </a:moveTo>
                <a:cubicBezTo>
                  <a:pt x="2767" y="637"/>
                  <a:pt x="5764" y="-1"/>
                  <a:pt x="8795" y="0"/>
                </a:cubicBezTo>
                <a:cubicBezTo>
                  <a:pt x="11737" y="0"/>
                  <a:pt x="14649" y="601"/>
                  <a:pt x="17351" y="1767"/>
                </a:cubicBezTo>
              </a:path>
              <a:path w="17352" h="21600" stroke="0" extrusionOk="0">
                <a:moveTo>
                  <a:pt x="-1" y="1871"/>
                </a:moveTo>
                <a:cubicBezTo>
                  <a:pt x="2767" y="637"/>
                  <a:pt x="5764" y="-1"/>
                  <a:pt x="8795" y="0"/>
                </a:cubicBezTo>
                <a:cubicBezTo>
                  <a:pt x="11737" y="0"/>
                  <a:pt x="14649" y="601"/>
                  <a:pt x="17351" y="1767"/>
                </a:cubicBezTo>
                <a:lnTo>
                  <a:pt x="8795" y="21600"/>
                </a:lnTo>
                <a:close/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rnd">
                <a:solidFill>
                  <a:srgbClr val="000000"/>
                </a:solidFill>
                <a:round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394" name="Line 33">
            <a:extLst>
              <a:ext uri="{FF2B5EF4-FFF2-40B4-BE49-F238E27FC236}">
                <a16:creationId xmlns:a16="http://schemas.microsoft.com/office/drawing/2014/main" id="{7A3272AA-2B4E-BE79-6D5C-6EE92308E844}"/>
              </a:ext>
            </a:extLst>
          </p:cNvPr>
          <p:cNvSpPr>
            <a:spLocks noChangeShapeType="1"/>
          </p:cNvSpPr>
          <p:nvPr/>
        </p:nvSpPr>
        <p:spPr bwMode="auto">
          <a:xfrm>
            <a:off x="3892550" y="4195764"/>
            <a:ext cx="0" cy="307975"/>
          </a:xfrm>
          <a:prstGeom prst="line">
            <a:avLst/>
          </a:prstGeom>
          <a:noFill/>
          <a:ln w="25399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395" name="Arc 34">
            <a:extLst>
              <a:ext uri="{FF2B5EF4-FFF2-40B4-BE49-F238E27FC236}">
                <a16:creationId xmlns:a16="http://schemas.microsoft.com/office/drawing/2014/main" id="{7C481D29-A13F-D54E-D6E6-9ED4EE0AC361}"/>
              </a:ext>
            </a:extLst>
          </p:cNvPr>
          <p:cNvSpPr>
            <a:spLocks/>
          </p:cNvSpPr>
          <p:nvPr/>
        </p:nvSpPr>
        <p:spPr bwMode="auto">
          <a:xfrm>
            <a:off x="5535614" y="4411664"/>
            <a:ext cx="71437" cy="85725"/>
          </a:xfrm>
          <a:custGeom>
            <a:avLst/>
            <a:gdLst>
              <a:gd name="T0" fmla="*/ 0 w 17489"/>
              <a:gd name="T1" fmla="*/ 7639803 h 21600"/>
              <a:gd name="T2" fmla="*/ 81229482 w 17489"/>
              <a:gd name="T3" fmla="*/ 6822328 h 21600"/>
              <a:gd name="T4" fmla="*/ 41708063 w 17489"/>
              <a:gd name="T5" fmla="*/ 84406487 h 21600"/>
              <a:gd name="T6" fmla="*/ 0 60000 65536"/>
              <a:gd name="T7" fmla="*/ 0 60000 65536"/>
              <a:gd name="T8" fmla="*/ 0 60000 65536"/>
              <a:gd name="T9" fmla="*/ 0 w 17489"/>
              <a:gd name="T10" fmla="*/ 0 h 21600"/>
              <a:gd name="T11" fmla="*/ 17489 w 17489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7489" h="21600" fill="none" extrusionOk="0">
                <a:moveTo>
                  <a:pt x="0" y="1955"/>
                </a:moveTo>
                <a:cubicBezTo>
                  <a:pt x="2818" y="666"/>
                  <a:pt x="5881" y="-1"/>
                  <a:pt x="8980" y="0"/>
                </a:cubicBezTo>
                <a:cubicBezTo>
                  <a:pt x="11905" y="0"/>
                  <a:pt x="14800" y="594"/>
                  <a:pt x="17488" y="1746"/>
                </a:cubicBezTo>
              </a:path>
              <a:path w="17489" h="21600" stroke="0" extrusionOk="0">
                <a:moveTo>
                  <a:pt x="0" y="1955"/>
                </a:moveTo>
                <a:cubicBezTo>
                  <a:pt x="2818" y="666"/>
                  <a:pt x="5881" y="-1"/>
                  <a:pt x="8980" y="0"/>
                </a:cubicBezTo>
                <a:cubicBezTo>
                  <a:pt x="11905" y="0"/>
                  <a:pt x="14800" y="594"/>
                  <a:pt x="17488" y="1746"/>
                </a:cubicBezTo>
                <a:lnTo>
                  <a:pt x="8980" y="21600"/>
                </a:lnTo>
                <a:close/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rnd">
                <a:solidFill>
                  <a:srgbClr val="000000"/>
                </a:solidFill>
                <a:round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396" name="Line 35">
            <a:extLst>
              <a:ext uri="{FF2B5EF4-FFF2-40B4-BE49-F238E27FC236}">
                <a16:creationId xmlns:a16="http://schemas.microsoft.com/office/drawing/2014/main" id="{C5988ACB-4541-D981-6965-D062951A1118}"/>
              </a:ext>
            </a:extLst>
          </p:cNvPr>
          <p:cNvSpPr>
            <a:spLocks noChangeShapeType="1"/>
          </p:cNvSpPr>
          <p:nvPr/>
        </p:nvSpPr>
        <p:spPr bwMode="auto">
          <a:xfrm>
            <a:off x="5570538" y="4195763"/>
            <a:ext cx="0" cy="304800"/>
          </a:xfrm>
          <a:prstGeom prst="line">
            <a:avLst/>
          </a:prstGeom>
          <a:noFill/>
          <a:ln w="25399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397" name="Rectangle 36">
            <a:extLst>
              <a:ext uri="{FF2B5EF4-FFF2-40B4-BE49-F238E27FC236}">
                <a16:creationId xmlns:a16="http://schemas.microsoft.com/office/drawing/2014/main" id="{89427F5A-BCD1-A2FC-218D-46B4A20CC0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1825" y="4537076"/>
            <a:ext cx="626776" cy="259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6038" rIns="90488" bIns="46038">
            <a:spAutoFit/>
          </a:bodyPr>
          <a:lstStyle>
            <a:lvl1pPr defTabSz="747713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747713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747713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747713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747713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74771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74771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74771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74771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r>
              <a:rPr lang="en-US" altLang="ko-KR" sz="1200">
                <a:solidFill>
                  <a:srgbClr val="000000"/>
                </a:solidFill>
              </a:rPr>
              <a:t>Adder</a:t>
            </a:r>
          </a:p>
        </p:txBody>
      </p:sp>
      <p:sp>
        <p:nvSpPr>
          <p:cNvPr id="15398" name="Arc 37">
            <a:extLst>
              <a:ext uri="{FF2B5EF4-FFF2-40B4-BE49-F238E27FC236}">
                <a16:creationId xmlns:a16="http://schemas.microsoft.com/office/drawing/2014/main" id="{3A514953-9F7F-7C0E-6F96-D70ECAC466AF}"/>
              </a:ext>
            </a:extLst>
          </p:cNvPr>
          <p:cNvSpPr>
            <a:spLocks/>
          </p:cNvSpPr>
          <p:nvPr/>
        </p:nvSpPr>
        <p:spPr bwMode="auto">
          <a:xfrm>
            <a:off x="4700588" y="5064125"/>
            <a:ext cx="69850" cy="84138"/>
          </a:xfrm>
          <a:custGeom>
            <a:avLst/>
            <a:gdLst>
              <a:gd name="T0" fmla="*/ 0 w 17367"/>
              <a:gd name="T1" fmla="*/ 6550174 h 21600"/>
              <a:gd name="T2" fmla="*/ 73514552 w 17367"/>
              <a:gd name="T3" fmla="*/ 6183379 h 21600"/>
              <a:gd name="T4" fmla="*/ 37263629 w 17367"/>
              <a:gd name="T5" fmla="*/ 75454277 h 21600"/>
              <a:gd name="T6" fmla="*/ 0 60000 65536"/>
              <a:gd name="T7" fmla="*/ 0 60000 65536"/>
              <a:gd name="T8" fmla="*/ 0 60000 65536"/>
              <a:gd name="T9" fmla="*/ 0 w 17367"/>
              <a:gd name="T10" fmla="*/ 0 h 21600"/>
              <a:gd name="T11" fmla="*/ 17367 w 17367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7367" h="21600" fill="none" extrusionOk="0">
                <a:moveTo>
                  <a:pt x="0" y="1875"/>
                </a:moveTo>
                <a:cubicBezTo>
                  <a:pt x="2770" y="638"/>
                  <a:pt x="5769" y="-1"/>
                  <a:pt x="8803" y="0"/>
                </a:cubicBezTo>
                <a:cubicBezTo>
                  <a:pt x="11748" y="0"/>
                  <a:pt x="14662" y="602"/>
                  <a:pt x="17366" y="1770"/>
                </a:cubicBezTo>
              </a:path>
              <a:path w="17367" h="21600" stroke="0" extrusionOk="0">
                <a:moveTo>
                  <a:pt x="0" y="1875"/>
                </a:moveTo>
                <a:cubicBezTo>
                  <a:pt x="2770" y="638"/>
                  <a:pt x="5769" y="-1"/>
                  <a:pt x="8803" y="0"/>
                </a:cubicBezTo>
                <a:cubicBezTo>
                  <a:pt x="11748" y="0"/>
                  <a:pt x="14662" y="602"/>
                  <a:pt x="17366" y="1770"/>
                </a:cubicBezTo>
                <a:lnTo>
                  <a:pt x="8803" y="21600"/>
                </a:lnTo>
                <a:close/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rnd">
                <a:solidFill>
                  <a:srgbClr val="000000"/>
                </a:solidFill>
                <a:round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399" name="Line 38">
            <a:extLst>
              <a:ext uri="{FF2B5EF4-FFF2-40B4-BE49-F238E27FC236}">
                <a16:creationId xmlns:a16="http://schemas.microsoft.com/office/drawing/2014/main" id="{C48D1162-4C1A-DEE1-017D-5AD4D89643CD}"/>
              </a:ext>
            </a:extLst>
          </p:cNvPr>
          <p:cNvSpPr>
            <a:spLocks noChangeShapeType="1"/>
          </p:cNvSpPr>
          <p:nvPr/>
        </p:nvSpPr>
        <p:spPr bwMode="auto">
          <a:xfrm>
            <a:off x="4735513" y="4849813"/>
            <a:ext cx="0" cy="252412"/>
          </a:xfrm>
          <a:prstGeom prst="line">
            <a:avLst/>
          </a:prstGeom>
          <a:noFill/>
          <a:ln w="25399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400" name="Rectangle 39">
            <a:extLst>
              <a:ext uri="{FF2B5EF4-FFF2-40B4-BE49-F238E27FC236}">
                <a16:creationId xmlns:a16="http://schemas.microsoft.com/office/drawing/2014/main" id="{19636886-9650-D08F-F744-FEA3F3ABD4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52950" y="5075239"/>
            <a:ext cx="378310" cy="259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6038" rIns="90488" bIns="46038">
            <a:spAutoFit/>
          </a:bodyPr>
          <a:lstStyle>
            <a:lvl1pPr defTabSz="747713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747713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747713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747713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747713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74771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74771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74771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74771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r>
              <a:rPr lang="en-US" altLang="ko-KR" sz="1200">
                <a:solidFill>
                  <a:srgbClr val="000000"/>
                </a:solidFill>
              </a:rPr>
              <a:t>R5</a:t>
            </a:r>
          </a:p>
        </p:txBody>
      </p:sp>
      <p:sp>
        <p:nvSpPr>
          <p:cNvPr id="15401" name="Line 46">
            <a:extLst>
              <a:ext uri="{FF2B5EF4-FFF2-40B4-BE49-F238E27FC236}">
                <a16:creationId xmlns:a16="http://schemas.microsoft.com/office/drawing/2014/main" id="{2795D16E-1E88-F310-F413-4C9EDF3F6CD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466975" y="2476500"/>
            <a:ext cx="412750" cy="0"/>
          </a:xfrm>
          <a:prstGeom prst="line">
            <a:avLst/>
          </a:prstGeom>
          <a:noFill/>
          <a:ln w="25399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402" name="Line 47">
            <a:extLst>
              <a:ext uri="{FF2B5EF4-FFF2-40B4-BE49-F238E27FC236}">
                <a16:creationId xmlns:a16="http://schemas.microsoft.com/office/drawing/2014/main" id="{291E3AAC-2DBA-C586-761B-CFB36D67355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476500" y="3305175"/>
            <a:ext cx="374650" cy="0"/>
          </a:xfrm>
          <a:prstGeom prst="line">
            <a:avLst/>
          </a:prstGeom>
          <a:noFill/>
          <a:ln w="25399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403" name="Line 48">
            <a:extLst>
              <a:ext uri="{FF2B5EF4-FFF2-40B4-BE49-F238E27FC236}">
                <a16:creationId xmlns:a16="http://schemas.microsoft.com/office/drawing/2014/main" id="{F34A4A38-AB0F-83C7-5B50-FD3AE6B8AC4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466975" y="4343400"/>
            <a:ext cx="374650" cy="0"/>
          </a:xfrm>
          <a:prstGeom prst="line">
            <a:avLst/>
          </a:prstGeom>
          <a:noFill/>
          <a:ln w="25399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404" name="Line 49">
            <a:extLst>
              <a:ext uri="{FF2B5EF4-FFF2-40B4-BE49-F238E27FC236}">
                <a16:creationId xmlns:a16="http://schemas.microsoft.com/office/drawing/2014/main" id="{DE6CB979-7A13-9DF8-46E4-4B3BA327851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438400" y="5335588"/>
            <a:ext cx="431800" cy="0"/>
          </a:xfrm>
          <a:prstGeom prst="line">
            <a:avLst/>
          </a:prstGeom>
          <a:noFill/>
          <a:ln w="25399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405" name="Line 50">
            <a:extLst>
              <a:ext uri="{FF2B5EF4-FFF2-40B4-BE49-F238E27FC236}">
                <a16:creationId xmlns:a16="http://schemas.microsoft.com/office/drawing/2014/main" id="{369CE638-3BA5-EC84-8755-B022B88E4D9F}"/>
              </a:ext>
            </a:extLst>
          </p:cNvPr>
          <p:cNvSpPr>
            <a:spLocks noChangeShapeType="1"/>
          </p:cNvSpPr>
          <p:nvPr/>
        </p:nvSpPr>
        <p:spPr bwMode="auto">
          <a:xfrm>
            <a:off x="2654300" y="2476500"/>
            <a:ext cx="0" cy="820738"/>
          </a:xfrm>
          <a:prstGeom prst="line">
            <a:avLst/>
          </a:prstGeom>
          <a:noFill/>
          <a:ln w="25399">
            <a:solidFill>
              <a:schemeClr val="tx1"/>
            </a:solidFill>
            <a:round/>
            <a:headEnd type="stealth" w="med" len="lg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406" name="Line 51">
            <a:extLst>
              <a:ext uri="{FF2B5EF4-FFF2-40B4-BE49-F238E27FC236}">
                <a16:creationId xmlns:a16="http://schemas.microsoft.com/office/drawing/2014/main" id="{F5E220AB-7420-3C07-BEF0-538C18C4808B}"/>
              </a:ext>
            </a:extLst>
          </p:cNvPr>
          <p:cNvSpPr>
            <a:spLocks noChangeShapeType="1"/>
          </p:cNvSpPr>
          <p:nvPr/>
        </p:nvSpPr>
        <p:spPr bwMode="auto">
          <a:xfrm>
            <a:off x="2654300" y="3316288"/>
            <a:ext cx="0" cy="1027112"/>
          </a:xfrm>
          <a:prstGeom prst="line">
            <a:avLst/>
          </a:prstGeom>
          <a:noFill/>
          <a:ln w="25399">
            <a:solidFill>
              <a:schemeClr val="tx1"/>
            </a:solidFill>
            <a:round/>
            <a:headEnd type="stealth" w="med" len="lg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407" name="Line 52">
            <a:extLst>
              <a:ext uri="{FF2B5EF4-FFF2-40B4-BE49-F238E27FC236}">
                <a16:creationId xmlns:a16="http://schemas.microsoft.com/office/drawing/2014/main" id="{8E2AAA6A-D66E-3E55-7576-BF78E5428F75}"/>
              </a:ext>
            </a:extLst>
          </p:cNvPr>
          <p:cNvSpPr>
            <a:spLocks noChangeShapeType="1"/>
          </p:cNvSpPr>
          <p:nvPr/>
        </p:nvSpPr>
        <p:spPr bwMode="auto">
          <a:xfrm>
            <a:off x="2644775" y="4352926"/>
            <a:ext cx="0" cy="974725"/>
          </a:xfrm>
          <a:prstGeom prst="line">
            <a:avLst/>
          </a:prstGeom>
          <a:noFill/>
          <a:ln w="25399">
            <a:solidFill>
              <a:schemeClr val="tx1"/>
            </a:solidFill>
            <a:round/>
            <a:headEnd type="stealth" w="med" len="lg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408" name="Rectangle 53">
            <a:extLst>
              <a:ext uri="{FF2B5EF4-FFF2-40B4-BE49-F238E27FC236}">
                <a16:creationId xmlns:a16="http://schemas.microsoft.com/office/drawing/2014/main" id="{6E289121-E095-D8FD-DC70-FB82E332E1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95626" y="2332039"/>
            <a:ext cx="3063875" cy="414337"/>
          </a:xfrm>
          <a:prstGeom prst="rect">
            <a:avLst/>
          </a:prstGeom>
          <a:noFill/>
          <a:ln w="25399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endParaRPr lang="en-IN" altLang="en-US"/>
          </a:p>
        </p:txBody>
      </p:sp>
      <p:sp>
        <p:nvSpPr>
          <p:cNvPr id="15409" name="Rectangle 54">
            <a:extLst>
              <a:ext uri="{FF2B5EF4-FFF2-40B4-BE49-F238E27FC236}">
                <a16:creationId xmlns:a16="http://schemas.microsoft.com/office/drawing/2014/main" id="{69AA0AAD-B2AA-F1ED-E868-6FD6C88EF3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2363788"/>
            <a:ext cx="865188" cy="284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r>
              <a:rPr lang="en-US" altLang="ko-KR"/>
              <a:t>Memory</a:t>
            </a:r>
          </a:p>
        </p:txBody>
      </p:sp>
      <p:sp>
        <p:nvSpPr>
          <p:cNvPr id="15410" name="Rectangle 55">
            <a:extLst>
              <a:ext uri="{FF2B5EF4-FFF2-40B4-BE49-F238E27FC236}">
                <a16:creationId xmlns:a16="http://schemas.microsoft.com/office/drawing/2014/main" id="{8897B4FF-DDA9-7D64-DF1A-62A3DDF276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95538" y="5537201"/>
            <a:ext cx="5111750" cy="866775"/>
          </a:xfrm>
          <a:prstGeom prst="rect">
            <a:avLst/>
          </a:prstGeom>
          <a:noFill/>
          <a:ln w="25399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endParaRPr lang="en-IN" altLang="en-US"/>
          </a:p>
        </p:txBody>
      </p:sp>
      <p:sp>
        <p:nvSpPr>
          <p:cNvPr id="15412" name="Rectangle 58">
            <a:extLst>
              <a:ext uri="{FF2B5EF4-FFF2-40B4-BE49-F238E27FC236}">
                <a16:creationId xmlns:a16="http://schemas.microsoft.com/office/drawing/2014/main" id="{19408B9E-7BF8-0736-BEEA-DCCEF93667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06889" y="2382839"/>
            <a:ext cx="322205" cy="259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6038" rIns="90488" bIns="46038">
            <a:spAutoFit/>
          </a:bodyPr>
          <a:lstStyle>
            <a:lvl1pPr defTabSz="747713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747713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747713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747713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747713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74771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74771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74771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74771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r>
              <a:rPr lang="en-US" altLang="ko-KR" sz="1200">
                <a:solidFill>
                  <a:srgbClr val="000000"/>
                </a:solidFill>
              </a:rPr>
              <a:t>B</a:t>
            </a:r>
            <a:r>
              <a:rPr lang="en-US" altLang="ko-KR" sz="1200" baseline="-25000">
                <a:solidFill>
                  <a:srgbClr val="000000"/>
                </a:solidFill>
              </a:rPr>
              <a:t>i</a:t>
            </a:r>
            <a:endParaRPr lang="en-US" altLang="ko-KR" sz="1200">
              <a:solidFill>
                <a:srgbClr val="000000"/>
              </a:solidFill>
            </a:endParaRPr>
          </a:p>
        </p:txBody>
      </p:sp>
      <p:sp>
        <p:nvSpPr>
          <p:cNvPr id="15413" name="Rectangle 59">
            <a:extLst>
              <a:ext uri="{FF2B5EF4-FFF2-40B4-BE49-F238E27FC236}">
                <a16:creationId xmlns:a16="http://schemas.microsoft.com/office/drawing/2014/main" id="{015E548E-D98D-95DD-F33A-E538CF04F8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21314" y="2392364"/>
            <a:ext cx="322205" cy="259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6038" rIns="90488" bIns="46038">
            <a:spAutoFit/>
          </a:bodyPr>
          <a:lstStyle>
            <a:lvl1pPr defTabSz="747713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747713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747713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747713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747713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74771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74771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74771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74771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r>
              <a:rPr lang="en-US" altLang="ko-KR" sz="1200">
                <a:solidFill>
                  <a:srgbClr val="000000"/>
                </a:solidFill>
              </a:rPr>
              <a:t>C</a:t>
            </a:r>
            <a:r>
              <a:rPr lang="en-US" altLang="ko-KR" sz="1200" baseline="-25000">
                <a:solidFill>
                  <a:srgbClr val="000000"/>
                </a:solidFill>
              </a:rPr>
              <a:t>i</a:t>
            </a:r>
            <a:endParaRPr lang="en-US" altLang="ko-KR" sz="1200">
              <a:solidFill>
                <a:srgbClr val="000000"/>
              </a:solidFill>
            </a:endParaRPr>
          </a:p>
        </p:txBody>
      </p:sp>
      <p:sp>
        <p:nvSpPr>
          <p:cNvPr id="15414" name="Rectangle 60">
            <a:extLst>
              <a:ext uri="{FF2B5EF4-FFF2-40B4-BE49-F238E27FC236}">
                <a16:creationId xmlns:a16="http://schemas.microsoft.com/office/drawing/2014/main" id="{70CC192F-2D72-44AA-1C12-4D21FA09E5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4500" y="2697164"/>
            <a:ext cx="960200" cy="259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6038" rIns="90488" bIns="46038">
            <a:spAutoFit/>
          </a:bodyPr>
          <a:lstStyle>
            <a:lvl1pPr defTabSz="747713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747713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747713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747713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747713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74771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74771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74771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74771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r>
              <a:rPr lang="en-US" altLang="ko-KR" sz="1200">
                <a:solidFill>
                  <a:srgbClr val="000000"/>
                </a:solidFill>
              </a:rPr>
              <a:t>Segment 1</a:t>
            </a:r>
          </a:p>
        </p:txBody>
      </p:sp>
      <p:sp>
        <p:nvSpPr>
          <p:cNvPr id="15415" name="Rectangle 61">
            <a:extLst>
              <a:ext uri="{FF2B5EF4-FFF2-40B4-BE49-F238E27FC236}">
                <a16:creationId xmlns:a16="http://schemas.microsoft.com/office/drawing/2014/main" id="{50116981-D313-8909-B5F0-7BB4DFACAD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4500" y="3678239"/>
            <a:ext cx="960200" cy="259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6038" rIns="90488" bIns="46038">
            <a:spAutoFit/>
          </a:bodyPr>
          <a:lstStyle>
            <a:lvl1pPr defTabSz="747713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747713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747713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747713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747713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74771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74771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74771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74771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r>
              <a:rPr lang="en-US" altLang="ko-KR" sz="1200">
                <a:solidFill>
                  <a:srgbClr val="000000"/>
                </a:solidFill>
              </a:rPr>
              <a:t>Segment 2</a:t>
            </a:r>
          </a:p>
        </p:txBody>
      </p:sp>
      <p:sp>
        <p:nvSpPr>
          <p:cNvPr id="15416" name="Rectangle 62">
            <a:extLst>
              <a:ext uri="{FF2B5EF4-FFF2-40B4-BE49-F238E27FC236}">
                <a16:creationId xmlns:a16="http://schemas.microsoft.com/office/drawing/2014/main" id="{8042B41F-8977-E32B-F36C-5F156E8241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4500" y="4659314"/>
            <a:ext cx="960200" cy="259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6038" rIns="90488" bIns="46038">
            <a:spAutoFit/>
          </a:bodyPr>
          <a:lstStyle>
            <a:lvl1pPr defTabSz="747713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747713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747713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747713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747713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74771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74771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74771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74771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r>
              <a:rPr lang="en-US" altLang="ko-KR" sz="1200">
                <a:solidFill>
                  <a:srgbClr val="000000"/>
                </a:solidFill>
              </a:rPr>
              <a:t>Segment 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39F2EB-A889-7222-08FC-50756F994A79}"/>
              </a:ext>
            </a:extLst>
          </p:cNvPr>
          <p:cNvSpPr txBox="1"/>
          <p:nvPr/>
        </p:nvSpPr>
        <p:spPr>
          <a:xfrm>
            <a:off x="168743" y="5831994"/>
            <a:ext cx="6098240" cy="286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effectLst/>
                <a:latin typeface="Arial MT"/>
                <a:ea typeface="Arial MT"/>
                <a:cs typeface="Arial MT"/>
              </a:rPr>
              <a:t>3</a:t>
            </a:r>
            <a:r>
              <a:rPr lang="en-US" sz="1400" spc="-25" dirty="0">
                <a:effectLst/>
                <a:latin typeface="Arial MT"/>
                <a:ea typeface="Arial MT"/>
                <a:cs typeface="Arial MT"/>
              </a:rPr>
              <a:t> </a:t>
            </a:r>
            <a:r>
              <a:rPr lang="en-US" sz="1400" dirty="0">
                <a:effectLst/>
                <a:latin typeface="Arial MT"/>
                <a:ea typeface="Arial MT"/>
                <a:cs typeface="Arial MT"/>
              </a:rPr>
              <a:t>Suboperation Segment</a:t>
            </a:r>
            <a:r>
              <a:rPr lang="en-IN" dirty="0">
                <a:effectLst/>
              </a:rPr>
              <a:t> </a:t>
            </a:r>
            <a:endParaRPr lang="en-US" dirty="0"/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3">
            <a:extLst>
              <a:ext uri="{FF2B5EF4-FFF2-40B4-BE49-F238E27FC236}">
                <a16:creationId xmlns:a16="http://schemas.microsoft.com/office/drawing/2014/main" id="{A1511751-6C25-E145-0A5F-E8FC9209B4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0971" y="1292226"/>
            <a:ext cx="34925" cy="131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endParaRPr lang="en-IN" altLang="en-US"/>
          </a:p>
        </p:txBody>
      </p:sp>
      <p:sp>
        <p:nvSpPr>
          <p:cNvPr id="15364" name="Rectangle 5">
            <a:extLst>
              <a:ext uri="{FF2B5EF4-FFF2-40B4-BE49-F238E27FC236}">
                <a16:creationId xmlns:a16="http://schemas.microsoft.com/office/drawing/2014/main" id="{5951380A-CAD0-C6CF-8DAE-4033F5E246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8061" y="5552135"/>
            <a:ext cx="7737475" cy="6868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3500" tIns="25400" rIns="63500" bIns="25400">
            <a:spAutoFit/>
          </a:bodyPr>
          <a:lstStyle>
            <a:lvl1pPr marL="381000" indent="-381000" defTabSz="152400">
              <a:tabLst>
                <a:tab pos="2349500" algn="l"/>
              </a:tabLs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152400">
              <a:tabLst>
                <a:tab pos="2349500" algn="l"/>
              </a:tabLs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152400">
              <a:tabLst>
                <a:tab pos="2349500" algn="l"/>
              </a:tabLs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152400">
              <a:tabLst>
                <a:tab pos="2349500" algn="l"/>
              </a:tabLs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152400">
              <a:tabLst>
                <a:tab pos="2349500" algn="l"/>
              </a:tabLs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1524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tabLst>
                <a:tab pos="2349500" algn="l"/>
              </a:tabLs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1524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tabLst>
                <a:tab pos="2349500" algn="l"/>
              </a:tabLs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1524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tabLst>
                <a:tab pos="2349500" algn="l"/>
              </a:tabLs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1524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tabLst>
                <a:tab pos="2349500" algn="l"/>
              </a:tabLs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>
              <a:lnSpc>
                <a:spcPct val="85000"/>
              </a:lnSpc>
              <a:spcBef>
                <a:spcPct val="20000"/>
              </a:spcBef>
            </a:pPr>
            <a:r>
              <a:rPr lang="en-US" altLang="ko-KR" dirty="0"/>
              <a:t>R1 </a:t>
            </a:r>
            <a:r>
              <a:rPr lang="en-US" altLang="ko-KR" dirty="0">
                <a:sym typeface="Symbol" pitchFamily="2" charset="2"/>
              </a:rPr>
              <a:t></a:t>
            </a:r>
            <a:r>
              <a:rPr lang="en-US" altLang="ko-KR" dirty="0"/>
              <a:t> A</a:t>
            </a:r>
            <a:r>
              <a:rPr lang="en-US" altLang="ko-KR" baseline="-25000" dirty="0"/>
              <a:t>i</a:t>
            </a:r>
            <a:r>
              <a:rPr lang="en-US" altLang="ko-KR" dirty="0"/>
              <a:t>,  R2 </a:t>
            </a:r>
            <a:r>
              <a:rPr lang="en-US" altLang="ko-KR" dirty="0">
                <a:sym typeface="Symbol" pitchFamily="2" charset="2"/>
              </a:rPr>
              <a:t></a:t>
            </a:r>
            <a:r>
              <a:rPr lang="en-US" altLang="ko-KR" dirty="0"/>
              <a:t> B</a:t>
            </a:r>
            <a:r>
              <a:rPr lang="en-US" altLang="ko-KR" baseline="-25000" dirty="0"/>
              <a:t>i</a:t>
            </a:r>
            <a:r>
              <a:rPr lang="en-US" altLang="ko-KR" dirty="0"/>
              <a:t>	       Load A</a:t>
            </a:r>
            <a:r>
              <a:rPr lang="en-US" altLang="ko-KR" baseline="-25000" dirty="0"/>
              <a:t>i</a:t>
            </a:r>
            <a:r>
              <a:rPr lang="en-US" altLang="ko-KR" dirty="0"/>
              <a:t> and B</a:t>
            </a:r>
            <a:r>
              <a:rPr lang="en-US" altLang="ko-KR" baseline="-25000" dirty="0"/>
              <a:t>i</a:t>
            </a:r>
            <a:endParaRPr lang="en-US" altLang="ko-KR" dirty="0"/>
          </a:p>
          <a:p>
            <a:pPr>
              <a:lnSpc>
                <a:spcPct val="85000"/>
              </a:lnSpc>
              <a:spcBef>
                <a:spcPct val="20000"/>
              </a:spcBef>
            </a:pPr>
            <a:r>
              <a:rPr lang="en-US" altLang="ko-KR" dirty="0"/>
              <a:t>R3 </a:t>
            </a:r>
            <a:r>
              <a:rPr lang="en-US" altLang="ko-KR" dirty="0">
                <a:sym typeface="Symbol" pitchFamily="2" charset="2"/>
              </a:rPr>
              <a:t></a:t>
            </a:r>
            <a:r>
              <a:rPr lang="en-US" altLang="ko-KR" dirty="0"/>
              <a:t> R1 * R2,  R4 </a:t>
            </a:r>
            <a:r>
              <a:rPr lang="en-US" altLang="ko-KR" dirty="0">
                <a:sym typeface="Symbol" pitchFamily="2" charset="2"/>
              </a:rPr>
              <a:t></a:t>
            </a:r>
            <a:r>
              <a:rPr lang="en-US" altLang="ko-KR" dirty="0"/>
              <a:t> C</a:t>
            </a:r>
            <a:r>
              <a:rPr lang="en-US" altLang="ko-KR" baseline="-25000" dirty="0"/>
              <a:t>i</a:t>
            </a:r>
            <a:r>
              <a:rPr lang="en-US" altLang="ko-KR" dirty="0"/>
              <a:t>	   Multiply and load C</a:t>
            </a:r>
            <a:r>
              <a:rPr lang="en-US" altLang="ko-KR" baseline="-25000" dirty="0"/>
              <a:t>i</a:t>
            </a:r>
            <a:endParaRPr lang="en-US" altLang="ko-KR" dirty="0"/>
          </a:p>
          <a:p>
            <a:pPr>
              <a:lnSpc>
                <a:spcPct val="85000"/>
              </a:lnSpc>
              <a:spcBef>
                <a:spcPct val="20000"/>
              </a:spcBef>
            </a:pPr>
            <a:r>
              <a:rPr lang="en-US" altLang="ko-KR" dirty="0"/>
              <a:t>R5 </a:t>
            </a:r>
            <a:r>
              <a:rPr lang="en-US" altLang="ko-KR" dirty="0">
                <a:sym typeface="Symbol" pitchFamily="2" charset="2"/>
              </a:rPr>
              <a:t></a:t>
            </a:r>
            <a:r>
              <a:rPr lang="en-US" altLang="ko-KR" dirty="0"/>
              <a:t> R3 + R4	       Add </a:t>
            </a:r>
          </a:p>
        </p:txBody>
      </p:sp>
      <p:sp>
        <p:nvSpPr>
          <p:cNvPr id="15367" name="Rectangle 4">
            <a:extLst>
              <a:ext uri="{FF2B5EF4-FFF2-40B4-BE49-F238E27FC236}">
                <a16:creationId xmlns:a16="http://schemas.microsoft.com/office/drawing/2014/main" id="{D2B94407-8B70-1B39-BC9C-ED5AD5F33B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6571" y="1964072"/>
            <a:ext cx="7965608" cy="2950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3500" tIns="25400" rIns="63500" bIns="25400">
            <a:spAutoFit/>
          </a:bodyPr>
          <a:lstStyle>
            <a:lvl1pPr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>
              <a:lnSpc>
                <a:spcPct val="88000"/>
              </a:lnSpc>
            </a:pPr>
            <a:r>
              <a:rPr lang="en-US" sz="1800" dirty="0">
                <a:solidFill>
                  <a:schemeClr val="accent6">
                    <a:lumMod val="50000"/>
                  </a:schemeClr>
                </a:solidFill>
                <a:effectLst/>
                <a:latin typeface="Arial MT"/>
                <a:ea typeface="Wingdings" pitchFamily="2" charset="2"/>
                <a:cs typeface="Wingdings" pitchFamily="2" charset="2"/>
              </a:rPr>
              <a:t>Multiply</a:t>
            </a:r>
            <a:r>
              <a:rPr lang="en-US" sz="1800" spc="-50" dirty="0">
                <a:solidFill>
                  <a:schemeClr val="accent6">
                    <a:lumMod val="50000"/>
                  </a:schemeClr>
                </a:solidFill>
                <a:effectLst/>
                <a:latin typeface="Arial MT"/>
                <a:ea typeface="Wingdings" pitchFamily="2" charset="2"/>
                <a:cs typeface="Wingdings" pitchFamily="2" charset="2"/>
              </a:rPr>
              <a:t> </a:t>
            </a:r>
            <a:r>
              <a:rPr lang="en-US" sz="1800" dirty="0">
                <a:solidFill>
                  <a:schemeClr val="accent6">
                    <a:lumMod val="50000"/>
                  </a:schemeClr>
                </a:solidFill>
                <a:effectLst/>
                <a:latin typeface="Arial MT"/>
                <a:ea typeface="Wingdings" pitchFamily="2" charset="2"/>
                <a:cs typeface="Wingdings" pitchFamily="2" charset="2"/>
              </a:rPr>
              <a:t>and</a:t>
            </a:r>
            <a:r>
              <a:rPr lang="en-US" sz="1800" spc="-30" dirty="0">
                <a:solidFill>
                  <a:schemeClr val="accent6">
                    <a:lumMod val="50000"/>
                  </a:schemeClr>
                </a:solidFill>
                <a:effectLst/>
                <a:latin typeface="Arial MT"/>
                <a:ea typeface="Wingdings" pitchFamily="2" charset="2"/>
                <a:cs typeface="Wingdings" pitchFamily="2" charset="2"/>
              </a:rPr>
              <a:t> </a:t>
            </a:r>
            <a:r>
              <a:rPr lang="en-US" sz="1800" dirty="0">
                <a:solidFill>
                  <a:schemeClr val="accent6">
                    <a:lumMod val="50000"/>
                  </a:schemeClr>
                </a:solidFill>
                <a:effectLst/>
                <a:latin typeface="Arial MT"/>
                <a:ea typeface="Wingdings" pitchFamily="2" charset="2"/>
                <a:cs typeface="Wingdings" pitchFamily="2" charset="2"/>
              </a:rPr>
              <a:t>add</a:t>
            </a:r>
            <a:r>
              <a:rPr lang="en-US" sz="1800" spc="-30" dirty="0">
                <a:solidFill>
                  <a:schemeClr val="accent6">
                    <a:lumMod val="50000"/>
                  </a:schemeClr>
                </a:solidFill>
                <a:effectLst/>
                <a:latin typeface="Arial MT"/>
                <a:ea typeface="Wingdings" pitchFamily="2" charset="2"/>
                <a:cs typeface="Wingdings" pitchFamily="2" charset="2"/>
              </a:rPr>
              <a:t> </a:t>
            </a:r>
            <a:r>
              <a:rPr lang="en-US" sz="1800" dirty="0">
                <a:solidFill>
                  <a:schemeClr val="accent6">
                    <a:lumMod val="50000"/>
                  </a:schemeClr>
                </a:solidFill>
                <a:effectLst/>
                <a:latin typeface="Arial MT"/>
                <a:ea typeface="Wingdings" pitchFamily="2" charset="2"/>
                <a:cs typeface="Wingdings" pitchFamily="2" charset="2"/>
              </a:rPr>
              <a:t>operation</a:t>
            </a:r>
            <a:r>
              <a:rPr lang="en-US" sz="1800" spc="-15" dirty="0">
                <a:solidFill>
                  <a:schemeClr val="accent6">
                    <a:lumMod val="50000"/>
                  </a:schemeClr>
                </a:solidFill>
                <a:effectLst/>
                <a:latin typeface="Arial MT"/>
                <a:ea typeface="Wingdings" pitchFamily="2" charset="2"/>
                <a:cs typeface="Wingdings" pitchFamily="2" charset="2"/>
              </a:rPr>
              <a:t> </a:t>
            </a:r>
            <a:r>
              <a:rPr lang="en-US" sz="1800" dirty="0">
                <a:solidFill>
                  <a:schemeClr val="accent6">
                    <a:lumMod val="50000"/>
                  </a:schemeClr>
                </a:solidFill>
                <a:effectLst/>
                <a:latin typeface="Arial MT"/>
                <a:ea typeface="Wingdings" pitchFamily="2" charset="2"/>
                <a:cs typeface="Wingdings" pitchFamily="2" charset="2"/>
              </a:rPr>
              <a:t>:</a:t>
            </a:r>
            <a:r>
              <a:rPr lang="en-IN" sz="1800" dirty="0">
                <a:solidFill>
                  <a:schemeClr val="accent6">
                    <a:lumMod val="50000"/>
                  </a:schemeClr>
                </a:solidFill>
                <a:latin typeface="Arial MT"/>
                <a:ea typeface="Wingdings" pitchFamily="2" charset="2"/>
                <a:cs typeface="Wingdings" pitchFamily="2" charset="2"/>
              </a:rPr>
              <a:t> </a:t>
            </a:r>
            <a:r>
              <a:rPr lang="en-US" altLang="ko-KR" sz="1800" dirty="0">
                <a:solidFill>
                  <a:schemeClr val="accent6">
                    <a:lumMod val="50000"/>
                  </a:schemeClr>
                </a:solidFill>
              </a:rPr>
              <a:t>A</a:t>
            </a:r>
            <a:r>
              <a:rPr lang="en-US" altLang="ko-KR" sz="1800" baseline="-25000" dirty="0">
                <a:solidFill>
                  <a:schemeClr val="accent6">
                    <a:lumMod val="50000"/>
                  </a:schemeClr>
                </a:solidFill>
              </a:rPr>
              <a:t>i</a:t>
            </a:r>
            <a:r>
              <a:rPr lang="en-US" altLang="ko-KR" sz="1800" dirty="0">
                <a:solidFill>
                  <a:schemeClr val="accent6">
                    <a:lumMod val="50000"/>
                  </a:schemeClr>
                </a:solidFill>
              </a:rPr>
              <a:t> * B</a:t>
            </a:r>
            <a:r>
              <a:rPr lang="en-US" altLang="ko-KR" sz="1800" baseline="-25000" dirty="0">
                <a:solidFill>
                  <a:schemeClr val="accent6">
                    <a:lumMod val="50000"/>
                  </a:schemeClr>
                </a:solidFill>
              </a:rPr>
              <a:t>i</a:t>
            </a:r>
            <a:r>
              <a:rPr lang="en-US" altLang="ko-KR" sz="1800" dirty="0">
                <a:solidFill>
                  <a:schemeClr val="accent6">
                    <a:lumMod val="50000"/>
                  </a:schemeClr>
                </a:solidFill>
              </a:rPr>
              <a:t> + C</a:t>
            </a:r>
            <a:r>
              <a:rPr lang="en-US" altLang="ko-KR" sz="1800" baseline="-25000" dirty="0">
                <a:solidFill>
                  <a:schemeClr val="accent6">
                    <a:lumMod val="50000"/>
                  </a:schemeClr>
                </a:solidFill>
              </a:rPr>
              <a:t>i</a:t>
            </a:r>
            <a:r>
              <a:rPr lang="en-US" altLang="ko-KR" sz="1800" dirty="0">
                <a:solidFill>
                  <a:schemeClr val="accent6">
                    <a:lumMod val="50000"/>
                  </a:schemeClr>
                </a:solidFill>
              </a:rPr>
              <a:t>    for </a:t>
            </a:r>
            <a:r>
              <a:rPr lang="en-US" altLang="ko-KR" sz="1800" dirty="0" err="1">
                <a:solidFill>
                  <a:schemeClr val="accent6">
                    <a:lumMod val="50000"/>
                  </a:schemeClr>
                </a:solidFill>
              </a:rPr>
              <a:t>i</a:t>
            </a:r>
            <a:r>
              <a:rPr lang="en-US" altLang="ko-KR" sz="1800" dirty="0">
                <a:solidFill>
                  <a:schemeClr val="accent6">
                    <a:lumMod val="50000"/>
                  </a:schemeClr>
                </a:solidFill>
              </a:rPr>
              <a:t> = 1, 2, 3, ... , 7</a:t>
            </a:r>
          </a:p>
        </p:txBody>
      </p:sp>
      <p:sp>
        <p:nvSpPr>
          <p:cNvPr id="15368" name="Rectangle 7">
            <a:extLst>
              <a:ext uri="{FF2B5EF4-FFF2-40B4-BE49-F238E27FC236}">
                <a16:creationId xmlns:a16="http://schemas.microsoft.com/office/drawing/2014/main" id="{2D87C20D-0D7F-62BD-82A1-51DE9B2294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58759" y="5099050"/>
            <a:ext cx="827087" cy="196850"/>
          </a:xfrm>
          <a:prstGeom prst="rect">
            <a:avLst/>
          </a:prstGeom>
          <a:noFill/>
          <a:ln w="25399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endParaRPr lang="en-IN" altLang="en-US"/>
          </a:p>
        </p:txBody>
      </p:sp>
      <p:sp>
        <p:nvSpPr>
          <p:cNvPr id="15369" name="Rectangle 8">
            <a:extLst>
              <a:ext uri="{FF2B5EF4-FFF2-40B4-BE49-F238E27FC236}">
                <a16:creationId xmlns:a16="http://schemas.microsoft.com/office/drawing/2014/main" id="{25301E76-A280-D3A0-241B-1A227C21B1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4084" y="4508500"/>
            <a:ext cx="1976437" cy="330200"/>
          </a:xfrm>
          <a:prstGeom prst="rect">
            <a:avLst/>
          </a:prstGeom>
          <a:noFill/>
          <a:ln w="25399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endParaRPr lang="en-IN" altLang="en-US"/>
          </a:p>
        </p:txBody>
      </p:sp>
      <p:sp>
        <p:nvSpPr>
          <p:cNvPr id="15370" name="Rectangle 9">
            <a:extLst>
              <a:ext uri="{FF2B5EF4-FFF2-40B4-BE49-F238E27FC236}">
                <a16:creationId xmlns:a16="http://schemas.microsoft.com/office/drawing/2014/main" id="{B26451D1-BCB5-D246-1439-EF9F7CDF7E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04895" y="3990975"/>
            <a:ext cx="825500" cy="196850"/>
          </a:xfrm>
          <a:prstGeom prst="rect">
            <a:avLst/>
          </a:prstGeom>
          <a:noFill/>
          <a:ln w="25399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endParaRPr lang="en-IN" altLang="en-US"/>
          </a:p>
        </p:txBody>
      </p:sp>
      <p:sp>
        <p:nvSpPr>
          <p:cNvPr id="15371" name="Rectangle 10">
            <a:extLst>
              <a:ext uri="{FF2B5EF4-FFF2-40B4-BE49-F238E27FC236}">
                <a16:creationId xmlns:a16="http://schemas.microsoft.com/office/drawing/2014/main" id="{0E0BE3D4-5D09-D063-C4B7-3598E3AA51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23733" y="3990975"/>
            <a:ext cx="817562" cy="196850"/>
          </a:xfrm>
          <a:prstGeom prst="rect">
            <a:avLst/>
          </a:prstGeom>
          <a:noFill/>
          <a:ln w="25399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endParaRPr lang="en-IN" altLang="en-US"/>
          </a:p>
        </p:txBody>
      </p:sp>
      <p:sp>
        <p:nvSpPr>
          <p:cNvPr id="15372" name="Rectangle 11">
            <a:extLst>
              <a:ext uri="{FF2B5EF4-FFF2-40B4-BE49-F238E27FC236}">
                <a16:creationId xmlns:a16="http://schemas.microsoft.com/office/drawing/2014/main" id="{E1E3E435-CEA0-BE7D-8D09-A422CE4278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9421" y="3392489"/>
            <a:ext cx="1349375" cy="338137"/>
          </a:xfrm>
          <a:prstGeom prst="rect">
            <a:avLst/>
          </a:prstGeom>
          <a:noFill/>
          <a:ln w="25399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endParaRPr lang="en-IN" altLang="en-US"/>
          </a:p>
        </p:txBody>
      </p:sp>
      <p:sp>
        <p:nvSpPr>
          <p:cNvPr id="15373" name="Rectangle 12">
            <a:extLst>
              <a:ext uri="{FF2B5EF4-FFF2-40B4-BE49-F238E27FC236}">
                <a16:creationId xmlns:a16="http://schemas.microsoft.com/office/drawing/2014/main" id="{7E042412-BC7C-A31A-0EF1-104DE3C93A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99995" y="2871789"/>
            <a:ext cx="825500" cy="198437"/>
          </a:xfrm>
          <a:prstGeom prst="rect">
            <a:avLst/>
          </a:prstGeom>
          <a:noFill/>
          <a:ln w="25399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endParaRPr lang="en-IN" altLang="en-US"/>
          </a:p>
        </p:txBody>
      </p:sp>
      <p:sp>
        <p:nvSpPr>
          <p:cNvPr id="15374" name="Rectangle 13">
            <a:extLst>
              <a:ext uri="{FF2B5EF4-FFF2-40B4-BE49-F238E27FC236}">
                <a16:creationId xmlns:a16="http://schemas.microsoft.com/office/drawing/2014/main" id="{2D5C8719-2D7D-F285-D557-BEDF2AB886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6683" y="2871789"/>
            <a:ext cx="844550" cy="198437"/>
          </a:xfrm>
          <a:prstGeom prst="rect">
            <a:avLst/>
          </a:prstGeom>
          <a:noFill/>
          <a:ln w="25399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endParaRPr lang="en-IN" altLang="en-US"/>
          </a:p>
        </p:txBody>
      </p:sp>
      <p:sp>
        <p:nvSpPr>
          <p:cNvPr id="15375" name="Rectangle 14">
            <a:extLst>
              <a:ext uri="{FF2B5EF4-FFF2-40B4-BE49-F238E27FC236}">
                <a16:creationId xmlns:a16="http://schemas.microsoft.com/office/drawing/2014/main" id="{2AB92322-82F3-587D-A642-9AA7033D52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084" y="2373314"/>
            <a:ext cx="322205" cy="259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6038" rIns="90488" bIns="46038">
            <a:spAutoFit/>
          </a:bodyPr>
          <a:lstStyle>
            <a:lvl1pPr defTabSz="747713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747713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747713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747713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747713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74771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74771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74771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74771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r>
              <a:rPr lang="en-US" altLang="ko-KR" sz="1200">
                <a:solidFill>
                  <a:srgbClr val="000000"/>
                </a:solidFill>
              </a:rPr>
              <a:t>A</a:t>
            </a:r>
            <a:r>
              <a:rPr lang="en-US" altLang="ko-KR" sz="1200" baseline="-25000">
                <a:solidFill>
                  <a:srgbClr val="000000"/>
                </a:solidFill>
              </a:rPr>
              <a:t>i</a:t>
            </a:r>
            <a:endParaRPr lang="en-US" altLang="ko-KR" sz="1200">
              <a:solidFill>
                <a:srgbClr val="000000"/>
              </a:solidFill>
            </a:endParaRPr>
          </a:p>
        </p:txBody>
      </p:sp>
      <p:sp>
        <p:nvSpPr>
          <p:cNvPr id="15376" name="Arc 15">
            <a:extLst>
              <a:ext uri="{FF2B5EF4-FFF2-40B4-BE49-F238E27FC236}">
                <a16:creationId xmlns:a16="http://schemas.microsoft.com/office/drawing/2014/main" id="{44447212-A9A1-CA25-4E97-AB2AFBDE6F08}"/>
              </a:ext>
            </a:extLst>
          </p:cNvPr>
          <p:cNvSpPr>
            <a:spLocks/>
          </p:cNvSpPr>
          <p:nvPr/>
        </p:nvSpPr>
        <p:spPr bwMode="auto">
          <a:xfrm>
            <a:off x="1772921" y="2840038"/>
            <a:ext cx="73025" cy="82550"/>
          </a:xfrm>
          <a:custGeom>
            <a:avLst/>
            <a:gdLst>
              <a:gd name="T0" fmla="*/ 0 w 17602"/>
              <a:gd name="T1" fmla="*/ 6175921 h 21600"/>
              <a:gd name="T2" fmla="*/ 89746748 w 17602"/>
              <a:gd name="T3" fmla="*/ 5515460 h 21600"/>
              <a:gd name="T4" fmla="*/ 46082198 w 17602"/>
              <a:gd name="T5" fmla="*/ 67302838 h 21600"/>
              <a:gd name="T6" fmla="*/ 0 60000 65536"/>
              <a:gd name="T7" fmla="*/ 0 60000 65536"/>
              <a:gd name="T8" fmla="*/ 0 60000 65536"/>
              <a:gd name="T9" fmla="*/ 0 w 17602"/>
              <a:gd name="T10" fmla="*/ 0 h 21600"/>
              <a:gd name="T11" fmla="*/ 17602 w 17602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7602" h="21600" fill="none" extrusionOk="0">
                <a:moveTo>
                  <a:pt x="-1" y="1981"/>
                </a:moveTo>
                <a:cubicBezTo>
                  <a:pt x="2834" y="676"/>
                  <a:pt x="5917" y="-1"/>
                  <a:pt x="9038" y="0"/>
                </a:cubicBezTo>
                <a:cubicBezTo>
                  <a:pt x="11983" y="0"/>
                  <a:pt x="14897" y="602"/>
                  <a:pt x="17601" y="1770"/>
                </a:cubicBezTo>
              </a:path>
              <a:path w="17602" h="21600" stroke="0" extrusionOk="0">
                <a:moveTo>
                  <a:pt x="-1" y="1981"/>
                </a:moveTo>
                <a:cubicBezTo>
                  <a:pt x="2834" y="676"/>
                  <a:pt x="5917" y="-1"/>
                  <a:pt x="9038" y="0"/>
                </a:cubicBezTo>
                <a:cubicBezTo>
                  <a:pt x="11983" y="0"/>
                  <a:pt x="14897" y="602"/>
                  <a:pt x="17601" y="1770"/>
                </a:cubicBezTo>
                <a:lnTo>
                  <a:pt x="9038" y="21600"/>
                </a:lnTo>
                <a:close/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rnd">
                <a:solidFill>
                  <a:srgbClr val="000000"/>
                </a:solidFill>
                <a:round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377" name="Line 16">
            <a:extLst>
              <a:ext uri="{FF2B5EF4-FFF2-40B4-BE49-F238E27FC236}">
                <a16:creationId xmlns:a16="http://schemas.microsoft.com/office/drawing/2014/main" id="{BF427656-7D00-6A0D-2D87-B10244B1EDD5}"/>
              </a:ext>
            </a:extLst>
          </p:cNvPr>
          <p:cNvSpPr>
            <a:spLocks noChangeShapeType="1"/>
          </p:cNvSpPr>
          <p:nvPr/>
        </p:nvSpPr>
        <p:spPr bwMode="auto">
          <a:xfrm>
            <a:off x="1818958" y="2622550"/>
            <a:ext cx="0" cy="242888"/>
          </a:xfrm>
          <a:prstGeom prst="line">
            <a:avLst/>
          </a:prstGeom>
          <a:noFill/>
          <a:ln w="25399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378" name="Rectangle 17">
            <a:extLst>
              <a:ext uri="{FF2B5EF4-FFF2-40B4-BE49-F238E27FC236}">
                <a16:creationId xmlns:a16="http://schemas.microsoft.com/office/drawing/2014/main" id="{8090F3ED-1D3A-53EE-9E3A-D78171F5FE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63383" y="2857501"/>
            <a:ext cx="378310" cy="259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6038" rIns="90488" bIns="46038">
            <a:spAutoFit/>
          </a:bodyPr>
          <a:lstStyle>
            <a:lvl1pPr defTabSz="747713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747713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747713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747713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747713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74771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74771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74771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74771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r>
              <a:rPr lang="en-US" altLang="ko-KR" sz="1200">
                <a:solidFill>
                  <a:srgbClr val="000000"/>
                </a:solidFill>
              </a:rPr>
              <a:t>R1</a:t>
            </a:r>
          </a:p>
        </p:txBody>
      </p:sp>
      <p:sp>
        <p:nvSpPr>
          <p:cNvPr id="15379" name="Arc 18">
            <a:extLst>
              <a:ext uri="{FF2B5EF4-FFF2-40B4-BE49-F238E27FC236}">
                <a16:creationId xmlns:a16="http://schemas.microsoft.com/office/drawing/2014/main" id="{A50F64C1-7224-1D8F-75E2-71E8F75F9154}"/>
              </a:ext>
            </a:extLst>
          </p:cNvPr>
          <p:cNvSpPr>
            <a:spLocks/>
          </p:cNvSpPr>
          <p:nvPr/>
        </p:nvSpPr>
        <p:spPr bwMode="auto">
          <a:xfrm>
            <a:off x="2877820" y="2840038"/>
            <a:ext cx="71438" cy="82550"/>
          </a:xfrm>
          <a:custGeom>
            <a:avLst/>
            <a:gdLst>
              <a:gd name="T0" fmla="*/ 0 w 17464"/>
              <a:gd name="T1" fmla="*/ 5910954 h 21600"/>
              <a:gd name="T2" fmla="*/ 81819315 w 17464"/>
              <a:gd name="T3" fmla="*/ 5580716 h 21600"/>
              <a:gd name="T4" fmla="*/ 41472097 w 17464"/>
              <a:gd name="T5" fmla="*/ 67302838 h 21600"/>
              <a:gd name="T6" fmla="*/ 0 60000 65536"/>
              <a:gd name="T7" fmla="*/ 0 60000 65536"/>
              <a:gd name="T8" fmla="*/ 0 60000 65536"/>
              <a:gd name="T9" fmla="*/ 0 w 17464"/>
              <a:gd name="T10" fmla="*/ 0 h 21600"/>
              <a:gd name="T11" fmla="*/ 17464 w 17464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7464" h="21600" fill="none" extrusionOk="0">
                <a:moveTo>
                  <a:pt x="0" y="1897"/>
                </a:moveTo>
                <a:cubicBezTo>
                  <a:pt x="2783" y="646"/>
                  <a:pt x="5800" y="-1"/>
                  <a:pt x="8852" y="0"/>
                </a:cubicBezTo>
                <a:cubicBezTo>
                  <a:pt x="11815" y="0"/>
                  <a:pt x="14746" y="609"/>
                  <a:pt x="17463" y="1791"/>
                </a:cubicBezTo>
              </a:path>
              <a:path w="17464" h="21600" stroke="0" extrusionOk="0">
                <a:moveTo>
                  <a:pt x="0" y="1897"/>
                </a:moveTo>
                <a:cubicBezTo>
                  <a:pt x="2783" y="646"/>
                  <a:pt x="5800" y="-1"/>
                  <a:pt x="8852" y="0"/>
                </a:cubicBezTo>
                <a:cubicBezTo>
                  <a:pt x="11815" y="0"/>
                  <a:pt x="14746" y="609"/>
                  <a:pt x="17463" y="1791"/>
                </a:cubicBezTo>
                <a:lnTo>
                  <a:pt x="8852" y="21600"/>
                </a:lnTo>
                <a:close/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rnd">
                <a:solidFill>
                  <a:srgbClr val="000000"/>
                </a:solidFill>
                <a:round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380" name="Line 19">
            <a:extLst>
              <a:ext uri="{FF2B5EF4-FFF2-40B4-BE49-F238E27FC236}">
                <a16:creationId xmlns:a16="http://schemas.microsoft.com/office/drawing/2014/main" id="{30FDCA5C-A693-4962-38F9-70B427633DD7}"/>
              </a:ext>
            </a:extLst>
          </p:cNvPr>
          <p:cNvSpPr>
            <a:spLocks noChangeShapeType="1"/>
          </p:cNvSpPr>
          <p:nvPr/>
        </p:nvSpPr>
        <p:spPr bwMode="auto">
          <a:xfrm>
            <a:off x="2914333" y="2622551"/>
            <a:ext cx="0" cy="246063"/>
          </a:xfrm>
          <a:prstGeom prst="line">
            <a:avLst/>
          </a:prstGeom>
          <a:noFill/>
          <a:ln w="25399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381" name="Rectangle 20">
            <a:extLst>
              <a:ext uri="{FF2B5EF4-FFF2-40B4-BE49-F238E27FC236}">
                <a16:creationId xmlns:a16="http://schemas.microsoft.com/office/drawing/2014/main" id="{4106B9F6-72C4-521E-60BB-8CCF92EC0B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9233" y="2857501"/>
            <a:ext cx="378310" cy="259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6038" rIns="90488" bIns="46038">
            <a:spAutoFit/>
          </a:bodyPr>
          <a:lstStyle>
            <a:lvl1pPr defTabSz="747713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747713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747713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747713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747713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74771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74771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74771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74771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r>
              <a:rPr lang="en-US" altLang="ko-KR" sz="1200">
                <a:solidFill>
                  <a:srgbClr val="000000"/>
                </a:solidFill>
              </a:rPr>
              <a:t>R2</a:t>
            </a:r>
          </a:p>
        </p:txBody>
      </p:sp>
      <p:sp>
        <p:nvSpPr>
          <p:cNvPr id="15382" name="Arc 21">
            <a:extLst>
              <a:ext uri="{FF2B5EF4-FFF2-40B4-BE49-F238E27FC236}">
                <a16:creationId xmlns:a16="http://schemas.microsoft.com/office/drawing/2014/main" id="{2F60E16A-4B46-1CD0-0974-2B0D6DC446E4}"/>
              </a:ext>
            </a:extLst>
          </p:cNvPr>
          <p:cNvSpPr>
            <a:spLocks/>
          </p:cNvSpPr>
          <p:nvPr/>
        </p:nvSpPr>
        <p:spPr bwMode="auto">
          <a:xfrm>
            <a:off x="3981134" y="3956051"/>
            <a:ext cx="71437" cy="85725"/>
          </a:xfrm>
          <a:custGeom>
            <a:avLst/>
            <a:gdLst>
              <a:gd name="T0" fmla="*/ 0 w 17489"/>
              <a:gd name="T1" fmla="*/ 7639803 h 21600"/>
              <a:gd name="T2" fmla="*/ 81229482 w 17489"/>
              <a:gd name="T3" fmla="*/ 6822328 h 21600"/>
              <a:gd name="T4" fmla="*/ 41708063 w 17489"/>
              <a:gd name="T5" fmla="*/ 84406487 h 21600"/>
              <a:gd name="T6" fmla="*/ 0 60000 65536"/>
              <a:gd name="T7" fmla="*/ 0 60000 65536"/>
              <a:gd name="T8" fmla="*/ 0 60000 65536"/>
              <a:gd name="T9" fmla="*/ 0 w 17489"/>
              <a:gd name="T10" fmla="*/ 0 h 21600"/>
              <a:gd name="T11" fmla="*/ 17489 w 17489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7489" h="21600" fill="none" extrusionOk="0">
                <a:moveTo>
                  <a:pt x="0" y="1955"/>
                </a:moveTo>
                <a:cubicBezTo>
                  <a:pt x="2818" y="666"/>
                  <a:pt x="5881" y="-1"/>
                  <a:pt x="8980" y="0"/>
                </a:cubicBezTo>
                <a:cubicBezTo>
                  <a:pt x="11905" y="0"/>
                  <a:pt x="14800" y="594"/>
                  <a:pt x="17488" y="1746"/>
                </a:cubicBezTo>
              </a:path>
              <a:path w="17489" h="21600" stroke="0" extrusionOk="0">
                <a:moveTo>
                  <a:pt x="0" y="1955"/>
                </a:moveTo>
                <a:cubicBezTo>
                  <a:pt x="2818" y="666"/>
                  <a:pt x="5881" y="-1"/>
                  <a:pt x="8980" y="0"/>
                </a:cubicBezTo>
                <a:cubicBezTo>
                  <a:pt x="11905" y="0"/>
                  <a:pt x="14800" y="594"/>
                  <a:pt x="17488" y="1746"/>
                </a:cubicBezTo>
                <a:lnTo>
                  <a:pt x="8980" y="21600"/>
                </a:lnTo>
                <a:close/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rnd">
                <a:solidFill>
                  <a:srgbClr val="000000"/>
                </a:solidFill>
                <a:round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383" name="Line 22">
            <a:extLst>
              <a:ext uri="{FF2B5EF4-FFF2-40B4-BE49-F238E27FC236}">
                <a16:creationId xmlns:a16="http://schemas.microsoft.com/office/drawing/2014/main" id="{46427521-F808-4846-C2F6-1AA8C22616C1}"/>
              </a:ext>
            </a:extLst>
          </p:cNvPr>
          <p:cNvSpPr>
            <a:spLocks noChangeShapeType="1"/>
          </p:cNvSpPr>
          <p:nvPr/>
        </p:nvSpPr>
        <p:spPr bwMode="auto">
          <a:xfrm>
            <a:off x="4016058" y="2622550"/>
            <a:ext cx="0" cy="1371600"/>
          </a:xfrm>
          <a:prstGeom prst="line">
            <a:avLst/>
          </a:prstGeom>
          <a:noFill/>
          <a:ln w="25399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384" name="Rectangle 23">
            <a:extLst>
              <a:ext uri="{FF2B5EF4-FFF2-40B4-BE49-F238E27FC236}">
                <a16:creationId xmlns:a16="http://schemas.microsoft.com/office/drawing/2014/main" id="{4A5F1AFE-1456-1F93-3975-B154922E1D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6121" y="3438526"/>
            <a:ext cx="868829" cy="259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6038" rIns="90488" bIns="46038">
            <a:spAutoFit/>
          </a:bodyPr>
          <a:lstStyle>
            <a:lvl1pPr defTabSz="747713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747713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747713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747713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747713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74771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74771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74771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74771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r>
              <a:rPr lang="en-US" altLang="ko-KR" sz="1200">
                <a:solidFill>
                  <a:srgbClr val="000000"/>
                </a:solidFill>
              </a:rPr>
              <a:t>Multiplier</a:t>
            </a:r>
          </a:p>
        </p:txBody>
      </p:sp>
      <p:sp>
        <p:nvSpPr>
          <p:cNvPr id="15385" name="Arc 24">
            <a:extLst>
              <a:ext uri="{FF2B5EF4-FFF2-40B4-BE49-F238E27FC236}">
                <a16:creationId xmlns:a16="http://schemas.microsoft.com/office/drawing/2014/main" id="{5C613154-CB8F-24AC-CE81-D6A50E00F25A}"/>
              </a:ext>
            </a:extLst>
          </p:cNvPr>
          <p:cNvSpPr>
            <a:spLocks/>
          </p:cNvSpPr>
          <p:nvPr/>
        </p:nvSpPr>
        <p:spPr bwMode="auto">
          <a:xfrm>
            <a:off x="1884045" y="3294063"/>
            <a:ext cx="69850" cy="87312"/>
          </a:xfrm>
          <a:custGeom>
            <a:avLst/>
            <a:gdLst>
              <a:gd name="T0" fmla="*/ 0 w 17206"/>
              <a:gd name="T1" fmla="*/ 8262293 h 21600"/>
              <a:gd name="T2" fmla="*/ 77019045 w 17206"/>
              <a:gd name="T3" fmla="*/ 7346003 h 21600"/>
              <a:gd name="T4" fmla="*/ 39587922 w 17206"/>
              <a:gd name="T5" fmla="*/ 94226979 h 21600"/>
              <a:gd name="T6" fmla="*/ 0 60000 65536"/>
              <a:gd name="T7" fmla="*/ 0 60000 65536"/>
              <a:gd name="T8" fmla="*/ 0 60000 65536"/>
              <a:gd name="T9" fmla="*/ 0 w 17206"/>
              <a:gd name="T10" fmla="*/ 0 h 21600"/>
              <a:gd name="T11" fmla="*/ 17206 w 17206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7206" h="21600" fill="none" extrusionOk="0">
                <a:moveTo>
                  <a:pt x="-1" y="1893"/>
                </a:moveTo>
                <a:cubicBezTo>
                  <a:pt x="2781" y="645"/>
                  <a:pt x="5795" y="-1"/>
                  <a:pt x="8844" y="0"/>
                </a:cubicBezTo>
                <a:cubicBezTo>
                  <a:pt x="11715" y="0"/>
                  <a:pt x="14558" y="572"/>
                  <a:pt x="17205" y="1684"/>
                </a:cubicBezTo>
              </a:path>
              <a:path w="17206" h="21600" stroke="0" extrusionOk="0">
                <a:moveTo>
                  <a:pt x="-1" y="1893"/>
                </a:moveTo>
                <a:cubicBezTo>
                  <a:pt x="2781" y="645"/>
                  <a:pt x="5795" y="-1"/>
                  <a:pt x="8844" y="0"/>
                </a:cubicBezTo>
                <a:cubicBezTo>
                  <a:pt x="11715" y="0"/>
                  <a:pt x="14558" y="572"/>
                  <a:pt x="17205" y="1684"/>
                </a:cubicBezTo>
                <a:lnTo>
                  <a:pt x="8844" y="21600"/>
                </a:lnTo>
                <a:close/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rnd">
                <a:solidFill>
                  <a:srgbClr val="000000"/>
                </a:solidFill>
                <a:round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386" name="Line 25">
            <a:extLst>
              <a:ext uri="{FF2B5EF4-FFF2-40B4-BE49-F238E27FC236}">
                <a16:creationId xmlns:a16="http://schemas.microsoft.com/office/drawing/2014/main" id="{17BF48F0-E6A8-B4BA-C7E4-2B2F5787B60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844358" y="3079750"/>
            <a:ext cx="0" cy="311150"/>
          </a:xfrm>
          <a:prstGeom prst="line">
            <a:avLst/>
          </a:prstGeom>
          <a:noFill/>
          <a:ln w="25399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387" name="Arc 26">
            <a:extLst>
              <a:ext uri="{FF2B5EF4-FFF2-40B4-BE49-F238E27FC236}">
                <a16:creationId xmlns:a16="http://schemas.microsoft.com/office/drawing/2014/main" id="{9AD5C940-D005-95D9-03FB-D582314D62DA}"/>
              </a:ext>
            </a:extLst>
          </p:cNvPr>
          <p:cNvSpPr>
            <a:spLocks/>
          </p:cNvSpPr>
          <p:nvPr/>
        </p:nvSpPr>
        <p:spPr bwMode="auto">
          <a:xfrm>
            <a:off x="2719070" y="3294063"/>
            <a:ext cx="69850" cy="87312"/>
          </a:xfrm>
          <a:custGeom>
            <a:avLst/>
            <a:gdLst>
              <a:gd name="T0" fmla="*/ 0 w 17352"/>
              <a:gd name="T1" fmla="*/ 8166117 h 21600"/>
              <a:gd name="T2" fmla="*/ 73832898 w 17352"/>
              <a:gd name="T3" fmla="*/ 7708808 h 21600"/>
              <a:gd name="T4" fmla="*/ 37422853 w 17352"/>
              <a:gd name="T5" fmla="*/ 94226979 h 21600"/>
              <a:gd name="T6" fmla="*/ 0 60000 65536"/>
              <a:gd name="T7" fmla="*/ 0 60000 65536"/>
              <a:gd name="T8" fmla="*/ 0 60000 65536"/>
              <a:gd name="T9" fmla="*/ 0 w 17352"/>
              <a:gd name="T10" fmla="*/ 0 h 21600"/>
              <a:gd name="T11" fmla="*/ 17352 w 17352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7352" h="21600" fill="none" extrusionOk="0">
                <a:moveTo>
                  <a:pt x="-1" y="1871"/>
                </a:moveTo>
                <a:cubicBezTo>
                  <a:pt x="2767" y="637"/>
                  <a:pt x="5764" y="-1"/>
                  <a:pt x="8795" y="0"/>
                </a:cubicBezTo>
                <a:cubicBezTo>
                  <a:pt x="11737" y="0"/>
                  <a:pt x="14649" y="601"/>
                  <a:pt x="17351" y="1767"/>
                </a:cubicBezTo>
              </a:path>
              <a:path w="17352" h="21600" stroke="0" extrusionOk="0">
                <a:moveTo>
                  <a:pt x="-1" y="1871"/>
                </a:moveTo>
                <a:cubicBezTo>
                  <a:pt x="2767" y="637"/>
                  <a:pt x="5764" y="-1"/>
                  <a:pt x="8795" y="0"/>
                </a:cubicBezTo>
                <a:cubicBezTo>
                  <a:pt x="11737" y="0"/>
                  <a:pt x="14649" y="601"/>
                  <a:pt x="17351" y="1767"/>
                </a:cubicBezTo>
                <a:lnTo>
                  <a:pt x="8795" y="21600"/>
                </a:lnTo>
                <a:close/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rnd">
                <a:solidFill>
                  <a:srgbClr val="000000"/>
                </a:solidFill>
                <a:round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388" name="Line 27">
            <a:extLst>
              <a:ext uri="{FF2B5EF4-FFF2-40B4-BE49-F238E27FC236}">
                <a16:creationId xmlns:a16="http://schemas.microsoft.com/office/drawing/2014/main" id="{22746181-1C2A-13EA-9A30-04A7AF07BB90}"/>
              </a:ext>
            </a:extLst>
          </p:cNvPr>
          <p:cNvSpPr>
            <a:spLocks noChangeShapeType="1"/>
          </p:cNvSpPr>
          <p:nvPr/>
        </p:nvSpPr>
        <p:spPr bwMode="auto">
          <a:xfrm>
            <a:off x="2885758" y="3070226"/>
            <a:ext cx="0" cy="320675"/>
          </a:xfrm>
          <a:prstGeom prst="line">
            <a:avLst/>
          </a:prstGeom>
          <a:noFill/>
          <a:ln w="25399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389" name="Arc 28">
            <a:extLst>
              <a:ext uri="{FF2B5EF4-FFF2-40B4-BE49-F238E27FC236}">
                <a16:creationId xmlns:a16="http://schemas.microsoft.com/office/drawing/2014/main" id="{38A96356-7BB4-A530-F0C3-55D5E32BA013}"/>
              </a:ext>
            </a:extLst>
          </p:cNvPr>
          <p:cNvSpPr>
            <a:spLocks/>
          </p:cNvSpPr>
          <p:nvPr/>
        </p:nvSpPr>
        <p:spPr bwMode="auto">
          <a:xfrm>
            <a:off x="2301558" y="3956051"/>
            <a:ext cx="69850" cy="85725"/>
          </a:xfrm>
          <a:custGeom>
            <a:avLst/>
            <a:gdLst>
              <a:gd name="T0" fmla="*/ 0 w 17352"/>
              <a:gd name="T1" fmla="*/ 7314798 h 21600"/>
              <a:gd name="T2" fmla="*/ 73832898 w 17352"/>
              <a:gd name="T3" fmla="*/ 6905164 h 21600"/>
              <a:gd name="T4" fmla="*/ 37422853 w 17352"/>
              <a:gd name="T5" fmla="*/ 84406487 h 21600"/>
              <a:gd name="T6" fmla="*/ 0 60000 65536"/>
              <a:gd name="T7" fmla="*/ 0 60000 65536"/>
              <a:gd name="T8" fmla="*/ 0 60000 65536"/>
              <a:gd name="T9" fmla="*/ 0 w 17352"/>
              <a:gd name="T10" fmla="*/ 0 h 21600"/>
              <a:gd name="T11" fmla="*/ 17352 w 17352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7352" h="21600" fill="none" extrusionOk="0">
                <a:moveTo>
                  <a:pt x="-1" y="1871"/>
                </a:moveTo>
                <a:cubicBezTo>
                  <a:pt x="2767" y="637"/>
                  <a:pt x="5764" y="-1"/>
                  <a:pt x="8795" y="0"/>
                </a:cubicBezTo>
                <a:cubicBezTo>
                  <a:pt x="11737" y="0"/>
                  <a:pt x="14649" y="601"/>
                  <a:pt x="17351" y="1767"/>
                </a:cubicBezTo>
              </a:path>
              <a:path w="17352" h="21600" stroke="0" extrusionOk="0">
                <a:moveTo>
                  <a:pt x="-1" y="1871"/>
                </a:moveTo>
                <a:cubicBezTo>
                  <a:pt x="2767" y="637"/>
                  <a:pt x="5764" y="-1"/>
                  <a:pt x="8795" y="0"/>
                </a:cubicBezTo>
                <a:cubicBezTo>
                  <a:pt x="11737" y="0"/>
                  <a:pt x="14649" y="601"/>
                  <a:pt x="17351" y="1767"/>
                </a:cubicBezTo>
                <a:lnTo>
                  <a:pt x="8795" y="21600"/>
                </a:lnTo>
                <a:close/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rnd">
                <a:solidFill>
                  <a:srgbClr val="000000"/>
                </a:solidFill>
                <a:round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390" name="Line 29">
            <a:extLst>
              <a:ext uri="{FF2B5EF4-FFF2-40B4-BE49-F238E27FC236}">
                <a16:creationId xmlns:a16="http://schemas.microsoft.com/office/drawing/2014/main" id="{B35ACA1A-65C3-D5E1-0D12-02105DF64C1D}"/>
              </a:ext>
            </a:extLst>
          </p:cNvPr>
          <p:cNvSpPr>
            <a:spLocks noChangeShapeType="1"/>
          </p:cNvSpPr>
          <p:nvPr/>
        </p:nvSpPr>
        <p:spPr bwMode="auto">
          <a:xfrm>
            <a:off x="2338070" y="3741738"/>
            <a:ext cx="0" cy="246062"/>
          </a:xfrm>
          <a:prstGeom prst="line">
            <a:avLst/>
          </a:prstGeom>
          <a:noFill/>
          <a:ln w="25399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391" name="Rectangle 30">
            <a:extLst>
              <a:ext uri="{FF2B5EF4-FFF2-40B4-BE49-F238E27FC236}">
                <a16:creationId xmlns:a16="http://schemas.microsoft.com/office/drawing/2014/main" id="{0F0585D9-47C3-56C8-5323-ED45ABE5D4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61858" y="3983039"/>
            <a:ext cx="378310" cy="259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6038" rIns="90488" bIns="46038">
            <a:spAutoFit/>
          </a:bodyPr>
          <a:lstStyle>
            <a:lvl1pPr defTabSz="747713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747713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747713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747713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747713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74771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74771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74771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74771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r>
              <a:rPr lang="en-US" altLang="ko-KR" sz="1200">
                <a:solidFill>
                  <a:srgbClr val="000000"/>
                </a:solidFill>
              </a:rPr>
              <a:t>R3</a:t>
            </a:r>
          </a:p>
        </p:txBody>
      </p:sp>
      <p:sp>
        <p:nvSpPr>
          <p:cNvPr id="15392" name="Rectangle 31">
            <a:extLst>
              <a:ext uri="{FF2B5EF4-FFF2-40B4-BE49-F238E27FC236}">
                <a16:creationId xmlns:a16="http://schemas.microsoft.com/office/drawing/2014/main" id="{AFBB18FF-9BF3-D197-DD33-F82C94628F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46195" y="3976689"/>
            <a:ext cx="378310" cy="259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6038" rIns="90488" bIns="46038">
            <a:spAutoFit/>
          </a:bodyPr>
          <a:lstStyle>
            <a:lvl1pPr defTabSz="747713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747713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747713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747713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747713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74771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74771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74771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74771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r>
              <a:rPr lang="en-US" altLang="ko-KR" sz="1200">
                <a:solidFill>
                  <a:srgbClr val="000000"/>
                </a:solidFill>
              </a:rPr>
              <a:t>R4</a:t>
            </a:r>
          </a:p>
        </p:txBody>
      </p:sp>
      <p:sp>
        <p:nvSpPr>
          <p:cNvPr id="15393" name="Arc 32">
            <a:extLst>
              <a:ext uri="{FF2B5EF4-FFF2-40B4-BE49-F238E27FC236}">
                <a16:creationId xmlns:a16="http://schemas.microsoft.com/office/drawing/2014/main" id="{D5DC0355-E5AA-EEE8-122B-9DA99E5B3BD1}"/>
              </a:ext>
            </a:extLst>
          </p:cNvPr>
          <p:cNvSpPr>
            <a:spLocks/>
          </p:cNvSpPr>
          <p:nvPr/>
        </p:nvSpPr>
        <p:spPr bwMode="auto">
          <a:xfrm>
            <a:off x="2301558" y="4411664"/>
            <a:ext cx="69850" cy="85725"/>
          </a:xfrm>
          <a:custGeom>
            <a:avLst/>
            <a:gdLst>
              <a:gd name="T0" fmla="*/ 0 w 17352"/>
              <a:gd name="T1" fmla="*/ 7314798 h 21600"/>
              <a:gd name="T2" fmla="*/ 73832898 w 17352"/>
              <a:gd name="T3" fmla="*/ 6905164 h 21600"/>
              <a:gd name="T4" fmla="*/ 37422853 w 17352"/>
              <a:gd name="T5" fmla="*/ 84406487 h 21600"/>
              <a:gd name="T6" fmla="*/ 0 60000 65536"/>
              <a:gd name="T7" fmla="*/ 0 60000 65536"/>
              <a:gd name="T8" fmla="*/ 0 60000 65536"/>
              <a:gd name="T9" fmla="*/ 0 w 17352"/>
              <a:gd name="T10" fmla="*/ 0 h 21600"/>
              <a:gd name="T11" fmla="*/ 17352 w 17352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7352" h="21600" fill="none" extrusionOk="0">
                <a:moveTo>
                  <a:pt x="-1" y="1871"/>
                </a:moveTo>
                <a:cubicBezTo>
                  <a:pt x="2767" y="637"/>
                  <a:pt x="5764" y="-1"/>
                  <a:pt x="8795" y="0"/>
                </a:cubicBezTo>
                <a:cubicBezTo>
                  <a:pt x="11737" y="0"/>
                  <a:pt x="14649" y="601"/>
                  <a:pt x="17351" y="1767"/>
                </a:cubicBezTo>
              </a:path>
              <a:path w="17352" h="21600" stroke="0" extrusionOk="0">
                <a:moveTo>
                  <a:pt x="-1" y="1871"/>
                </a:moveTo>
                <a:cubicBezTo>
                  <a:pt x="2767" y="637"/>
                  <a:pt x="5764" y="-1"/>
                  <a:pt x="8795" y="0"/>
                </a:cubicBezTo>
                <a:cubicBezTo>
                  <a:pt x="11737" y="0"/>
                  <a:pt x="14649" y="601"/>
                  <a:pt x="17351" y="1767"/>
                </a:cubicBezTo>
                <a:lnTo>
                  <a:pt x="8795" y="21600"/>
                </a:lnTo>
                <a:close/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rnd">
                <a:solidFill>
                  <a:srgbClr val="000000"/>
                </a:solidFill>
                <a:round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394" name="Line 33">
            <a:extLst>
              <a:ext uri="{FF2B5EF4-FFF2-40B4-BE49-F238E27FC236}">
                <a16:creationId xmlns:a16="http://schemas.microsoft.com/office/drawing/2014/main" id="{7A3272AA-2B4E-BE79-6D5C-6EE92308E844}"/>
              </a:ext>
            </a:extLst>
          </p:cNvPr>
          <p:cNvSpPr>
            <a:spLocks noChangeShapeType="1"/>
          </p:cNvSpPr>
          <p:nvPr/>
        </p:nvSpPr>
        <p:spPr bwMode="auto">
          <a:xfrm>
            <a:off x="2338070" y="4195764"/>
            <a:ext cx="0" cy="307975"/>
          </a:xfrm>
          <a:prstGeom prst="line">
            <a:avLst/>
          </a:prstGeom>
          <a:noFill/>
          <a:ln w="25399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395" name="Arc 34">
            <a:extLst>
              <a:ext uri="{FF2B5EF4-FFF2-40B4-BE49-F238E27FC236}">
                <a16:creationId xmlns:a16="http://schemas.microsoft.com/office/drawing/2014/main" id="{7C481D29-A13F-D54E-D6E6-9ED4EE0AC361}"/>
              </a:ext>
            </a:extLst>
          </p:cNvPr>
          <p:cNvSpPr>
            <a:spLocks/>
          </p:cNvSpPr>
          <p:nvPr/>
        </p:nvSpPr>
        <p:spPr bwMode="auto">
          <a:xfrm>
            <a:off x="3981134" y="4411664"/>
            <a:ext cx="71437" cy="85725"/>
          </a:xfrm>
          <a:custGeom>
            <a:avLst/>
            <a:gdLst>
              <a:gd name="T0" fmla="*/ 0 w 17489"/>
              <a:gd name="T1" fmla="*/ 7639803 h 21600"/>
              <a:gd name="T2" fmla="*/ 81229482 w 17489"/>
              <a:gd name="T3" fmla="*/ 6822328 h 21600"/>
              <a:gd name="T4" fmla="*/ 41708063 w 17489"/>
              <a:gd name="T5" fmla="*/ 84406487 h 21600"/>
              <a:gd name="T6" fmla="*/ 0 60000 65536"/>
              <a:gd name="T7" fmla="*/ 0 60000 65536"/>
              <a:gd name="T8" fmla="*/ 0 60000 65536"/>
              <a:gd name="T9" fmla="*/ 0 w 17489"/>
              <a:gd name="T10" fmla="*/ 0 h 21600"/>
              <a:gd name="T11" fmla="*/ 17489 w 17489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7489" h="21600" fill="none" extrusionOk="0">
                <a:moveTo>
                  <a:pt x="0" y="1955"/>
                </a:moveTo>
                <a:cubicBezTo>
                  <a:pt x="2818" y="666"/>
                  <a:pt x="5881" y="-1"/>
                  <a:pt x="8980" y="0"/>
                </a:cubicBezTo>
                <a:cubicBezTo>
                  <a:pt x="11905" y="0"/>
                  <a:pt x="14800" y="594"/>
                  <a:pt x="17488" y="1746"/>
                </a:cubicBezTo>
              </a:path>
              <a:path w="17489" h="21600" stroke="0" extrusionOk="0">
                <a:moveTo>
                  <a:pt x="0" y="1955"/>
                </a:moveTo>
                <a:cubicBezTo>
                  <a:pt x="2818" y="666"/>
                  <a:pt x="5881" y="-1"/>
                  <a:pt x="8980" y="0"/>
                </a:cubicBezTo>
                <a:cubicBezTo>
                  <a:pt x="11905" y="0"/>
                  <a:pt x="14800" y="594"/>
                  <a:pt x="17488" y="1746"/>
                </a:cubicBezTo>
                <a:lnTo>
                  <a:pt x="8980" y="21600"/>
                </a:lnTo>
                <a:close/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rnd">
                <a:solidFill>
                  <a:srgbClr val="000000"/>
                </a:solidFill>
                <a:round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396" name="Line 35">
            <a:extLst>
              <a:ext uri="{FF2B5EF4-FFF2-40B4-BE49-F238E27FC236}">
                <a16:creationId xmlns:a16="http://schemas.microsoft.com/office/drawing/2014/main" id="{C5988ACB-4541-D981-6965-D062951A1118}"/>
              </a:ext>
            </a:extLst>
          </p:cNvPr>
          <p:cNvSpPr>
            <a:spLocks noChangeShapeType="1"/>
          </p:cNvSpPr>
          <p:nvPr/>
        </p:nvSpPr>
        <p:spPr bwMode="auto">
          <a:xfrm>
            <a:off x="4016058" y="4195763"/>
            <a:ext cx="0" cy="304800"/>
          </a:xfrm>
          <a:prstGeom prst="line">
            <a:avLst/>
          </a:prstGeom>
          <a:noFill/>
          <a:ln w="25399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397" name="Rectangle 36">
            <a:extLst>
              <a:ext uri="{FF2B5EF4-FFF2-40B4-BE49-F238E27FC236}">
                <a16:creationId xmlns:a16="http://schemas.microsoft.com/office/drawing/2014/main" id="{89427F5A-BCD1-A2FC-218D-46B4A20CC0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87345" y="4537076"/>
            <a:ext cx="626776" cy="259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6038" rIns="90488" bIns="46038">
            <a:spAutoFit/>
          </a:bodyPr>
          <a:lstStyle>
            <a:lvl1pPr defTabSz="747713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747713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747713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747713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747713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74771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74771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74771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74771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r>
              <a:rPr lang="en-US" altLang="ko-KR" sz="1200">
                <a:solidFill>
                  <a:srgbClr val="000000"/>
                </a:solidFill>
              </a:rPr>
              <a:t>Adder</a:t>
            </a:r>
          </a:p>
        </p:txBody>
      </p:sp>
      <p:sp>
        <p:nvSpPr>
          <p:cNvPr id="15398" name="Arc 37">
            <a:extLst>
              <a:ext uri="{FF2B5EF4-FFF2-40B4-BE49-F238E27FC236}">
                <a16:creationId xmlns:a16="http://schemas.microsoft.com/office/drawing/2014/main" id="{3A514953-9F7F-7C0E-6F96-D70ECAC466AF}"/>
              </a:ext>
            </a:extLst>
          </p:cNvPr>
          <p:cNvSpPr>
            <a:spLocks/>
          </p:cNvSpPr>
          <p:nvPr/>
        </p:nvSpPr>
        <p:spPr bwMode="auto">
          <a:xfrm>
            <a:off x="3146108" y="5064125"/>
            <a:ext cx="69850" cy="84138"/>
          </a:xfrm>
          <a:custGeom>
            <a:avLst/>
            <a:gdLst>
              <a:gd name="T0" fmla="*/ 0 w 17367"/>
              <a:gd name="T1" fmla="*/ 6550174 h 21600"/>
              <a:gd name="T2" fmla="*/ 73514552 w 17367"/>
              <a:gd name="T3" fmla="*/ 6183379 h 21600"/>
              <a:gd name="T4" fmla="*/ 37263629 w 17367"/>
              <a:gd name="T5" fmla="*/ 75454277 h 21600"/>
              <a:gd name="T6" fmla="*/ 0 60000 65536"/>
              <a:gd name="T7" fmla="*/ 0 60000 65536"/>
              <a:gd name="T8" fmla="*/ 0 60000 65536"/>
              <a:gd name="T9" fmla="*/ 0 w 17367"/>
              <a:gd name="T10" fmla="*/ 0 h 21600"/>
              <a:gd name="T11" fmla="*/ 17367 w 17367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7367" h="21600" fill="none" extrusionOk="0">
                <a:moveTo>
                  <a:pt x="0" y="1875"/>
                </a:moveTo>
                <a:cubicBezTo>
                  <a:pt x="2770" y="638"/>
                  <a:pt x="5769" y="-1"/>
                  <a:pt x="8803" y="0"/>
                </a:cubicBezTo>
                <a:cubicBezTo>
                  <a:pt x="11748" y="0"/>
                  <a:pt x="14662" y="602"/>
                  <a:pt x="17366" y="1770"/>
                </a:cubicBezTo>
              </a:path>
              <a:path w="17367" h="21600" stroke="0" extrusionOk="0">
                <a:moveTo>
                  <a:pt x="0" y="1875"/>
                </a:moveTo>
                <a:cubicBezTo>
                  <a:pt x="2770" y="638"/>
                  <a:pt x="5769" y="-1"/>
                  <a:pt x="8803" y="0"/>
                </a:cubicBezTo>
                <a:cubicBezTo>
                  <a:pt x="11748" y="0"/>
                  <a:pt x="14662" y="602"/>
                  <a:pt x="17366" y="1770"/>
                </a:cubicBezTo>
                <a:lnTo>
                  <a:pt x="8803" y="21600"/>
                </a:lnTo>
                <a:close/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rnd">
                <a:solidFill>
                  <a:srgbClr val="000000"/>
                </a:solidFill>
                <a:round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399" name="Line 38">
            <a:extLst>
              <a:ext uri="{FF2B5EF4-FFF2-40B4-BE49-F238E27FC236}">
                <a16:creationId xmlns:a16="http://schemas.microsoft.com/office/drawing/2014/main" id="{C48D1162-4C1A-DEE1-017D-5AD4D89643CD}"/>
              </a:ext>
            </a:extLst>
          </p:cNvPr>
          <p:cNvSpPr>
            <a:spLocks noChangeShapeType="1"/>
          </p:cNvSpPr>
          <p:nvPr/>
        </p:nvSpPr>
        <p:spPr bwMode="auto">
          <a:xfrm>
            <a:off x="3181033" y="4849813"/>
            <a:ext cx="0" cy="252412"/>
          </a:xfrm>
          <a:prstGeom prst="line">
            <a:avLst/>
          </a:prstGeom>
          <a:noFill/>
          <a:ln w="25399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400" name="Rectangle 39">
            <a:extLst>
              <a:ext uri="{FF2B5EF4-FFF2-40B4-BE49-F238E27FC236}">
                <a16:creationId xmlns:a16="http://schemas.microsoft.com/office/drawing/2014/main" id="{19636886-9650-D08F-F744-FEA3F3ABD4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98470" y="5075239"/>
            <a:ext cx="378310" cy="259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6038" rIns="90488" bIns="46038">
            <a:spAutoFit/>
          </a:bodyPr>
          <a:lstStyle>
            <a:lvl1pPr defTabSz="747713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747713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747713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747713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747713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74771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74771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74771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74771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r>
              <a:rPr lang="en-US" altLang="ko-KR" sz="1200">
                <a:solidFill>
                  <a:srgbClr val="000000"/>
                </a:solidFill>
              </a:rPr>
              <a:t>R5</a:t>
            </a:r>
          </a:p>
        </p:txBody>
      </p:sp>
      <p:sp>
        <p:nvSpPr>
          <p:cNvPr id="15401" name="Line 46">
            <a:extLst>
              <a:ext uri="{FF2B5EF4-FFF2-40B4-BE49-F238E27FC236}">
                <a16:creationId xmlns:a16="http://schemas.microsoft.com/office/drawing/2014/main" id="{2795D16E-1E88-F310-F413-4C9EDF3F6CD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12495" y="2476500"/>
            <a:ext cx="412750" cy="0"/>
          </a:xfrm>
          <a:prstGeom prst="line">
            <a:avLst/>
          </a:prstGeom>
          <a:noFill/>
          <a:ln w="25399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402" name="Line 47">
            <a:extLst>
              <a:ext uri="{FF2B5EF4-FFF2-40B4-BE49-F238E27FC236}">
                <a16:creationId xmlns:a16="http://schemas.microsoft.com/office/drawing/2014/main" id="{291E3AAC-2DBA-C586-761B-CFB36D67355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22020" y="3305175"/>
            <a:ext cx="374650" cy="0"/>
          </a:xfrm>
          <a:prstGeom prst="line">
            <a:avLst/>
          </a:prstGeom>
          <a:noFill/>
          <a:ln w="25399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403" name="Line 48">
            <a:extLst>
              <a:ext uri="{FF2B5EF4-FFF2-40B4-BE49-F238E27FC236}">
                <a16:creationId xmlns:a16="http://schemas.microsoft.com/office/drawing/2014/main" id="{F34A4A38-AB0F-83C7-5B50-FD3AE6B8AC4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12495" y="4343400"/>
            <a:ext cx="374650" cy="0"/>
          </a:xfrm>
          <a:prstGeom prst="line">
            <a:avLst/>
          </a:prstGeom>
          <a:noFill/>
          <a:ln w="25399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404" name="Line 49">
            <a:extLst>
              <a:ext uri="{FF2B5EF4-FFF2-40B4-BE49-F238E27FC236}">
                <a16:creationId xmlns:a16="http://schemas.microsoft.com/office/drawing/2014/main" id="{DE6CB979-7A13-9DF8-46E4-4B3BA327851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83920" y="5335588"/>
            <a:ext cx="431800" cy="0"/>
          </a:xfrm>
          <a:prstGeom prst="line">
            <a:avLst/>
          </a:prstGeom>
          <a:noFill/>
          <a:ln w="25399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405" name="Line 50">
            <a:extLst>
              <a:ext uri="{FF2B5EF4-FFF2-40B4-BE49-F238E27FC236}">
                <a16:creationId xmlns:a16="http://schemas.microsoft.com/office/drawing/2014/main" id="{369CE638-3BA5-EC84-8755-B022B88E4D9F}"/>
              </a:ext>
            </a:extLst>
          </p:cNvPr>
          <p:cNvSpPr>
            <a:spLocks noChangeShapeType="1"/>
          </p:cNvSpPr>
          <p:nvPr/>
        </p:nvSpPr>
        <p:spPr bwMode="auto">
          <a:xfrm>
            <a:off x="1099820" y="2476500"/>
            <a:ext cx="0" cy="820738"/>
          </a:xfrm>
          <a:prstGeom prst="line">
            <a:avLst/>
          </a:prstGeom>
          <a:noFill/>
          <a:ln w="25399">
            <a:solidFill>
              <a:schemeClr val="tx1"/>
            </a:solidFill>
            <a:round/>
            <a:headEnd type="stealth" w="med" len="lg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406" name="Line 51">
            <a:extLst>
              <a:ext uri="{FF2B5EF4-FFF2-40B4-BE49-F238E27FC236}">
                <a16:creationId xmlns:a16="http://schemas.microsoft.com/office/drawing/2014/main" id="{F5E220AB-7420-3C07-BEF0-538C18C4808B}"/>
              </a:ext>
            </a:extLst>
          </p:cNvPr>
          <p:cNvSpPr>
            <a:spLocks noChangeShapeType="1"/>
          </p:cNvSpPr>
          <p:nvPr/>
        </p:nvSpPr>
        <p:spPr bwMode="auto">
          <a:xfrm>
            <a:off x="1099820" y="3316288"/>
            <a:ext cx="0" cy="1027112"/>
          </a:xfrm>
          <a:prstGeom prst="line">
            <a:avLst/>
          </a:prstGeom>
          <a:noFill/>
          <a:ln w="25399">
            <a:solidFill>
              <a:schemeClr val="tx1"/>
            </a:solidFill>
            <a:round/>
            <a:headEnd type="stealth" w="med" len="lg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407" name="Line 52">
            <a:extLst>
              <a:ext uri="{FF2B5EF4-FFF2-40B4-BE49-F238E27FC236}">
                <a16:creationId xmlns:a16="http://schemas.microsoft.com/office/drawing/2014/main" id="{8E2AAA6A-D66E-3E55-7576-BF78E5428F75}"/>
              </a:ext>
            </a:extLst>
          </p:cNvPr>
          <p:cNvSpPr>
            <a:spLocks noChangeShapeType="1"/>
          </p:cNvSpPr>
          <p:nvPr/>
        </p:nvSpPr>
        <p:spPr bwMode="auto">
          <a:xfrm>
            <a:off x="1090295" y="4352926"/>
            <a:ext cx="0" cy="974725"/>
          </a:xfrm>
          <a:prstGeom prst="line">
            <a:avLst/>
          </a:prstGeom>
          <a:noFill/>
          <a:ln w="25399">
            <a:solidFill>
              <a:schemeClr val="tx1"/>
            </a:solidFill>
            <a:round/>
            <a:headEnd type="stealth" w="med" len="lg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408" name="Rectangle 53">
            <a:extLst>
              <a:ext uri="{FF2B5EF4-FFF2-40B4-BE49-F238E27FC236}">
                <a16:creationId xmlns:a16="http://schemas.microsoft.com/office/drawing/2014/main" id="{6E289121-E095-D8FD-DC70-FB82E332E1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1146" y="2332039"/>
            <a:ext cx="3063875" cy="414337"/>
          </a:xfrm>
          <a:prstGeom prst="rect">
            <a:avLst/>
          </a:prstGeom>
          <a:noFill/>
          <a:ln w="25399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endParaRPr lang="en-IN" altLang="en-US"/>
          </a:p>
        </p:txBody>
      </p:sp>
      <p:sp>
        <p:nvSpPr>
          <p:cNvPr id="15409" name="Rectangle 54">
            <a:extLst>
              <a:ext uri="{FF2B5EF4-FFF2-40B4-BE49-F238E27FC236}">
                <a16:creationId xmlns:a16="http://schemas.microsoft.com/office/drawing/2014/main" id="{69AA0AAD-B2AA-F1ED-E868-6FD6C88EF3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93720" y="2363788"/>
            <a:ext cx="865188" cy="284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r>
              <a:rPr lang="en-US" altLang="ko-KR"/>
              <a:t>Memory</a:t>
            </a:r>
          </a:p>
        </p:txBody>
      </p:sp>
      <p:sp>
        <p:nvSpPr>
          <p:cNvPr id="15410" name="Rectangle 55">
            <a:extLst>
              <a:ext uri="{FF2B5EF4-FFF2-40B4-BE49-F238E27FC236}">
                <a16:creationId xmlns:a16="http://schemas.microsoft.com/office/drawing/2014/main" id="{8897B4FF-DDA9-7D64-DF1A-62A3DDF276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0083" y="5420312"/>
            <a:ext cx="5111750" cy="866775"/>
          </a:xfrm>
          <a:prstGeom prst="rect">
            <a:avLst/>
          </a:prstGeom>
          <a:noFill/>
          <a:ln w="25399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endParaRPr lang="en-IN" altLang="en-US"/>
          </a:p>
        </p:txBody>
      </p:sp>
      <p:sp>
        <p:nvSpPr>
          <p:cNvPr id="15412" name="Rectangle 58">
            <a:extLst>
              <a:ext uri="{FF2B5EF4-FFF2-40B4-BE49-F238E27FC236}">
                <a16:creationId xmlns:a16="http://schemas.microsoft.com/office/drawing/2014/main" id="{19408B9E-7BF8-0736-BEEA-DCCEF93667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52409" y="2382839"/>
            <a:ext cx="322205" cy="259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6038" rIns="90488" bIns="46038">
            <a:spAutoFit/>
          </a:bodyPr>
          <a:lstStyle>
            <a:lvl1pPr defTabSz="747713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747713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747713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747713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747713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74771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74771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74771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74771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r>
              <a:rPr lang="en-US" altLang="ko-KR" sz="1200">
                <a:solidFill>
                  <a:srgbClr val="000000"/>
                </a:solidFill>
              </a:rPr>
              <a:t>B</a:t>
            </a:r>
            <a:r>
              <a:rPr lang="en-US" altLang="ko-KR" sz="1200" baseline="-25000">
                <a:solidFill>
                  <a:srgbClr val="000000"/>
                </a:solidFill>
              </a:rPr>
              <a:t>i</a:t>
            </a:r>
            <a:endParaRPr lang="en-US" altLang="ko-KR" sz="1200">
              <a:solidFill>
                <a:srgbClr val="000000"/>
              </a:solidFill>
            </a:endParaRPr>
          </a:p>
        </p:txBody>
      </p:sp>
      <p:sp>
        <p:nvSpPr>
          <p:cNvPr id="15413" name="Rectangle 59">
            <a:extLst>
              <a:ext uri="{FF2B5EF4-FFF2-40B4-BE49-F238E27FC236}">
                <a16:creationId xmlns:a16="http://schemas.microsoft.com/office/drawing/2014/main" id="{015E548E-D98D-95DD-F33A-E538CF04F8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6834" y="2392364"/>
            <a:ext cx="322205" cy="259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6038" rIns="90488" bIns="46038">
            <a:spAutoFit/>
          </a:bodyPr>
          <a:lstStyle>
            <a:lvl1pPr defTabSz="747713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747713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747713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747713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747713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74771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74771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74771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74771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r>
              <a:rPr lang="en-US" altLang="ko-KR" sz="1200">
                <a:solidFill>
                  <a:srgbClr val="000000"/>
                </a:solidFill>
              </a:rPr>
              <a:t>C</a:t>
            </a:r>
            <a:r>
              <a:rPr lang="en-US" altLang="ko-KR" sz="1200" baseline="-25000">
                <a:solidFill>
                  <a:srgbClr val="000000"/>
                </a:solidFill>
              </a:rPr>
              <a:t>i</a:t>
            </a:r>
            <a:endParaRPr lang="en-US" altLang="ko-KR" sz="1200">
              <a:solidFill>
                <a:srgbClr val="000000"/>
              </a:solidFill>
            </a:endParaRPr>
          </a:p>
        </p:txBody>
      </p:sp>
      <p:sp>
        <p:nvSpPr>
          <p:cNvPr id="15414" name="Rectangle 60">
            <a:extLst>
              <a:ext uri="{FF2B5EF4-FFF2-40B4-BE49-F238E27FC236}">
                <a16:creationId xmlns:a16="http://schemas.microsoft.com/office/drawing/2014/main" id="{70CC192F-2D72-44AA-1C12-4D21FA09E5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020" y="2697164"/>
            <a:ext cx="960200" cy="259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6038" rIns="90488" bIns="46038">
            <a:spAutoFit/>
          </a:bodyPr>
          <a:lstStyle>
            <a:lvl1pPr defTabSz="747713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747713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747713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747713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747713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74771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74771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74771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74771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r>
              <a:rPr lang="en-US" altLang="ko-KR" sz="1200">
                <a:solidFill>
                  <a:srgbClr val="000000"/>
                </a:solidFill>
              </a:rPr>
              <a:t>Segment 1</a:t>
            </a:r>
          </a:p>
        </p:txBody>
      </p:sp>
      <p:sp>
        <p:nvSpPr>
          <p:cNvPr id="15415" name="Rectangle 61">
            <a:extLst>
              <a:ext uri="{FF2B5EF4-FFF2-40B4-BE49-F238E27FC236}">
                <a16:creationId xmlns:a16="http://schemas.microsoft.com/office/drawing/2014/main" id="{50116981-D313-8909-B5F0-7BB4DFACAD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020" y="3678239"/>
            <a:ext cx="960200" cy="259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6038" rIns="90488" bIns="46038">
            <a:spAutoFit/>
          </a:bodyPr>
          <a:lstStyle>
            <a:lvl1pPr defTabSz="747713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747713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747713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747713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747713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74771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74771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74771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74771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r>
              <a:rPr lang="en-US" altLang="ko-KR" sz="1200">
                <a:solidFill>
                  <a:srgbClr val="000000"/>
                </a:solidFill>
              </a:rPr>
              <a:t>Segment 2</a:t>
            </a:r>
          </a:p>
        </p:txBody>
      </p:sp>
      <p:sp>
        <p:nvSpPr>
          <p:cNvPr id="15416" name="Rectangle 62">
            <a:extLst>
              <a:ext uri="{FF2B5EF4-FFF2-40B4-BE49-F238E27FC236}">
                <a16:creationId xmlns:a16="http://schemas.microsoft.com/office/drawing/2014/main" id="{8042B41F-8977-E32B-F36C-5F156E8241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020" y="4659314"/>
            <a:ext cx="960200" cy="259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6038" rIns="90488" bIns="46038">
            <a:spAutoFit/>
          </a:bodyPr>
          <a:lstStyle>
            <a:lvl1pPr defTabSz="747713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747713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747713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747713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747713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74771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74771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74771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74771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r>
              <a:rPr lang="en-US" altLang="ko-KR" sz="1200">
                <a:solidFill>
                  <a:srgbClr val="000000"/>
                </a:solidFill>
              </a:rPr>
              <a:t>Segment 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39F2EB-A889-7222-08FC-50756F994A79}"/>
              </a:ext>
            </a:extLst>
          </p:cNvPr>
          <p:cNvSpPr txBox="1"/>
          <p:nvPr/>
        </p:nvSpPr>
        <p:spPr>
          <a:xfrm>
            <a:off x="3822354" y="5143259"/>
            <a:ext cx="2466392" cy="286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effectLst/>
                <a:latin typeface="Arial MT"/>
                <a:ea typeface="Arial MT"/>
                <a:cs typeface="Arial MT"/>
              </a:rPr>
              <a:t>3</a:t>
            </a:r>
            <a:r>
              <a:rPr lang="en-US" sz="1400" spc="-25" dirty="0">
                <a:effectLst/>
                <a:latin typeface="Arial MT"/>
                <a:ea typeface="Arial MT"/>
                <a:cs typeface="Arial MT"/>
              </a:rPr>
              <a:t> </a:t>
            </a:r>
            <a:r>
              <a:rPr lang="en-US" sz="1400" dirty="0">
                <a:effectLst/>
                <a:latin typeface="Arial MT"/>
                <a:ea typeface="Arial MT"/>
                <a:cs typeface="Arial MT"/>
              </a:rPr>
              <a:t>Suboperation Segment</a:t>
            </a:r>
            <a:r>
              <a:rPr lang="en-IN" dirty="0">
                <a:effectLst/>
              </a:rPr>
              <a:t> </a:t>
            </a:r>
            <a:endParaRPr lang="en-US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9F40C09F-369F-029E-5473-ADE7602CEB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85975" y="337585"/>
            <a:ext cx="8047038" cy="3836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3500" tIns="25400" rIns="63500" bIns="25400" numCol="1" anchor="ctr" anchorCtr="0" compatLnSpc="1">
            <a:prstTxWarp prst="textNoShape">
              <a:avLst/>
            </a:prstTxWarp>
            <a:spAutoFit/>
          </a:bodyPr>
          <a:lstStyle>
            <a:lvl1pPr algn="ctr" defTabSz="7620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defTabSz="7620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Arial" charset="0"/>
                <a:ea typeface="돋움" pitchFamily="50" charset="-127"/>
              </a:defRPr>
            </a:lvl2pPr>
            <a:lvl3pPr algn="ctr" defTabSz="7620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Arial" charset="0"/>
                <a:ea typeface="돋움" pitchFamily="50" charset="-127"/>
              </a:defRPr>
            </a:lvl3pPr>
            <a:lvl4pPr algn="ctr" defTabSz="7620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Arial" charset="0"/>
                <a:ea typeface="돋움" pitchFamily="50" charset="-127"/>
              </a:defRPr>
            </a:lvl4pPr>
            <a:lvl5pPr algn="ctr" defTabSz="7620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Arial" charset="0"/>
                <a:ea typeface="돋움" pitchFamily="50" charset="-127"/>
              </a:defRPr>
            </a:lvl5pPr>
            <a:lvl6pPr marL="457200" algn="ctr" defTabSz="7620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Arial" charset="0"/>
                <a:ea typeface="돋움" pitchFamily="50" charset="-127"/>
              </a:defRPr>
            </a:lvl6pPr>
            <a:lvl7pPr marL="914400" algn="ctr" defTabSz="7620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Arial" charset="0"/>
                <a:ea typeface="돋움" pitchFamily="50" charset="-127"/>
              </a:defRPr>
            </a:lvl7pPr>
            <a:lvl8pPr marL="1371600" algn="ctr" defTabSz="7620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Arial" charset="0"/>
                <a:ea typeface="돋움" pitchFamily="50" charset="-127"/>
              </a:defRPr>
            </a:lvl8pPr>
            <a:lvl9pPr marL="1828800" algn="ctr" defTabSz="7620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Arial" charset="0"/>
                <a:ea typeface="돋움" pitchFamily="50" charset="-127"/>
              </a:defRPr>
            </a:lvl9pPr>
          </a:lstStyle>
          <a:p>
            <a:r>
              <a:rPr lang="en-US" altLang="ko-KR" sz="2400" kern="0" dirty="0">
                <a:solidFill>
                  <a:schemeClr val="tx1"/>
                </a:solidFill>
              </a:rPr>
              <a:t>OPERATIONS  IN  EACH  PIPELINE  STAGE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8A8456A9-A0E4-1799-CDDC-567A63BE9C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62606" y="2484437"/>
            <a:ext cx="609600" cy="43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3500" tIns="25400" rIns="63500" bIns="25400">
            <a:spAutoFit/>
          </a:bodyPr>
          <a:lstStyle>
            <a:lvl1pPr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r>
              <a:rPr lang="en-US" altLang="ko-KR"/>
              <a:t>Clock</a:t>
            </a:r>
          </a:p>
          <a:p>
            <a:r>
              <a:rPr lang="en-US" altLang="ko-KR"/>
              <a:t>Pulse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8F26D933-8EDF-78D7-05CE-D746F7842A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10320" y="2566987"/>
            <a:ext cx="1033937" cy="2451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3500" tIns="25400" rIns="63500" bIns="25400">
            <a:spAutoFit/>
          </a:bodyPr>
          <a:lstStyle>
            <a:lvl1pPr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r>
              <a:rPr lang="en-US" altLang="ko-KR"/>
              <a:t>Segment 1</a:t>
            </a: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A70C4FFB-D788-96AB-F3E7-1F0CCC5DD8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40656" y="2565400"/>
            <a:ext cx="1023938" cy="242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3500" tIns="25400" rIns="63500" bIns="25400">
            <a:spAutoFit/>
          </a:bodyPr>
          <a:lstStyle>
            <a:lvl1pPr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r>
              <a:rPr lang="en-US" altLang="ko-KR"/>
              <a:t>Segment 2</a:t>
            </a: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66CA3686-2837-D91D-7C7A-600BDBA1E6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8620" y="2565400"/>
            <a:ext cx="1033937" cy="2451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3500" tIns="25400" rIns="63500" bIns="25400">
            <a:spAutoFit/>
          </a:bodyPr>
          <a:lstStyle>
            <a:lvl1pPr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r>
              <a:rPr lang="en-US" altLang="ko-KR"/>
              <a:t>Segment 3</a:t>
            </a:r>
          </a:p>
        </p:txBody>
      </p:sp>
      <p:sp>
        <p:nvSpPr>
          <p:cNvPr id="10" name="Rectangle 7">
            <a:extLst>
              <a:ext uri="{FF2B5EF4-FFF2-40B4-BE49-F238E27FC236}">
                <a16:creationId xmlns:a16="http://schemas.microsoft.com/office/drawing/2014/main" id="{2E71098F-0D3D-B1BF-1EEC-25C4A54761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73707" y="2476500"/>
            <a:ext cx="5102225" cy="2503487"/>
          </a:xfrm>
          <a:prstGeom prst="rect">
            <a:avLst/>
          </a:prstGeom>
          <a:noFill/>
          <a:ln w="25399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endParaRPr lang="en-IN" altLang="en-US"/>
          </a:p>
        </p:txBody>
      </p:sp>
      <p:sp>
        <p:nvSpPr>
          <p:cNvPr id="11" name="Line 8">
            <a:extLst>
              <a:ext uri="{FF2B5EF4-FFF2-40B4-BE49-F238E27FC236}">
                <a16:creationId xmlns:a16="http://schemas.microsoft.com/office/drawing/2014/main" id="{9289A0A1-7793-6A01-158F-DEDF1F71E98A}"/>
              </a:ext>
            </a:extLst>
          </p:cNvPr>
          <p:cNvSpPr>
            <a:spLocks noChangeShapeType="1"/>
          </p:cNvSpPr>
          <p:nvPr/>
        </p:nvSpPr>
        <p:spPr bwMode="auto">
          <a:xfrm>
            <a:off x="5961007" y="3074986"/>
            <a:ext cx="5127625" cy="0"/>
          </a:xfrm>
          <a:prstGeom prst="line">
            <a:avLst/>
          </a:prstGeom>
          <a:noFill/>
          <a:ln w="25399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" name="Line 9">
            <a:extLst>
              <a:ext uri="{FF2B5EF4-FFF2-40B4-BE49-F238E27FC236}">
                <a16:creationId xmlns:a16="http://schemas.microsoft.com/office/drawing/2014/main" id="{CC641BC4-48CD-E298-E2F3-24A9CCE4454E}"/>
              </a:ext>
            </a:extLst>
          </p:cNvPr>
          <p:cNvSpPr>
            <a:spLocks noChangeShapeType="1"/>
          </p:cNvSpPr>
          <p:nvPr/>
        </p:nvSpPr>
        <p:spPr bwMode="auto">
          <a:xfrm>
            <a:off x="6745231" y="2484436"/>
            <a:ext cx="0" cy="2509838"/>
          </a:xfrm>
          <a:prstGeom prst="line">
            <a:avLst/>
          </a:prstGeom>
          <a:noFill/>
          <a:ln w="25399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" name="Line 10">
            <a:extLst>
              <a:ext uri="{FF2B5EF4-FFF2-40B4-BE49-F238E27FC236}">
                <a16:creationId xmlns:a16="http://schemas.microsoft.com/office/drawing/2014/main" id="{A348032F-7246-704D-71AC-A66B9D2C7B9E}"/>
              </a:ext>
            </a:extLst>
          </p:cNvPr>
          <p:cNvSpPr>
            <a:spLocks noChangeShapeType="1"/>
          </p:cNvSpPr>
          <p:nvPr/>
        </p:nvSpPr>
        <p:spPr bwMode="auto">
          <a:xfrm>
            <a:off x="7897756" y="2484436"/>
            <a:ext cx="0" cy="2509838"/>
          </a:xfrm>
          <a:prstGeom prst="line">
            <a:avLst/>
          </a:prstGeom>
          <a:noFill/>
          <a:ln w="25399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" name="Line 11">
            <a:extLst>
              <a:ext uri="{FF2B5EF4-FFF2-40B4-BE49-F238E27FC236}">
                <a16:creationId xmlns:a16="http://schemas.microsoft.com/office/drawing/2014/main" id="{BED38134-E50A-04E8-D06E-B00C1EDD455B}"/>
              </a:ext>
            </a:extLst>
          </p:cNvPr>
          <p:cNvSpPr>
            <a:spLocks noChangeShapeType="1"/>
          </p:cNvSpPr>
          <p:nvPr/>
        </p:nvSpPr>
        <p:spPr bwMode="auto">
          <a:xfrm>
            <a:off x="9505894" y="2484436"/>
            <a:ext cx="0" cy="2509838"/>
          </a:xfrm>
          <a:prstGeom prst="line">
            <a:avLst/>
          </a:prstGeom>
          <a:noFill/>
          <a:ln w="25399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" name="Line 12">
            <a:extLst>
              <a:ext uri="{FF2B5EF4-FFF2-40B4-BE49-F238E27FC236}">
                <a16:creationId xmlns:a16="http://schemas.microsoft.com/office/drawing/2014/main" id="{655896DE-47D7-DEC4-C4A2-CA8332672999}"/>
              </a:ext>
            </a:extLst>
          </p:cNvPr>
          <p:cNvSpPr>
            <a:spLocks noChangeShapeType="1"/>
          </p:cNvSpPr>
          <p:nvPr/>
        </p:nvSpPr>
        <p:spPr bwMode="auto">
          <a:xfrm>
            <a:off x="6745231" y="2838449"/>
            <a:ext cx="4343400" cy="0"/>
          </a:xfrm>
          <a:prstGeom prst="line">
            <a:avLst/>
          </a:prstGeom>
          <a:noFill/>
          <a:ln w="25399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" name="Rectangle 13">
            <a:extLst>
              <a:ext uri="{FF2B5EF4-FFF2-40B4-BE49-F238E27FC236}">
                <a16:creationId xmlns:a16="http://schemas.microsoft.com/office/drawing/2014/main" id="{7AE0E59A-CABD-4A2D-1CE4-8FE0C5FDE0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4420" y="2828925"/>
            <a:ext cx="6323847" cy="23571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5715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 lvl="1">
              <a:lnSpc>
                <a:spcPct val="88000"/>
              </a:lnSpc>
              <a:spcBef>
                <a:spcPct val="9000"/>
              </a:spcBef>
            </a:pPr>
            <a:r>
              <a:rPr lang="en-US" altLang="ko-KR" dirty="0"/>
              <a:t> Number     R1       R2           R3            R4	     R5                     </a:t>
            </a:r>
          </a:p>
          <a:p>
            <a:pPr lvl="1">
              <a:lnSpc>
                <a:spcPct val="88000"/>
              </a:lnSpc>
              <a:spcBef>
                <a:spcPct val="9000"/>
              </a:spcBef>
            </a:pPr>
            <a:r>
              <a:rPr lang="en-US" altLang="ko-KR" dirty="0"/>
              <a:t>      1            A1       B1	    </a:t>
            </a:r>
          </a:p>
          <a:p>
            <a:pPr lvl="1">
              <a:lnSpc>
                <a:spcPct val="88000"/>
              </a:lnSpc>
              <a:spcBef>
                <a:spcPct val="9000"/>
              </a:spcBef>
            </a:pPr>
            <a:r>
              <a:rPr lang="en-US" altLang="ko-KR" dirty="0"/>
              <a:t>	  2            A2       B2         A1 * B1     C1	</a:t>
            </a:r>
          </a:p>
          <a:p>
            <a:pPr lvl="1">
              <a:lnSpc>
                <a:spcPct val="88000"/>
              </a:lnSpc>
              <a:spcBef>
                <a:spcPct val="9000"/>
              </a:spcBef>
            </a:pPr>
            <a:r>
              <a:rPr lang="en-US" altLang="ko-KR" dirty="0"/>
              <a:t>	  3            A3       B3         A2 * B2     C2          A1 * B1 + C1</a:t>
            </a:r>
          </a:p>
          <a:p>
            <a:pPr lvl="1">
              <a:lnSpc>
                <a:spcPct val="88000"/>
              </a:lnSpc>
              <a:spcBef>
                <a:spcPct val="9000"/>
              </a:spcBef>
            </a:pPr>
            <a:r>
              <a:rPr lang="en-US" altLang="ko-KR" dirty="0"/>
              <a:t>	  4            A4       B4         A3 * B3     C3          A2 * B2 + C2</a:t>
            </a:r>
          </a:p>
          <a:p>
            <a:pPr lvl="1">
              <a:lnSpc>
                <a:spcPct val="88000"/>
              </a:lnSpc>
              <a:spcBef>
                <a:spcPct val="9000"/>
              </a:spcBef>
            </a:pPr>
            <a:r>
              <a:rPr lang="en-US" altLang="ko-KR" dirty="0"/>
              <a:t>	  5            A5       B5         A4 * B4     C4          A3 * B3 + C3</a:t>
            </a:r>
          </a:p>
          <a:p>
            <a:pPr lvl="1">
              <a:lnSpc>
                <a:spcPct val="88000"/>
              </a:lnSpc>
              <a:spcBef>
                <a:spcPct val="9000"/>
              </a:spcBef>
            </a:pPr>
            <a:r>
              <a:rPr lang="en-US" altLang="ko-KR" dirty="0"/>
              <a:t>	  6            A6       B6         A5 * B5     C5          A4 * B4 + C4</a:t>
            </a:r>
          </a:p>
          <a:p>
            <a:pPr lvl="1">
              <a:lnSpc>
                <a:spcPct val="88000"/>
              </a:lnSpc>
              <a:spcBef>
                <a:spcPct val="9000"/>
              </a:spcBef>
            </a:pPr>
            <a:r>
              <a:rPr lang="en-US" altLang="ko-KR" dirty="0"/>
              <a:t>	  7            A7       B7         A6 * B6     C6          A5 * B5 + C5</a:t>
            </a:r>
          </a:p>
          <a:p>
            <a:pPr lvl="1">
              <a:lnSpc>
                <a:spcPct val="88000"/>
              </a:lnSpc>
              <a:spcBef>
                <a:spcPct val="9000"/>
              </a:spcBef>
            </a:pPr>
            <a:r>
              <a:rPr lang="en-US" altLang="ko-KR" dirty="0"/>
              <a:t>	  8		          A7 * B7      C7          A6 * B6 + C6</a:t>
            </a:r>
          </a:p>
          <a:p>
            <a:pPr lvl="1">
              <a:lnSpc>
                <a:spcPct val="88000"/>
              </a:lnSpc>
              <a:spcBef>
                <a:spcPct val="9000"/>
              </a:spcBef>
            </a:pPr>
            <a:r>
              <a:rPr lang="en-US" altLang="ko-KR" dirty="0"/>
              <a:t>	  9				            A7 * B7 + C7</a:t>
            </a:r>
          </a:p>
          <a:p>
            <a:pPr latinLnBrk="1"/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202437759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E0A1F304-0556-F5EA-6C54-76A7C68A49E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085975" y="337585"/>
            <a:ext cx="8047038" cy="383695"/>
          </a:xfrm>
          <a:noFill/>
        </p:spPr>
        <p:txBody>
          <a:bodyPr anchor="ctr"/>
          <a:lstStyle/>
          <a:p>
            <a:r>
              <a:rPr lang="en-US" altLang="ko-KR" sz="2400" dirty="0">
                <a:solidFill>
                  <a:schemeClr val="tx1"/>
                </a:solidFill>
              </a:rPr>
              <a:t>OPERATIONS  IN  EACH  PIPELINE  STAGE</a:t>
            </a: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8A53F038-652A-0307-7190-189095E646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325" y="1470026"/>
            <a:ext cx="609600" cy="43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3500" tIns="25400" rIns="63500" bIns="25400">
            <a:spAutoFit/>
          </a:bodyPr>
          <a:lstStyle>
            <a:lvl1pPr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r>
              <a:rPr lang="en-US" altLang="ko-KR"/>
              <a:t>Clock</a:t>
            </a:r>
          </a:p>
          <a:p>
            <a:r>
              <a:rPr lang="en-US" altLang="ko-KR"/>
              <a:t>Pulse</a:t>
            </a:r>
          </a:p>
        </p:txBody>
      </p:sp>
      <p:sp>
        <p:nvSpPr>
          <p:cNvPr id="16388" name="Rectangle 4">
            <a:extLst>
              <a:ext uri="{FF2B5EF4-FFF2-40B4-BE49-F238E27FC236}">
                <a16:creationId xmlns:a16="http://schemas.microsoft.com/office/drawing/2014/main" id="{3BDC2E02-4CF3-A376-1D9E-CE9AFD1C7C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83039" y="1552576"/>
            <a:ext cx="1033937" cy="2451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3500" tIns="25400" rIns="63500" bIns="25400">
            <a:spAutoFit/>
          </a:bodyPr>
          <a:lstStyle>
            <a:lvl1pPr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r>
              <a:rPr lang="en-US" altLang="ko-KR"/>
              <a:t>Segment 1</a:t>
            </a:r>
          </a:p>
        </p:txBody>
      </p:sp>
      <p:sp>
        <p:nvSpPr>
          <p:cNvPr id="16389" name="Rectangle 5">
            <a:extLst>
              <a:ext uri="{FF2B5EF4-FFF2-40B4-BE49-F238E27FC236}">
                <a16:creationId xmlns:a16="http://schemas.microsoft.com/office/drawing/2014/main" id="{C38F7A2F-FEA4-A97C-93B3-19BE6394A7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3375" y="1550989"/>
            <a:ext cx="1023938" cy="242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3500" tIns="25400" rIns="63500" bIns="25400">
            <a:spAutoFit/>
          </a:bodyPr>
          <a:lstStyle>
            <a:lvl1pPr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r>
              <a:rPr lang="en-US" altLang="ko-KR"/>
              <a:t>Segment 2</a:t>
            </a:r>
          </a:p>
        </p:txBody>
      </p:sp>
      <p:sp>
        <p:nvSpPr>
          <p:cNvPr id="16390" name="Rectangle 6">
            <a:extLst>
              <a:ext uri="{FF2B5EF4-FFF2-40B4-BE49-F238E27FC236}">
                <a16:creationId xmlns:a16="http://schemas.microsoft.com/office/drawing/2014/main" id="{3E30CCE6-483C-98EC-9FEF-D3D510931D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91339" y="1550989"/>
            <a:ext cx="1033937" cy="2451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3500" tIns="25400" rIns="63500" bIns="25400">
            <a:spAutoFit/>
          </a:bodyPr>
          <a:lstStyle>
            <a:lvl1pPr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r>
              <a:rPr lang="en-US" altLang="ko-KR"/>
              <a:t>Segment 3</a:t>
            </a:r>
          </a:p>
        </p:txBody>
      </p:sp>
      <p:sp>
        <p:nvSpPr>
          <p:cNvPr id="16391" name="Rectangle 7">
            <a:extLst>
              <a:ext uri="{FF2B5EF4-FFF2-40B4-BE49-F238E27FC236}">
                <a16:creationId xmlns:a16="http://schemas.microsoft.com/office/drawing/2014/main" id="{822077D6-C0DD-CE9A-DFB6-172367AF65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46426" y="1462089"/>
            <a:ext cx="5102225" cy="2503487"/>
          </a:xfrm>
          <a:prstGeom prst="rect">
            <a:avLst/>
          </a:prstGeom>
          <a:noFill/>
          <a:ln w="25399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endParaRPr lang="en-IN" altLang="en-US"/>
          </a:p>
        </p:txBody>
      </p:sp>
      <p:sp>
        <p:nvSpPr>
          <p:cNvPr id="16392" name="Line 8">
            <a:extLst>
              <a:ext uri="{FF2B5EF4-FFF2-40B4-BE49-F238E27FC236}">
                <a16:creationId xmlns:a16="http://schemas.microsoft.com/office/drawing/2014/main" id="{7395718A-2098-1AD9-8A4E-9C81AC06D5BF}"/>
              </a:ext>
            </a:extLst>
          </p:cNvPr>
          <p:cNvSpPr>
            <a:spLocks noChangeShapeType="1"/>
          </p:cNvSpPr>
          <p:nvPr/>
        </p:nvSpPr>
        <p:spPr bwMode="auto">
          <a:xfrm>
            <a:off x="3133726" y="2060575"/>
            <a:ext cx="5127625" cy="0"/>
          </a:xfrm>
          <a:prstGeom prst="line">
            <a:avLst/>
          </a:prstGeom>
          <a:noFill/>
          <a:ln w="25399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393" name="Line 9">
            <a:extLst>
              <a:ext uri="{FF2B5EF4-FFF2-40B4-BE49-F238E27FC236}">
                <a16:creationId xmlns:a16="http://schemas.microsoft.com/office/drawing/2014/main" id="{12FE1E5D-B4F9-413B-367B-8645C8854DE6}"/>
              </a:ext>
            </a:extLst>
          </p:cNvPr>
          <p:cNvSpPr>
            <a:spLocks noChangeShapeType="1"/>
          </p:cNvSpPr>
          <p:nvPr/>
        </p:nvSpPr>
        <p:spPr bwMode="auto">
          <a:xfrm>
            <a:off x="3917950" y="1470025"/>
            <a:ext cx="0" cy="2509838"/>
          </a:xfrm>
          <a:prstGeom prst="line">
            <a:avLst/>
          </a:prstGeom>
          <a:noFill/>
          <a:ln w="25399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394" name="Line 10">
            <a:extLst>
              <a:ext uri="{FF2B5EF4-FFF2-40B4-BE49-F238E27FC236}">
                <a16:creationId xmlns:a16="http://schemas.microsoft.com/office/drawing/2014/main" id="{F1794BB8-9797-AA00-0293-52DFD6A80449}"/>
              </a:ext>
            </a:extLst>
          </p:cNvPr>
          <p:cNvSpPr>
            <a:spLocks noChangeShapeType="1"/>
          </p:cNvSpPr>
          <p:nvPr/>
        </p:nvSpPr>
        <p:spPr bwMode="auto">
          <a:xfrm>
            <a:off x="5070475" y="1470025"/>
            <a:ext cx="0" cy="2509838"/>
          </a:xfrm>
          <a:prstGeom prst="line">
            <a:avLst/>
          </a:prstGeom>
          <a:noFill/>
          <a:ln w="25399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395" name="Line 11">
            <a:extLst>
              <a:ext uri="{FF2B5EF4-FFF2-40B4-BE49-F238E27FC236}">
                <a16:creationId xmlns:a16="http://schemas.microsoft.com/office/drawing/2014/main" id="{6E58DECE-B6C2-CC56-05B1-247E8B246E8D}"/>
              </a:ext>
            </a:extLst>
          </p:cNvPr>
          <p:cNvSpPr>
            <a:spLocks noChangeShapeType="1"/>
          </p:cNvSpPr>
          <p:nvPr/>
        </p:nvSpPr>
        <p:spPr bwMode="auto">
          <a:xfrm>
            <a:off x="6678613" y="1470025"/>
            <a:ext cx="0" cy="2509838"/>
          </a:xfrm>
          <a:prstGeom prst="line">
            <a:avLst/>
          </a:prstGeom>
          <a:noFill/>
          <a:ln w="25399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396" name="Line 12">
            <a:extLst>
              <a:ext uri="{FF2B5EF4-FFF2-40B4-BE49-F238E27FC236}">
                <a16:creationId xmlns:a16="http://schemas.microsoft.com/office/drawing/2014/main" id="{56D3B088-1C66-557F-95F2-B91F44DD6867}"/>
              </a:ext>
            </a:extLst>
          </p:cNvPr>
          <p:cNvSpPr>
            <a:spLocks noChangeShapeType="1"/>
          </p:cNvSpPr>
          <p:nvPr/>
        </p:nvSpPr>
        <p:spPr bwMode="auto">
          <a:xfrm>
            <a:off x="3917950" y="1824038"/>
            <a:ext cx="4343400" cy="0"/>
          </a:xfrm>
          <a:prstGeom prst="line">
            <a:avLst/>
          </a:prstGeom>
          <a:noFill/>
          <a:ln w="25399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397" name="Rectangle 13">
            <a:extLst>
              <a:ext uri="{FF2B5EF4-FFF2-40B4-BE49-F238E27FC236}">
                <a16:creationId xmlns:a16="http://schemas.microsoft.com/office/drawing/2014/main" id="{642C0B15-5CF8-3623-79EB-DC488ACE60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97139" y="1814514"/>
            <a:ext cx="6323847" cy="23571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5715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 lvl="1">
              <a:lnSpc>
                <a:spcPct val="88000"/>
              </a:lnSpc>
              <a:spcBef>
                <a:spcPct val="9000"/>
              </a:spcBef>
            </a:pPr>
            <a:r>
              <a:rPr lang="en-US" altLang="ko-KR" dirty="0"/>
              <a:t> Number     R1       R2           R3            R4	     R5                     </a:t>
            </a:r>
          </a:p>
          <a:p>
            <a:pPr lvl="1">
              <a:lnSpc>
                <a:spcPct val="88000"/>
              </a:lnSpc>
              <a:spcBef>
                <a:spcPct val="9000"/>
              </a:spcBef>
            </a:pPr>
            <a:r>
              <a:rPr lang="en-US" altLang="ko-KR" dirty="0"/>
              <a:t>      1            A1       B1	    </a:t>
            </a:r>
          </a:p>
          <a:p>
            <a:pPr lvl="1">
              <a:lnSpc>
                <a:spcPct val="88000"/>
              </a:lnSpc>
              <a:spcBef>
                <a:spcPct val="9000"/>
              </a:spcBef>
            </a:pPr>
            <a:r>
              <a:rPr lang="en-US" altLang="ko-KR" dirty="0"/>
              <a:t>	  2            A2       B2         A1 * B1     C1	</a:t>
            </a:r>
          </a:p>
          <a:p>
            <a:pPr lvl="1">
              <a:lnSpc>
                <a:spcPct val="88000"/>
              </a:lnSpc>
              <a:spcBef>
                <a:spcPct val="9000"/>
              </a:spcBef>
            </a:pPr>
            <a:r>
              <a:rPr lang="en-US" altLang="ko-KR" dirty="0"/>
              <a:t>	  3            A3       B3         A2 * B2     C2          A1 * B1 + C1</a:t>
            </a:r>
          </a:p>
          <a:p>
            <a:pPr lvl="1">
              <a:lnSpc>
                <a:spcPct val="88000"/>
              </a:lnSpc>
              <a:spcBef>
                <a:spcPct val="9000"/>
              </a:spcBef>
            </a:pPr>
            <a:r>
              <a:rPr lang="en-US" altLang="ko-KR" dirty="0"/>
              <a:t>	  4            A4       B4         A3 * B3     C3          A2 * B2 + C2</a:t>
            </a:r>
          </a:p>
          <a:p>
            <a:pPr lvl="1">
              <a:lnSpc>
                <a:spcPct val="88000"/>
              </a:lnSpc>
              <a:spcBef>
                <a:spcPct val="9000"/>
              </a:spcBef>
            </a:pPr>
            <a:r>
              <a:rPr lang="en-US" altLang="ko-KR" dirty="0"/>
              <a:t>	  5            A5       B5         A4 * B4     C4          A3 * B3 + C3</a:t>
            </a:r>
          </a:p>
          <a:p>
            <a:pPr lvl="1">
              <a:lnSpc>
                <a:spcPct val="88000"/>
              </a:lnSpc>
              <a:spcBef>
                <a:spcPct val="9000"/>
              </a:spcBef>
            </a:pPr>
            <a:r>
              <a:rPr lang="en-US" altLang="ko-KR" dirty="0"/>
              <a:t>	  6            A6       B6         A5 * B5     C5          A4 * B4 + C4</a:t>
            </a:r>
          </a:p>
          <a:p>
            <a:pPr lvl="1">
              <a:lnSpc>
                <a:spcPct val="88000"/>
              </a:lnSpc>
              <a:spcBef>
                <a:spcPct val="9000"/>
              </a:spcBef>
            </a:pPr>
            <a:r>
              <a:rPr lang="en-US" altLang="ko-KR" dirty="0"/>
              <a:t>	  7            A7       B7         A6 * B6     C6          A5 * B5 + C5</a:t>
            </a:r>
          </a:p>
          <a:p>
            <a:pPr lvl="1">
              <a:lnSpc>
                <a:spcPct val="88000"/>
              </a:lnSpc>
              <a:spcBef>
                <a:spcPct val="9000"/>
              </a:spcBef>
            </a:pPr>
            <a:r>
              <a:rPr lang="en-US" altLang="ko-KR" dirty="0"/>
              <a:t>	  8		          A7 * B7      C7          A6 * B6 + C6</a:t>
            </a:r>
          </a:p>
          <a:p>
            <a:pPr lvl="1">
              <a:lnSpc>
                <a:spcPct val="88000"/>
              </a:lnSpc>
              <a:spcBef>
                <a:spcPct val="9000"/>
              </a:spcBef>
            </a:pPr>
            <a:r>
              <a:rPr lang="en-US" altLang="ko-KR" dirty="0"/>
              <a:t>	  9				            A7 * B7 + C7</a:t>
            </a:r>
          </a:p>
          <a:p>
            <a:pPr latinLnBrk="1"/>
            <a:endParaRPr lang="en-US" altLang="ko-KR" dirty="0"/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A22235B5-5D1F-0C03-45A6-C6E398E9C9F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435226" y="317741"/>
            <a:ext cx="7413625" cy="383695"/>
          </a:xfrm>
          <a:noFill/>
        </p:spPr>
        <p:txBody>
          <a:bodyPr anchor="ctr"/>
          <a:lstStyle/>
          <a:p>
            <a:r>
              <a:rPr lang="en-US" altLang="ko-KR" sz="2400">
                <a:solidFill>
                  <a:schemeClr val="tx1"/>
                </a:solidFill>
              </a:rPr>
              <a:t>GENERAL  PIPELINE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2E530B3-678D-9A25-2ED6-C8E39705EB12}"/>
              </a:ext>
            </a:extLst>
          </p:cNvPr>
          <p:cNvGrpSpPr/>
          <p:nvPr/>
        </p:nvGrpSpPr>
        <p:grpSpPr>
          <a:xfrm>
            <a:off x="224773" y="1411613"/>
            <a:ext cx="6291261" cy="4410074"/>
            <a:chOff x="2093914" y="1123951"/>
            <a:chExt cx="6291261" cy="4410074"/>
          </a:xfrm>
        </p:grpSpPr>
        <p:sp>
          <p:nvSpPr>
            <p:cNvPr id="17411" name="Rectangle 3">
              <a:extLst>
                <a:ext uri="{FF2B5EF4-FFF2-40B4-BE49-F238E27FC236}">
                  <a16:creationId xmlns:a16="http://schemas.microsoft.com/office/drawing/2014/main" id="{85D63B17-A38F-E800-50F1-0A16CED878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94025" y="1123951"/>
              <a:ext cx="4699000" cy="284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3500" tIns="25400" rIns="63500" bIns="25400">
              <a:spAutoFit/>
            </a:bodyPr>
            <a:lstStyle>
              <a:lvl1pPr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1pPr>
              <a:lvl2pPr marL="742950" indent="-28575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2pPr>
              <a:lvl3pPr marL="11430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3pPr>
              <a:lvl4pPr marL="16002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4pPr>
              <a:lvl5pPr marL="20574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5pPr>
              <a:lvl6pPr marL="25146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6pPr>
              <a:lvl7pPr marL="29718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7pPr>
              <a:lvl8pPr marL="34290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8pPr>
              <a:lvl9pPr marL="38862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9pPr>
            </a:lstStyle>
            <a:p>
              <a:pPr>
                <a:lnSpc>
                  <a:spcPct val="85000"/>
                </a:lnSpc>
              </a:pPr>
              <a:r>
                <a:rPr lang="en-US" altLang="ko-KR" sz="1800"/>
                <a:t>General Structure of a 4-Segment Pipeline</a:t>
              </a:r>
            </a:p>
          </p:txBody>
        </p:sp>
        <p:sp>
          <p:nvSpPr>
            <p:cNvPr id="17412" name="Rectangle 5" descr="20%">
              <a:extLst>
                <a:ext uri="{FF2B5EF4-FFF2-40B4-BE49-F238E27FC236}">
                  <a16:creationId xmlns:a16="http://schemas.microsoft.com/office/drawing/2014/main" id="{3355C527-EB85-A6E4-2D0D-FD378C4526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43814" y="1957388"/>
              <a:ext cx="257175" cy="773112"/>
            </a:xfrm>
            <a:prstGeom prst="rect">
              <a:avLst/>
            </a:prstGeom>
            <a:blipFill dpi="0" rotWithShape="0">
              <a:blip r:embed="rId3"/>
              <a:srcRect/>
              <a:tile tx="0" ty="0" sx="100000" sy="100000" flip="none" algn="tl"/>
            </a:blipFill>
            <a:ln w="25399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1pPr>
              <a:lvl2pPr marL="742950" indent="-28575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2pPr>
              <a:lvl3pPr marL="1143000" indent="-2286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3pPr>
              <a:lvl4pPr marL="1600200" indent="-2286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4pPr>
              <a:lvl5pPr marL="2057400" indent="-2286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9pPr>
            </a:lstStyle>
            <a:p>
              <a:endParaRPr lang="en-IN" altLang="en-US"/>
            </a:p>
          </p:txBody>
        </p:sp>
        <p:sp>
          <p:nvSpPr>
            <p:cNvPr id="17413" name="Rectangle 6" descr="20%">
              <a:extLst>
                <a:ext uri="{FF2B5EF4-FFF2-40B4-BE49-F238E27FC236}">
                  <a16:creationId xmlns:a16="http://schemas.microsoft.com/office/drawing/2014/main" id="{28C0F8A2-824B-ACBF-D0F7-D517CBBA24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26189" y="1957388"/>
              <a:ext cx="257175" cy="773112"/>
            </a:xfrm>
            <a:prstGeom prst="rect">
              <a:avLst/>
            </a:prstGeom>
            <a:blipFill dpi="0" rotWithShape="0">
              <a:blip r:embed="rId3"/>
              <a:srcRect/>
              <a:tile tx="0" ty="0" sx="100000" sy="100000" flip="none" algn="tl"/>
            </a:blipFill>
            <a:ln w="25399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1pPr>
              <a:lvl2pPr marL="742950" indent="-28575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2pPr>
              <a:lvl3pPr marL="1143000" indent="-2286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3pPr>
              <a:lvl4pPr marL="1600200" indent="-2286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4pPr>
              <a:lvl5pPr marL="2057400" indent="-2286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9pPr>
            </a:lstStyle>
            <a:p>
              <a:endParaRPr lang="en-IN" altLang="en-US"/>
            </a:p>
          </p:txBody>
        </p:sp>
        <p:sp>
          <p:nvSpPr>
            <p:cNvPr id="17414" name="Rectangle 7" descr="20%">
              <a:extLst>
                <a:ext uri="{FF2B5EF4-FFF2-40B4-BE49-F238E27FC236}">
                  <a16:creationId xmlns:a16="http://schemas.microsoft.com/office/drawing/2014/main" id="{D6B88C41-85B5-21F5-D85A-57C74EB73F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08564" y="1957388"/>
              <a:ext cx="255587" cy="773112"/>
            </a:xfrm>
            <a:prstGeom prst="rect">
              <a:avLst/>
            </a:prstGeom>
            <a:blipFill dpi="0" rotWithShape="0">
              <a:blip r:embed="rId3"/>
              <a:srcRect/>
              <a:tile tx="0" ty="0" sx="100000" sy="100000" flip="none" algn="tl"/>
            </a:blipFill>
            <a:ln w="25399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1pPr>
              <a:lvl2pPr marL="742950" indent="-28575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2pPr>
              <a:lvl3pPr marL="1143000" indent="-2286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3pPr>
              <a:lvl4pPr marL="1600200" indent="-2286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4pPr>
              <a:lvl5pPr marL="2057400" indent="-2286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9pPr>
            </a:lstStyle>
            <a:p>
              <a:endParaRPr lang="en-IN" altLang="en-US"/>
            </a:p>
          </p:txBody>
        </p:sp>
        <p:sp>
          <p:nvSpPr>
            <p:cNvPr id="17415" name="Rectangle 8" descr="20%">
              <a:extLst>
                <a:ext uri="{FF2B5EF4-FFF2-40B4-BE49-F238E27FC236}">
                  <a16:creationId xmlns:a16="http://schemas.microsoft.com/office/drawing/2014/main" id="{AA8B3488-9706-7312-8A77-8E67B32795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3639" y="1957388"/>
              <a:ext cx="242887" cy="773112"/>
            </a:xfrm>
            <a:prstGeom prst="rect">
              <a:avLst/>
            </a:prstGeom>
            <a:blipFill dpi="0" rotWithShape="0">
              <a:blip r:embed="rId3"/>
              <a:srcRect/>
              <a:tile tx="0" ty="0" sx="100000" sy="100000" flip="none" algn="tl"/>
            </a:blipFill>
            <a:ln w="25399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1pPr>
              <a:lvl2pPr marL="742950" indent="-28575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2pPr>
              <a:lvl3pPr marL="1143000" indent="-2286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3pPr>
              <a:lvl4pPr marL="1600200" indent="-2286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4pPr>
              <a:lvl5pPr marL="2057400" indent="-2286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9pPr>
            </a:lstStyle>
            <a:p>
              <a:endParaRPr lang="en-IN" altLang="en-US"/>
            </a:p>
          </p:txBody>
        </p:sp>
        <p:sp>
          <p:nvSpPr>
            <p:cNvPr id="17416" name="Rectangle 9">
              <a:extLst>
                <a:ext uri="{FF2B5EF4-FFF2-40B4-BE49-F238E27FC236}">
                  <a16:creationId xmlns:a16="http://schemas.microsoft.com/office/drawing/2014/main" id="{8654D034-2D56-C75E-2889-D7E7DF0508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90850" y="2235201"/>
              <a:ext cx="285750" cy="257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1pPr>
              <a:lvl2pPr marL="742950" indent="-28575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2pPr>
              <a:lvl3pPr marL="11430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3pPr>
              <a:lvl4pPr marL="16002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4pPr>
              <a:lvl5pPr marL="20574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5pPr>
              <a:lvl6pPr marL="25146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6pPr>
              <a:lvl7pPr marL="29718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7pPr>
              <a:lvl8pPr marL="34290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8pPr>
              <a:lvl9pPr marL="38862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9pPr>
            </a:lstStyle>
            <a:p>
              <a:r>
                <a:rPr lang="en-US" altLang="ko-KR" sz="1200">
                  <a:solidFill>
                    <a:srgbClr val="000000"/>
                  </a:solidFill>
                </a:rPr>
                <a:t>S</a:t>
              </a:r>
            </a:p>
          </p:txBody>
        </p:sp>
        <p:sp>
          <p:nvSpPr>
            <p:cNvPr id="17417" name="Rectangle 10">
              <a:extLst>
                <a:ext uri="{FF2B5EF4-FFF2-40B4-BE49-F238E27FC236}">
                  <a16:creationId xmlns:a16="http://schemas.microsoft.com/office/drawing/2014/main" id="{18003919-693B-F7D6-ECA6-534693A1D2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33700" y="1957388"/>
              <a:ext cx="465138" cy="773112"/>
            </a:xfrm>
            <a:prstGeom prst="rect">
              <a:avLst/>
            </a:prstGeom>
            <a:noFill/>
            <a:ln w="25399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1pPr>
              <a:lvl2pPr marL="742950" indent="-28575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2pPr>
              <a:lvl3pPr marL="1143000" indent="-2286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3pPr>
              <a:lvl4pPr marL="1600200" indent="-2286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4pPr>
              <a:lvl5pPr marL="2057400" indent="-2286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9pPr>
            </a:lstStyle>
            <a:p>
              <a:endParaRPr lang="en-IN" altLang="en-US"/>
            </a:p>
          </p:txBody>
        </p:sp>
        <p:sp>
          <p:nvSpPr>
            <p:cNvPr id="17418" name="Rectangle 11">
              <a:extLst>
                <a:ext uri="{FF2B5EF4-FFF2-40B4-BE49-F238E27FC236}">
                  <a16:creationId xmlns:a16="http://schemas.microsoft.com/office/drawing/2014/main" id="{71D7F309-0900-C4F9-8A8A-D2B2C0B585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51250" y="2235201"/>
              <a:ext cx="293688" cy="257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1pPr>
              <a:lvl2pPr marL="742950" indent="-28575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2pPr>
              <a:lvl3pPr marL="11430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3pPr>
              <a:lvl4pPr marL="16002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4pPr>
              <a:lvl5pPr marL="20574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5pPr>
              <a:lvl6pPr marL="25146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6pPr>
              <a:lvl7pPr marL="29718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7pPr>
              <a:lvl8pPr marL="34290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8pPr>
              <a:lvl9pPr marL="38862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9pPr>
            </a:lstStyle>
            <a:p>
              <a:r>
                <a:rPr lang="en-US" altLang="ko-KR" sz="1200">
                  <a:solidFill>
                    <a:srgbClr val="000000"/>
                  </a:solidFill>
                </a:rPr>
                <a:t>R</a:t>
              </a:r>
            </a:p>
          </p:txBody>
        </p:sp>
        <p:sp>
          <p:nvSpPr>
            <p:cNvPr id="17419" name="Line 13">
              <a:extLst>
                <a:ext uri="{FF2B5EF4-FFF2-40B4-BE49-F238E27FC236}">
                  <a16:creationId xmlns:a16="http://schemas.microsoft.com/office/drawing/2014/main" id="{0F46E9A0-2CCE-9641-6E61-6D15112AC69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09950" y="2344739"/>
              <a:ext cx="287338" cy="317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20" name="Line 14">
              <a:extLst>
                <a:ext uri="{FF2B5EF4-FFF2-40B4-BE49-F238E27FC236}">
                  <a16:creationId xmlns:a16="http://schemas.microsoft.com/office/drawing/2014/main" id="{DBDE2660-D100-5DF4-FD45-5CC0B4118C1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51264" y="1947864"/>
              <a:ext cx="85725" cy="58737"/>
            </a:xfrm>
            <a:prstGeom prst="line">
              <a:avLst/>
            </a:prstGeom>
            <a:noFill/>
            <a:ln w="25399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21" name="Line 15">
              <a:extLst>
                <a:ext uri="{FF2B5EF4-FFF2-40B4-BE49-F238E27FC236}">
                  <a16:creationId xmlns:a16="http://schemas.microsoft.com/office/drawing/2014/main" id="{C6E45D95-6540-9751-AED7-3C1D4B617C1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24289" y="1947864"/>
              <a:ext cx="85725" cy="58737"/>
            </a:xfrm>
            <a:prstGeom prst="line">
              <a:avLst/>
            </a:prstGeom>
            <a:noFill/>
            <a:ln w="25399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22" name="Line 17">
              <a:extLst>
                <a:ext uri="{FF2B5EF4-FFF2-40B4-BE49-F238E27FC236}">
                  <a16:creationId xmlns:a16="http://schemas.microsoft.com/office/drawing/2014/main" id="{E12F26F0-21F9-64ED-09B1-48103C823D9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52714" y="2339976"/>
              <a:ext cx="263525" cy="4763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23" name="Rectangle 18">
              <a:extLst>
                <a:ext uri="{FF2B5EF4-FFF2-40B4-BE49-F238E27FC236}">
                  <a16:creationId xmlns:a16="http://schemas.microsoft.com/office/drawing/2014/main" id="{9B28C220-E811-39F9-538C-F66BF282D6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01975" y="2274889"/>
              <a:ext cx="268288" cy="257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1pPr>
              <a:lvl2pPr marL="742950" indent="-28575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2pPr>
              <a:lvl3pPr marL="11430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3pPr>
              <a:lvl4pPr marL="16002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4pPr>
              <a:lvl5pPr marL="20574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5pPr>
              <a:lvl6pPr marL="25146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6pPr>
              <a:lvl7pPr marL="29718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7pPr>
              <a:lvl8pPr marL="34290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8pPr>
              <a:lvl9pPr marL="38862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9pPr>
            </a:lstStyle>
            <a:p>
              <a:r>
                <a:rPr lang="en-US" altLang="ko-KR" sz="1200">
                  <a:solidFill>
                    <a:srgbClr val="000000"/>
                  </a:solidFill>
                </a:rPr>
                <a:t>1</a:t>
              </a:r>
            </a:p>
          </p:txBody>
        </p:sp>
        <p:sp>
          <p:nvSpPr>
            <p:cNvPr id="17424" name="Rectangle 19">
              <a:extLst>
                <a:ext uri="{FF2B5EF4-FFF2-40B4-BE49-F238E27FC236}">
                  <a16:creationId xmlns:a16="http://schemas.microsoft.com/office/drawing/2014/main" id="{D45BC52A-DEA5-93EB-EB93-70B1F02862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60788" y="2274889"/>
              <a:ext cx="270908" cy="259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1pPr>
              <a:lvl2pPr marL="742950" indent="-28575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2pPr>
              <a:lvl3pPr marL="11430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3pPr>
              <a:lvl4pPr marL="16002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4pPr>
              <a:lvl5pPr marL="20574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5pPr>
              <a:lvl6pPr marL="25146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6pPr>
              <a:lvl7pPr marL="29718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7pPr>
              <a:lvl8pPr marL="34290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8pPr>
              <a:lvl9pPr marL="38862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9pPr>
            </a:lstStyle>
            <a:p>
              <a:r>
                <a:rPr lang="en-US" altLang="ko-KR" sz="1200">
                  <a:solidFill>
                    <a:srgbClr val="000000"/>
                  </a:solidFill>
                </a:rPr>
                <a:t>1</a:t>
              </a:r>
            </a:p>
          </p:txBody>
        </p:sp>
        <p:sp>
          <p:nvSpPr>
            <p:cNvPr id="17425" name="Rectangle 20">
              <a:extLst>
                <a:ext uri="{FF2B5EF4-FFF2-40B4-BE49-F238E27FC236}">
                  <a16:creationId xmlns:a16="http://schemas.microsoft.com/office/drawing/2014/main" id="{7FA8BBC1-B4D6-8255-78BD-C82345AF37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0063" y="2235201"/>
              <a:ext cx="285750" cy="257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1pPr>
              <a:lvl2pPr marL="742950" indent="-28575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2pPr>
              <a:lvl3pPr marL="11430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3pPr>
              <a:lvl4pPr marL="16002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4pPr>
              <a:lvl5pPr marL="20574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5pPr>
              <a:lvl6pPr marL="25146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6pPr>
              <a:lvl7pPr marL="29718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7pPr>
              <a:lvl8pPr marL="34290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8pPr>
              <a:lvl9pPr marL="38862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9pPr>
            </a:lstStyle>
            <a:p>
              <a:r>
                <a:rPr lang="en-US" altLang="ko-KR" sz="1200">
                  <a:solidFill>
                    <a:srgbClr val="000000"/>
                  </a:solidFill>
                </a:rPr>
                <a:t>S</a:t>
              </a:r>
            </a:p>
          </p:txBody>
        </p:sp>
        <p:sp>
          <p:nvSpPr>
            <p:cNvPr id="17426" name="Rectangle 21">
              <a:extLst>
                <a:ext uri="{FF2B5EF4-FFF2-40B4-BE49-F238E27FC236}">
                  <a16:creationId xmlns:a16="http://schemas.microsoft.com/office/drawing/2014/main" id="{6A600362-340A-15A3-ED97-AE30037E85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51325" y="1957388"/>
              <a:ext cx="465138" cy="773112"/>
            </a:xfrm>
            <a:prstGeom prst="rect">
              <a:avLst/>
            </a:prstGeom>
            <a:noFill/>
            <a:ln w="25399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1pPr>
              <a:lvl2pPr marL="742950" indent="-28575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2pPr>
              <a:lvl3pPr marL="1143000" indent="-2286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3pPr>
              <a:lvl4pPr marL="1600200" indent="-2286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4pPr>
              <a:lvl5pPr marL="2057400" indent="-2286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9pPr>
            </a:lstStyle>
            <a:p>
              <a:endParaRPr lang="en-IN" altLang="en-US"/>
            </a:p>
          </p:txBody>
        </p:sp>
        <p:sp>
          <p:nvSpPr>
            <p:cNvPr id="17427" name="Rectangle 22">
              <a:extLst>
                <a:ext uri="{FF2B5EF4-FFF2-40B4-BE49-F238E27FC236}">
                  <a16:creationId xmlns:a16="http://schemas.microsoft.com/office/drawing/2014/main" id="{43650751-D75B-A414-A20E-5394041425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70463" y="2235201"/>
              <a:ext cx="296556" cy="259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1pPr>
              <a:lvl2pPr marL="742950" indent="-28575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2pPr>
              <a:lvl3pPr marL="11430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3pPr>
              <a:lvl4pPr marL="16002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4pPr>
              <a:lvl5pPr marL="20574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5pPr>
              <a:lvl6pPr marL="25146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6pPr>
              <a:lvl7pPr marL="29718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7pPr>
              <a:lvl8pPr marL="34290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8pPr>
              <a:lvl9pPr marL="38862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9pPr>
            </a:lstStyle>
            <a:p>
              <a:r>
                <a:rPr lang="en-US" altLang="ko-KR" sz="1200">
                  <a:solidFill>
                    <a:srgbClr val="000000"/>
                  </a:solidFill>
                </a:rPr>
                <a:t>R</a:t>
              </a:r>
            </a:p>
          </p:txBody>
        </p:sp>
        <p:sp>
          <p:nvSpPr>
            <p:cNvPr id="17428" name="Line 24">
              <a:extLst>
                <a:ext uri="{FF2B5EF4-FFF2-40B4-BE49-F238E27FC236}">
                  <a16:creationId xmlns:a16="http://schemas.microsoft.com/office/drawing/2014/main" id="{683DCB9C-2F95-61F8-93FC-B960D02EBC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27576" y="2344738"/>
              <a:ext cx="276225" cy="635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29" name="Line 25">
              <a:extLst>
                <a:ext uri="{FF2B5EF4-FFF2-40B4-BE49-F238E27FC236}">
                  <a16:creationId xmlns:a16="http://schemas.microsoft.com/office/drawing/2014/main" id="{2F91651D-608B-05AE-8C8E-FE129220EEC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68888" y="1947864"/>
              <a:ext cx="87312" cy="58737"/>
            </a:xfrm>
            <a:prstGeom prst="line">
              <a:avLst/>
            </a:prstGeom>
            <a:noFill/>
            <a:ln w="25399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30" name="Line 26">
              <a:extLst>
                <a:ext uri="{FF2B5EF4-FFF2-40B4-BE49-F238E27FC236}">
                  <a16:creationId xmlns:a16="http://schemas.microsoft.com/office/drawing/2014/main" id="{BB17EABC-BB9F-79F4-D5EC-6026F91093B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143501" y="1947864"/>
              <a:ext cx="73025" cy="58737"/>
            </a:xfrm>
            <a:prstGeom prst="line">
              <a:avLst/>
            </a:prstGeom>
            <a:noFill/>
            <a:ln w="25399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31" name="Line 28">
              <a:extLst>
                <a:ext uri="{FF2B5EF4-FFF2-40B4-BE49-F238E27FC236}">
                  <a16:creationId xmlns:a16="http://schemas.microsoft.com/office/drawing/2014/main" id="{A20F282F-7B35-9618-4B4F-997E40C1E1A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59226" y="2339976"/>
              <a:ext cx="296863" cy="4763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32" name="Rectangle 29">
              <a:extLst>
                <a:ext uri="{FF2B5EF4-FFF2-40B4-BE49-F238E27FC236}">
                  <a16:creationId xmlns:a16="http://schemas.microsoft.com/office/drawing/2014/main" id="{93AF34E8-EA60-1C8A-6A75-CCA63B54A0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6900" y="2274889"/>
              <a:ext cx="268288" cy="257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1pPr>
              <a:lvl2pPr marL="742950" indent="-28575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2pPr>
              <a:lvl3pPr marL="11430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3pPr>
              <a:lvl4pPr marL="16002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4pPr>
              <a:lvl5pPr marL="20574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5pPr>
              <a:lvl6pPr marL="25146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6pPr>
              <a:lvl7pPr marL="29718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7pPr>
              <a:lvl8pPr marL="34290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8pPr>
              <a:lvl9pPr marL="38862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9pPr>
            </a:lstStyle>
            <a:p>
              <a:r>
                <a:rPr lang="en-US" altLang="ko-KR" sz="1200">
                  <a:solidFill>
                    <a:srgbClr val="000000"/>
                  </a:solidFill>
                </a:rPr>
                <a:t>2</a:t>
              </a:r>
            </a:p>
          </p:txBody>
        </p:sp>
        <p:sp>
          <p:nvSpPr>
            <p:cNvPr id="17433" name="Rectangle 30">
              <a:extLst>
                <a:ext uri="{FF2B5EF4-FFF2-40B4-BE49-F238E27FC236}">
                  <a16:creationId xmlns:a16="http://schemas.microsoft.com/office/drawing/2014/main" id="{9157FFD5-26CC-C229-7464-33D000971E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80000" y="2274889"/>
              <a:ext cx="268288" cy="257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1pPr>
              <a:lvl2pPr marL="742950" indent="-28575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2pPr>
              <a:lvl3pPr marL="11430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3pPr>
              <a:lvl4pPr marL="16002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4pPr>
              <a:lvl5pPr marL="20574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5pPr>
              <a:lvl6pPr marL="25146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6pPr>
              <a:lvl7pPr marL="29718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7pPr>
              <a:lvl8pPr marL="34290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8pPr>
              <a:lvl9pPr marL="38862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9pPr>
            </a:lstStyle>
            <a:p>
              <a:r>
                <a:rPr lang="en-US" altLang="ko-KR" sz="1200">
                  <a:solidFill>
                    <a:srgbClr val="000000"/>
                  </a:solidFill>
                </a:rPr>
                <a:t>2</a:t>
              </a:r>
            </a:p>
          </p:txBody>
        </p:sp>
        <p:sp>
          <p:nvSpPr>
            <p:cNvPr id="17434" name="Rectangle 31">
              <a:extLst>
                <a:ext uri="{FF2B5EF4-FFF2-40B4-BE49-F238E27FC236}">
                  <a16:creationId xmlns:a16="http://schemas.microsoft.com/office/drawing/2014/main" id="{21CCA9D8-05B3-5B01-74E5-8D463F153B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16575" y="2235201"/>
              <a:ext cx="285750" cy="257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1pPr>
              <a:lvl2pPr marL="742950" indent="-28575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2pPr>
              <a:lvl3pPr marL="11430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3pPr>
              <a:lvl4pPr marL="16002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4pPr>
              <a:lvl5pPr marL="20574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5pPr>
              <a:lvl6pPr marL="25146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6pPr>
              <a:lvl7pPr marL="29718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7pPr>
              <a:lvl8pPr marL="34290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8pPr>
              <a:lvl9pPr marL="38862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9pPr>
            </a:lstStyle>
            <a:p>
              <a:r>
                <a:rPr lang="en-US" altLang="ko-KR" sz="1200">
                  <a:solidFill>
                    <a:srgbClr val="000000"/>
                  </a:solidFill>
                </a:rPr>
                <a:t>S</a:t>
              </a:r>
            </a:p>
          </p:txBody>
        </p:sp>
        <p:sp>
          <p:nvSpPr>
            <p:cNvPr id="17435" name="Rectangle 32">
              <a:extLst>
                <a:ext uri="{FF2B5EF4-FFF2-40B4-BE49-F238E27FC236}">
                  <a16:creationId xmlns:a16="http://schemas.microsoft.com/office/drawing/2014/main" id="{4C7CA47C-04B8-0A5A-6BBD-AA843AB083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68950" y="1957388"/>
              <a:ext cx="452438" cy="773112"/>
            </a:xfrm>
            <a:prstGeom prst="rect">
              <a:avLst/>
            </a:prstGeom>
            <a:noFill/>
            <a:ln w="25399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1pPr>
              <a:lvl2pPr marL="742950" indent="-28575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2pPr>
              <a:lvl3pPr marL="1143000" indent="-2286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3pPr>
              <a:lvl4pPr marL="1600200" indent="-2286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4pPr>
              <a:lvl5pPr marL="2057400" indent="-2286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9pPr>
            </a:lstStyle>
            <a:p>
              <a:endParaRPr lang="en-IN" altLang="en-US"/>
            </a:p>
          </p:txBody>
        </p:sp>
        <p:sp>
          <p:nvSpPr>
            <p:cNvPr id="17436" name="Rectangle 33">
              <a:extLst>
                <a:ext uri="{FF2B5EF4-FFF2-40B4-BE49-F238E27FC236}">
                  <a16:creationId xmlns:a16="http://schemas.microsoft.com/office/drawing/2014/main" id="{AB1E4E8E-D2D1-8862-8AA4-91BD1F2DAA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75388" y="2235201"/>
              <a:ext cx="296556" cy="259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1pPr>
              <a:lvl2pPr marL="742950" indent="-28575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2pPr>
              <a:lvl3pPr marL="11430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3pPr>
              <a:lvl4pPr marL="16002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4pPr>
              <a:lvl5pPr marL="20574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5pPr>
              <a:lvl6pPr marL="25146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6pPr>
              <a:lvl7pPr marL="29718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7pPr>
              <a:lvl8pPr marL="34290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8pPr>
              <a:lvl9pPr marL="38862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9pPr>
            </a:lstStyle>
            <a:p>
              <a:r>
                <a:rPr lang="en-US" altLang="ko-KR" sz="1200">
                  <a:solidFill>
                    <a:srgbClr val="000000"/>
                  </a:solidFill>
                </a:rPr>
                <a:t>R</a:t>
              </a:r>
            </a:p>
          </p:txBody>
        </p:sp>
        <p:sp>
          <p:nvSpPr>
            <p:cNvPr id="17437" name="Line 35">
              <a:extLst>
                <a:ext uri="{FF2B5EF4-FFF2-40B4-BE49-F238E27FC236}">
                  <a16:creationId xmlns:a16="http://schemas.microsoft.com/office/drawing/2014/main" id="{D9F3D1F8-0FB8-BE8D-0233-E461B10827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34088" y="2344738"/>
              <a:ext cx="284162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38" name="Line 36">
              <a:extLst>
                <a:ext uri="{FF2B5EF4-FFF2-40B4-BE49-F238E27FC236}">
                  <a16:creationId xmlns:a16="http://schemas.microsoft.com/office/drawing/2014/main" id="{FF6AE1FE-B71B-60B2-35BA-6F727BC32A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88101" y="1947864"/>
              <a:ext cx="73025" cy="58737"/>
            </a:xfrm>
            <a:prstGeom prst="line">
              <a:avLst/>
            </a:prstGeom>
            <a:noFill/>
            <a:ln w="25399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39" name="Line 37">
              <a:extLst>
                <a:ext uri="{FF2B5EF4-FFF2-40B4-BE49-F238E27FC236}">
                  <a16:creationId xmlns:a16="http://schemas.microsoft.com/office/drawing/2014/main" id="{FAD2DE67-D284-E22A-6369-846D61DF944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448426" y="1947864"/>
              <a:ext cx="85725" cy="58737"/>
            </a:xfrm>
            <a:prstGeom prst="line">
              <a:avLst/>
            </a:prstGeom>
            <a:noFill/>
            <a:ln w="25399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40" name="Line 39">
              <a:extLst>
                <a:ext uri="{FF2B5EF4-FFF2-40B4-BE49-F238E27FC236}">
                  <a16:creationId xmlns:a16="http://schemas.microsoft.com/office/drawing/2014/main" id="{6DE901A4-FB2B-DC74-1A68-D591A39750A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78439" y="2344738"/>
              <a:ext cx="28257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41" name="Rectangle 40">
              <a:extLst>
                <a:ext uri="{FF2B5EF4-FFF2-40B4-BE49-F238E27FC236}">
                  <a16:creationId xmlns:a16="http://schemas.microsoft.com/office/drawing/2014/main" id="{320FD639-4E90-BE6A-663E-4E7567FDDE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26113" y="2274889"/>
              <a:ext cx="270908" cy="259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1pPr>
              <a:lvl2pPr marL="742950" indent="-28575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2pPr>
              <a:lvl3pPr marL="11430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3pPr>
              <a:lvl4pPr marL="16002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4pPr>
              <a:lvl5pPr marL="20574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5pPr>
              <a:lvl6pPr marL="25146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6pPr>
              <a:lvl7pPr marL="29718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7pPr>
              <a:lvl8pPr marL="34290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8pPr>
              <a:lvl9pPr marL="38862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9pPr>
            </a:lstStyle>
            <a:p>
              <a:r>
                <a:rPr lang="en-US" altLang="ko-KR" sz="1200">
                  <a:solidFill>
                    <a:srgbClr val="000000"/>
                  </a:solidFill>
                </a:rPr>
                <a:t>3</a:t>
              </a:r>
            </a:p>
          </p:txBody>
        </p:sp>
        <p:sp>
          <p:nvSpPr>
            <p:cNvPr id="17442" name="Rectangle 41">
              <a:extLst>
                <a:ext uri="{FF2B5EF4-FFF2-40B4-BE49-F238E27FC236}">
                  <a16:creationId xmlns:a16="http://schemas.microsoft.com/office/drawing/2014/main" id="{F673C63A-D819-8547-5E82-3EA452D306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83338" y="2274889"/>
              <a:ext cx="270908" cy="259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1pPr>
              <a:lvl2pPr marL="742950" indent="-28575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2pPr>
              <a:lvl3pPr marL="11430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3pPr>
              <a:lvl4pPr marL="16002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4pPr>
              <a:lvl5pPr marL="20574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5pPr>
              <a:lvl6pPr marL="25146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6pPr>
              <a:lvl7pPr marL="29718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7pPr>
              <a:lvl8pPr marL="34290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8pPr>
              <a:lvl9pPr marL="38862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9pPr>
            </a:lstStyle>
            <a:p>
              <a:r>
                <a:rPr lang="en-US" altLang="ko-KR" sz="1200">
                  <a:solidFill>
                    <a:srgbClr val="000000"/>
                  </a:solidFill>
                </a:rPr>
                <a:t>3</a:t>
              </a:r>
            </a:p>
          </p:txBody>
        </p:sp>
        <p:sp>
          <p:nvSpPr>
            <p:cNvPr id="17443" name="Rectangle 42">
              <a:extLst>
                <a:ext uri="{FF2B5EF4-FFF2-40B4-BE49-F238E27FC236}">
                  <a16:creationId xmlns:a16="http://schemas.microsoft.com/office/drawing/2014/main" id="{381FCC39-355C-9ABC-544B-4801CD7ABC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34200" y="2235201"/>
              <a:ext cx="285750" cy="257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1pPr>
              <a:lvl2pPr marL="742950" indent="-28575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2pPr>
              <a:lvl3pPr marL="11430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3pPr>
              <a:lvl4pPr marL="16002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4pPr>
              <a:lvl5pPr marL="20574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5pPr>
              <a:lvl6pPr marL="25146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6pPr>
              <a:lvl7pPr marL="29718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7pPr>
              <a:lvl8pPr marL="34290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8pPr>
              <a:lvl9pPr marL="38862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9pPr>
            </a:lstStyle>
            <a:p>
              <a:r>
                <a:rPr lang="en-US" altLang="ko-KR" sz="1200">
                  <a:solidFill>
                    <a:srgbClr val="000000"/>
                  </a:solidFill>
                </a:rPr>
                <a:t>S</a:t>
              </a:r>
            </a:p>
          </p:txBody>
        </p:sp>
        <p:sp>
          <p:nvSpPr>
            <p:cNvPr id="17444" name="Rectangle 43">
              <a:extLst>
                <a:ext uri="{FF2B5EF4-FFF2-40B4-BE49-F238E27FC236}">
                  <a16:creationId xmlns:a16="http://schemas.microsoft.com/office/drawing/2014/main" id="{262CAD0D-DFF4-B159-317D-A8CD9EE7C0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88164" y="1957388"/>
              <a:ext cx="452437" cy="773112"/>
            </a:xfrm>
            <a:prstGeom prst="rect">
              <a:avLst/>
            </a:prstGeom>
            <a:noFill/>
            <a:ln w="25399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1pPr>
              <a:lvl2pPr marL="742950" indent="-28575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2pPr>
              <a:lvl3pPr marL="1143000" indent="-2286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3pPr>
              <a:lvl4pPr marL="1600200" indent="-2286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4pPr>
              <a:lvl5pPr marL="2057400" indent="-2286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9pPr>
            </a:lstStyle>
            <a:p>
              <a:endParaRPr lang="en-IN" altLang="en-US"/>
            </a:p>
          </p:txBody>
        </p:sp>
        <p:sp>
          <p:nvSpPr>
            <p:cNvPr id="17445" name="Rectangle 44">
              <a:extLst>
                <a:ext uri="{FF2B5EF4-FFF2-40B4-BE49-F238E27FC236}">
                  <a16:creationId xmlns:a16="http://schemas.microsoft.com/office/drawing/2014/main" id="{54BA110D-024A-C10A-129E-CA12332B51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93013" y="2235201"/>
              <a:ext cx="296556" cy="259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1pPr>
              <a:lvl2pPr marL="742950" indent="-28575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2pPr>
              <a:lvl3pPr marL="11430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3pPr>
              <a:lvl4pPr marL="16002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4pPr>
              <a:lvl5pPr marL="20574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5pPr>
              <a:lvl6pPr marL="25146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6pPr>
              <a:lvl7pPr marL="29718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7pPr>
              <a:lvl8pPr marL="34290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8pPr>
              <a:lvl9pPr marL="38862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9pPr>
            </a:lstStyle>
            <a:p>
              <a:r>
                <a:rPr lang="en-US" altLang="ko-KR" sz="1200">
                  <a:solidFill>
                    <a:srgbClr val="000000"/>
                  </a:solidFill>
                </a:rPr>
                <a:t>R</a:t>
              </a:r>
            </a:p>
          </p:txBody>
        </p:sp>
        <p:sp>
          <p:nvSpPr>
            <p:cNvPr id="17446" name="Line 46">
              <a:extLst>
                <a:ext uri="{FF2B5EF4-FFF2-40B4-BE49-F238E27FC236}">
                  <a16:creationId xmlns:a16="http://schemas.microsoft.com/office/drawing/2014/main" id="{D2B15857-E5E6-D1FB-F8CA-29E9C832C8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51713" y="2344738"/>
              <a:ext cx="29210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47" name="Line 47">
              <a:extLst>
                <a:ext uri="{FF2B5EF4-FFF2-40B4-BE49-F238E27FC236}">
                  <a16:creationId xmlns:a16="http://schemas.microsoft.com/office/drawing/2014/main" id="{65838F21-F0E6-4F5E-6029-27E74B556F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05726" y="1947864"/>
              <a:ext cx="73025" cy="58737"/>
            </a:xfrm>
            <a:prstGeom prst="line">
              <a:avLst/>
            </a:prstGeom>
            <a:noFill/>
            <a:ln w="25399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48" name="Line 48">
              <a:extLst>
                <a:ext uri="{FF2B5EF4-FFF2-40B4-BE49-F238E27FC236}">
                  <a16:creationId xmlns:a16="http://schemas.microsoft.com/office/drawing/2014/main" id="{C59EC2B9-1A63-67F1-DF4E-95A7AFCC1BE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766051" y="1947864"/>
              <a:ext cx="87313" cy="58737"/>
            </a:xfrm>
            <a:prstGeom prst="line">
              <a:avLst/>
            </a:prstGeom>
            <a:noFill/>
            <a:ln w="25399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49" name="Line 50">
              <a:extLst>
                <a:ext uri="{FF2B5EF4-FFF2-40B4-BE49-F238E27FC236}">
                  <a16:creationId xmlns:a16="http://schemas.microsoft.com/office/drawing/2014/main" id="{8ED0AD3A-0B39-19C3-AD73-1942DC1B3EE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596063" y="2344739"/>
              <a:ext cx="273050" cy="317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50" name="Rectangle 51">
              <a:extLst>
                <a:ext uri="{FF2B5EF4-FFF2-40B4-BE49-F238E27FC236}">
                  <a16:creationId xmlns:a16="http://schemas.microsoft.com/office/drawing/2014/main" id="{DB94DC54-DAFE-2FD6-589E-3EA2423D26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43738" y="2274889"/>
              <a:ext cx="270908" cy="259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1pPr>
              <a:lvl2pPr marL="742950" indent="-28575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2pPr>
              <a:lvl3pPr marL="11430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3pPr>
              <a:lvl4pPr marL="16002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4pPr>
              <a:lvl5pPr marL="20574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5pPr>
              <a:lvl6pPr marL="25146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6pPr>
              <a:lvl7pPr marL="29718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7pPr>
              <a:lvl8pPr marL="34290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8pPr>
              <a:lvl9pPr marL="38862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9pPr>
            </a:lstStyle>
            <a:p>
              <a:r>
                <a:rPr lang="en-US" altLang="ko-KR" sz="1200">
                  <a:solidFill>
                    <a:srgbClr val="000000"/>
                  </a:solidFill>
                </a:rPr>
                <a:t>4</a:t>
              </a:r>
            </a:p>
          </p:txBody>
        </p:sp>
        <p:sp>
          <p:nvSpPr>
            <p:cNvPr id="17451" name="Rectangle 52">
              <a:extLst>
                <a:ext uri="{FF2B5EF4-FFF2-40B4-BE49-F238E27FC236}">
                  <a16:creationId xmlns:a16="http://schemas.microsoft.com/office/drawing/2014/main" id="{94F98E0F-7307-86D3-0636-EBC0BB7AAA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02550" y="2274889"/>
              <a:ext cx="268288" cy="257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1pPr>
              <a:lvl2pPr marL="742950" indent="-28575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2pPr>
              <a:lvl3pPr marL="11430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3pPr>
              <a:lvl4pPr marL="16002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4pPr>
              <a:lvl5pPr marL="20574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5pPr>
              <a:lvl6pPr marL="25146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6pPr>
              <a:lvl7pPr marL="29718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7pPr>
              <a:lvl8pPr marL="34290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8pPr>
              <a:lvl9pPr marL="38862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9pPr>
            </a:lstStyle>
            <a:p>
              <a:r>
                <a:rPr lang="en-US" altLang="ko-KR" sz="1200">
                  <a:solidFill>
                    <a:srgbClr val="000000"/>
                  </a:solidFill>
                </a:rPr>
                <a:t>4</a:t>
              </a:r>
            </a:p>
          </p:txBody>
        </p:sp>
        <p:sp>
          <p:nvSpPr>
            <p:cNvPr id="17452" name="Line 54">
              <a:extLst>
                <a:ext uri="{FF2B5EF4-FFF2-40B4-BE49-F238E27FC236}">
                  <a16:creationId xmlns:a16="http://schemas.microsoft.com/office/drawing/2014/main" id="{908841C8-252C-6F3A-A53F-49C4356FF1F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13688" y="2344738"/>
              <a:ext cx="239712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53" name="Rectangle 55">
              <a:extLst>
                <a:ext uri="{FF2B5EF4-FFF2-40B4-BE49-F238E27FC236}">
                  <a16:creationId xmlns:a16="http://schemas.microsoft.com/office/drawing/2014/main" id="{987D74AC-4137-0E74-8C64-73C09A9E01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46300" y="2200276"/>
              <a:ext cx="558800" cy="257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1pPr>
              <a:lvl2pPr marL="742950" indent="-28575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2pPr>
              <a:lvl3pPr marL="11430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3pPr>
              <a:lvl4pPr marL="16002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4pPr>
              <a:lvl5pPr marL="20574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5pPr>
              <a:lvl6pPr marL="25146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6pPr>
              <a:lvl7pPr marL="29718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7pPr>
              <a:lvl8pPr marL="34290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8pPr>
              <a:lvl9pPr marL="38862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9pPr>
            </a:lstStyle>
            <a:p>
              <a:r>
                <a:rPr lang="en-US" altLang="ko-KR" sz="1200">
                  <a:solidFill>
                    <a:srgbClr val="000000"/>
                  </a:solidFill>
                </a:rPr>
                <a:t>Input</a:t>
              </a:r>
            </a:p>
          </p:txBody>
        </p:sp>
        <p:sp>
          <p:nvSpPr>
            <p:cNvPr id="17454" name="Line 56">
              <a:extLst>
                <a:ext uri="{FF2B5EF4-FFF2-40B4-BE49-F238E27FC236}">
                  <a16:creationId xmlns:a16="http://schemas.microsoft.com/office/drawing/2014/main" id="{C04324BE-C9CD-E610-36F5-ED24B00D443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52714" y="1660525"/>
              <a:ext cx="5132387" cy="0"/>
            </a:xfrm>
            <a:prstGeom prst="line">
              <a:avLst/>
            </a:prstGeom>
            <a:noFill/>
            <a:ln w="25399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55" name="Line 57">
              <a:extLst>
                <a:ext uri="{FF2B5EF4-FFF2-40B4-BE49-F238E27FC236}">
                  <a16:creationId xmlns:a16="http://schemas.microsoft.com/office/drawing/2014/main" id="{0362A117-8F9F-67D0-7A5E-C29A5682C39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30638" y="1657351"/>
              <a:ext cx="0" cy="290513"/>
            </a:xfrm>
            <a:prstGeom prst="line">
              <a:avLst/>
            </a:prstGeom>
            <a:noFill/>
            <a:ln w="25399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56" name="Line 59">
              <a:extLst>
                <a:ext uri="{FF2B5EF4-FFF2-40B4-BE49-F238E27FC236}">
                  <a16:creationId xmlns:a16="http://schemas.microsoft.com/office/drawing/2014/main" id="{B1933FB3-9584-AAF2-C4AE-C9A53FF5748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454775" y="1657351"/>
              <a:ext cx="0" cy="290513"/>
            </a:xfrm>
            <a:prstGeom prst="line">
              <a:avLst/>
            </a:prstGeom>
            <a:noFill/>
            <a:ln w="25399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57" name="Line 60">
              <a:extLst>
                <a:ext uri="{FF2B5EF4-FFF2-40B4-BE49-F238E27FC236}">
                  <a16:creationId xmlns:a16="http://schemas.microsoft.com/office/drawing/2014/main" id="{B794F731-D8F3-D21D-E545-5BF606E57C6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773988" y="1657351"/>
              <a:ext cx="0" cy="290513"/>
            </a:xfrm>
            <a:prstGeom prst="line">
              <a:avLst/>
            </a:prstGeom>
            <a:noFill/>
            <a:ln w="25399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58" name="Rectangle 61">
              <a:extLst>
                <a:ext uri="{FF2B5EF4-FFF2-40B4-BE49-F238E27FC236}">
                  <a16:creationId xmlns:a16="http://schemas.microsoft.com/office/drawing/2014/main" id="{DBB7874C-B9A0-7AAD-019E-220909AB70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93914" y="1511301"/>
              <a:ext cx="604333" cy="259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1pPr>
              <a:lvl2pPr marL="742950" indent="-28575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2pPr>
              <a:lvl3pPr marL="11430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3pPr>
              <a:lvl4pPr marL="16002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4pPr>
              <a:lvl5pPr marL="20574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5pPr>
              <a:lvl6pPr marL="25146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6pPr>
              <a:lvl7pPr marL="29718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7pPr>
              <a:lvl8pPr marL="34290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8pPr>
              <a:lvl9pPr marL="38862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9pPr>
            </a:lstStyle>
            <a:p>
              <a:r>
                <a:rPr lang="en-US" altLang="ko-KR" sz="1200">
                  <a:solidFill>
                    <a:srgbClr val="000000"/>
                  </a:solidFill>
                </a:rPr>
                <a:t>Clock</a:t>
              </a:r>
            </a:p>
          </p:txBody>
        </p:sp>
        <p:sp>
          <p:nvSpPr>
            <p:cNvPr id="17459" name="Oval 62">
              <a:extLst>
                <a:ext uri="{FF2B5EF4-FFF2-40B4-BE49-F238E27FC236}">
                  <a16:creationId xmlns:a16="http://schemas.microsoft.com/office/drawing/2014/main" id="{07535EBC-9BD8-2B58-3495-A36397F7D5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00476" y="1635126"/>
              <a:ext cx="49213" cy="41275"/>
            </a:xfrm>
            <a:prstGeom prst="ellipse">
              <a:avLst/>
            </a:prstGeom>
            <a:solidFill>
              <a:srgbClr val="000000"/>
            </a:solidFill>
            <a:ln w="25399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1pPr>
              <a:lvl2pPr marL="742950" indent="-28575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2pPr>
              <a:lvl3pPr marL="1143000" indent="-2286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3pPr>
              <a:lvl4pPr marL="1600200" indent="-2286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4pPr>
              <a:lvl5pPr marL="2057400" indent="-2286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9pPr>
            </a:lstStyle>
            <a:p>
              <a:endParaRPr lang="en-IN" altLang="en-US"/>
            </a:p>
          </p:txBody>
        </p:sp>
        <p:sp>
          <p:nvSpPr>
            <p:cNvPr id="17460" name="Oval 63">
              <a:extLst>
                <a:ext uri="{FF2B5EF4-FFF2-40B4-BE49-F238E27FC236}">
                  <a16:creationId xmlns:a16="http://schemas.microsoft.com/office/drawing/2014/main" id="{37D6EEF5-F3E5-6F94-57CC-C0AA20E38F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00639" y="1635126"/>
              <a:ext cx="47625" cy="41275"/>
            </a:xfrm>
            <a:prstGeom prst="ellipse">
              <a:avLst/>
            </a:prstGeom>
            <a:solidFill>
              <a:srgbClr val="000000"/>
            </a:solidFill>
            <a:ln w="25399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1pPr>
              <a:lvl2pPr marL="742950" indent="-28575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2pPr>
              <a:lvl3pPr marL="1143000" indent="-2286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3pPr>
              <a:lvl4pPr marL="1600200" indent="-2286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4pPr>
              <a:lvl5pPr marL="2057400" indent="-2286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9pPr>
            </a:lstStyle>
            <a:p>
              <a:endParaRPr lang="en-IN" altLang="en-US"/>
            </a:p>
          </p:txBody>
        </p:sp>
        <p:sp>
          <p:nvSpPr>
            <p:cNvPr id="17461" name="Oval 64">
              <a:extLst>
                <a:ext uri="{FF2B5EF4-FFF2-40B4-BE49-F238E27FC236}">
                  <a16:creationId xmlns:a16="http://schemas.microsoft.com/office/drawing/2014/main" id="{8DFE85FC-CF93-9475-F5DC-53C61F9879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24613" y="1635126"/>
              <a:ext cx="49212" cy="41275"/>
            </a:xfrm>
            <a:prstGeom prst="ellipse">
              <a:avLst/>
            </a:prstGeom>
            <a:solidFill>
              <a:srgbClr val="000000"/>
            </a:solidFill>
            <a:ln w="25399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1pPr>
              <a:lvl2pPr marL="742950" indent="-28575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2pPr>
              <a:lvl3pPr marL="1143000" indent="-2286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3pPr>
              <a:lvl4pPr marL="1600200" indent="-2286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4pPr>
              <a:lvl5pPr marL="2057400" indent="-2286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9pPr>
            </a:lstStyle>
            <a:p>
              <a:endParaRPr lang="en-IN" altLang="en-US"/>
            </a:p>
          </p:txBody>
        </p:sp>
        <p:sp>
          <p:nvSpPr>
            <p:cNvPr id="17462" name="Rectangle 4">
              <a:extLst>
                <a:ext uri="{FF2B5EF4-FFF2-40B4-BE49-F238E27FC236}">
                  <a16:creationId xmlns:a16="http://schemas.microsoft.com/office/drawing/2014/main" id="{67B2A7B3-90AE-DA27-8D7C-03C3E36D1D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8913" y="3490913"/>
              <a:ext cx="2387600" cy="284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3500" tIns="25400" rIns="63500" bIns="25400">
              <a:spAutoFit/>
            </a:bodyPr>
            <a:lstStyle>
              <a:lvl1pPr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1pPr>
              <a:lvl2pPr marL="742950" indent="-28575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2pPr>
              <a:lvl3pPr marL="11430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3pPr>
              <a:lvl4pPr marL="16002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4pPr>
              <a:lvl5pPr marL="20574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5pPr>
              <a:lvl6pPr marL="25146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6pPr>
              <a:lvl7pPr marL="29718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7pPr>
              <a:lvl8pPr marL="34290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8pPr>
              <a:lvl9pPr marL="38862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9pPr>
            </a:lstStyle>
            <a:p>
              <a:pPr>
                <a:lnSpc>
                  <a:spcPct val="85000"/>
                </a:lnSpc>
              </a:pPr>
              <a:r>
                <a:rPr lang="en-US" altLang="ko-KR" sz="1800"/>
                <a:t>Space-Time Diagram</a:t>
              </a:r>
            </a:p>
          </p:txBody>
        </p:sp>
        <p:sp>
          <p:nvSpPr>
            <p:cNvPr id="17463" name="Rectangle 66">
              <a:extLst>
                <a:ext uri="{FF2B5EF4-FFF2-40B4-BE49-F238E27FC236}">
                  <a16:creationId xmlns:a16="http://schemas.microsoft.com/office/drawing/2014/main" id="{0B9C1A31-8C2E-CAE5-BAEC-F910767F90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11526" y="3990976"/>
              <a:ext cx="282575" cy="284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1pPr>
              <a:lvl2pPr marL="742950" indent="-28575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2pPr>
              <a:lvl3pPr marL="11430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3pPr>
              <a:lvl4pPr marL="16002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4pPr>
              <a:lvl5pPr marL="20574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5pPr>
              <a:lvl6pPr marL="25146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6pPr>
              <a:lvl7pPr marL="29718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7pPr>
              <a:lvl8pPr marL="34290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8pPr>
              <a:lvl9pPr marL="38862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9pPr>
            </a:lstStyle>
            <a:p>
              <a:r>
                <a:rPr lang="en-US" altLang="ko-KR">
                  <a:solidFill>
                    <a:srgbClr val="000000"/>
                  </a:solidFill>
                </a:rPr>
                <a:t>1</a:t>
              </a:r>
            </a:p>
          </p:txBody>
        </p:sp>
        <p:sp>
          <p:nvSpPr>
            <p:cNvPr id="17464" name="Line 67">
              <a:extLst>
                <a:ext uri="{FF2B5EF4-FFF2-40B4-BE49-F238E27FC236}">
                  <a16:creationId xmlns:a16="http://schemas.microsoft.com/office/drawing/2014/main" id="{0E105F2C-7C48-9AA3-1279-71C13C73934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60725" y="4019551"/>
              <a:ext cx="0" cy="1465263"/>
            </a:xfrm>
            <a:prstGeom prst="line">
              <a:avLst/>
            </a:prstGeom>
            <a:noFill/>
            <a:ln w="25399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65" name="Rectangle 68">
              <a:extLst>
                <a:ext uri="{FF2B5EF4-FFF2-40B4-BE49-F238E27FC236}">
                  <a16:creationId xmlns:a16="http://schemas.microsoft.com/office/drawing/2014/main" id="{269CD492-F7E0-850E-9851-4412F6C510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6814" y="3990976"/>
              <a:ext cx="282575" cy="284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1pPr>
              <a:lvl2pPr marL="742950" indent="-28575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2pPr>
              <a:lvl3pPr marL="11430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3pPr>
              <a:lvl4pPr marL="16002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4pPr>
              <a:lvl5pPr marL="20574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5pPr>
              <a:lvl6pPr marL="25146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6pPr>
              <a:lvl7pPr marL="29718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7pPr>
              <a:lvl8pPr marL="34290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8pPr>
              <a:lvl9pPr marL="38862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9pPr>
            </a:lstStyle>
            <a:p>
              <a:r>
                <a:rPr lang="en-US" altLang="ko-KR">
                  <a:solidFill>
                    <a:srgbClr val="000000"/>
                  </a:solidFill>
                </a:rPr>
                <a:t>2</a:t>
              </a:r>
            </a:p>
          </p:txBody>
        </p:sp>
        <p:sp>
          <p:nvSpPr>
            <p:cNvPr id="17466" name="Line 69">
              <a:extLst>
                <a:ext uri="{FF2B5EF4-FFF2-40B4-BE49-F238E27FC236}">
                  <a16:creationId xmlns:a16="http://schemas.microsoft.com/office/drawing/2014/main" id="{073F80F9-E4F1-9187-E7B0-375ACAC92C0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59188" y="4019551"/>
              <a:ext cx="0" cy="1465263"/>
            </a:xfrm>
            <a:prstGeom prst="line">
              <a:avLst/>
            </a:prstGeom>
            <a:noFill/>
            <a:ln w="25399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67" name="Rectangle 70">
              <a:extLst>
                <a:ext uri="{FF2B5EF4-FFF2-40B4-BE49-F238E27FC236}">
                  <a16:creationId xmlns:a16="http://schemas.microsoft.com/office/drawing/2014/main" id="{E5C5D8D8-9BAC-D6DB-BFA6-35F8E7DD43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06864" y="3990976"/>
              <a:ext cx="282575" cy="284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1pPr>
              <a:lvl2pPr marL="742950" indent="-28575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2pPr>
              <a:lvl3pPr marL="11430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3pPr>
              <a:lvl4pPr marL="16002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4pPr>
              <a:lvl5pPr marL="20574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5pPr>
              <a:lvl6pPr marL="25146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6pPr>
              <a:lvl7pPr marL="29718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7pPr>
              <a:lvl8pPr marL="34290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8pPr>
              <a:lvl9pPr marL="38862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9pPr>
            </a:lstStyle>
            <a:p>
              <a:r>
                <a:rPr lang="en-US" altLang="ko-KR">
                  <a:solidFill>
                    <a:srgbClr val="000000"/>
                  </a:solidFill>
                </a:rPr>
                <a:t>3</a:t>
              </a:r>
            </a:p>
          </p:txBody>
        </p:sp>
        <p:sp>
          <p:nvSpPr>
            <p:cNvPr id="17468" name="Line 71">
              <a:extLst>
                <a:ext uri="{FF2B5EF4-FFF2-40B4-BE49-F238E27FC236}">
                  <a16:creationId xmlns:a16="http://schemas.microsoft.com/office/drawing/2014/main" id="{47502288-C818-B182-9D70-817263626E5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56063" y="4019551"/>
              <a:ext cx="0" cy="1465263"/>
            </a:xfrm>
            <a:prstGeom prst="line">
              <a:avLst/>
            </a:prstGeom>
            <a:noFill/>
            <a:ln w="25399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69" name="Rectangle 72">
              <a:extLst>
                <a:ext uri="{FF2B5EF4-FFF2-40B4-BE49-F238E27FC236}">
                  <a16:creationId xmlns:a16="http://schemas.microsoft.com/office/drawing/2014/main" id="{8F702B6A-ED63-3AE6-E750-D16587656D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02151" y="3990976"/>
              <a:ext cx="282575" cy="284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1pPr>
              <a:lvl2pPr marL="742950" indent="-28575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2pPr>
              <a:lvl3pPr marL="11430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3pPr>
              <a:lvl4pPr marL="16002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4pPr>
              <a:lvl5pPr marL="20574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5pPr>
              <a:lvl6pPr marL="25146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6pPr>
              <a:lvl7pPr marL="29718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7pPr>
              <a:lvl8pPr marL="34290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8pPr>
              <a:lvl9pPr marL="38862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9pPr>
            </a:lstStyle>
            <a:p>
              <a:r>
                <a:rPr lang="en-US" altLang="ko-KR">
                  <a:solidFill>
                    <a:srgbClr val="000000"/>
                  </a:solidFill>
                </a:rPr>
                <a:t>4</a:t>
              </a:r>
            </a:p>
          </p:txBody>
        </p:sp>
        <p:sp>
          <p:nvSpPr>
            <p:cNvPr id="17470" name="Rectangle 74">
              <a:extLst>
                <a:ext uri="{FF2B5EF4-FFF2-40B4-BE49-F238E27FC236}">
                  <a16:creationId xmlns:a16="http://schemas.microsoft.com/office/drawing/2014/main" id="{D30F7CC7-FB8D-5614-55EF-E1C6432729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0614" y="3990976"/>
              <a:ext cx="282575" cy="284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1pPr>
              <a:lvl2pPr marL="742950" indent="-28575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2pPr>
              <a:lvl3pPr marL="11430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3pPr>
              <a:lvl4pPr marL="16002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4pPr>
              <a:lvl5pPr marL="20574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5pPr>
              <a:lvl6pPr marL="25146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6pPr>
              <a:lvl7pPr marL="29718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7pPr>
              <a:lvl8pPr marL="34290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8pPr>
              <a:lvl9pPr marL="38862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9pPr>
            </a:lstStyle>
            <a:p>
              <a:r>
                <a:rPr lang="en-US" altLang="ko-KR">
                  <a:solidFill>
                    <a:srgbClr val="000000"/>
                  </a:solidFill>
                </a:rPr>
                <a:t>5</a:t>
              </a:r>
            </a:p>
          </p:txBody>
        </p:sp>
        <p:sp>
          <p:nvSpPr>
            <p:cNvPr id="17471" name="Line 75">
              <a:extLst>
                <a:ext uri="{FF2B5EF4-FFF2-40B4-BE49-F238E27FC236}">
                  <a16:creationId xmlns:a16="http://schemas.microsoft.com/office/drawing/2014/main" id="{4B091A92-835D-7C06-2C6E-1E7AA20B6C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49813" y="4019551"/>
              <a:ext cx="0" cy="1465263"/>
            </a:xfrm>
            <a:prstGeom prst="line">
              <a:avLst/>
            </a:prstGeom>
            <a:noFill/>
            <a:ln w="25399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72" name="Rectangle 76">
              <a:extLst>
                <a:ext uri="{FF2B5EF4-FFF2-40B4-BE49-F238E27FC236}">
                  <a16:creationId xmlns:a16="http://schemas.microsoft.com/office/drawing/2014/main" id="{176564A1-C8C8-B888-5694-DBF3B1D469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99076" y="3990976"/>
              <a:ext cx="282575" cy="284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1pPr>
              <a:lvl2pPr marL="742950" indent="-28575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2pPr>
              <a:lvl3pPr marL="11430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3pPr>
              <a:lvl4pPr marL="16002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4pPr>
              <a:lvl5pPr marL="20574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5pPr>
              <a:lvl6pPr marL="25146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6pPr>
              <a:lvl7pPr marL="29718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7pPr>
              <a:lvl8pPr marL="34290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8pPr>
              <a:lvl9pPr marL="38862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9pPr>
            </a:lstStyle>
            <a:p>
              <a:r>
                <a:rPr lang="en-US" altLang="ko-KR">
                  <a:solidFill>
                    <a:srgbClr val="000000"/>
                  </a:solidFill>
                </a:rPr>
                <a:t>6</a:t>
              </a:r>
            </a:p>
          </p:txBody>
        </p:sp>
        <p:sp>
          <p:nvSpPr>
            <p:cNvPr id="17473" name="Line 77">
              <a:extLst>
                <a:ext uri="{FF2B5EF4-FFF2-40B4-BE49-F238E27FC236}">
                  <a16:creationId xmlns:a16="http://schemas.microsoft.com/office/drawing/2014/main" id="{5692E5BD-E462-80F9-3B90-CB1164E554C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48275" y="4019551"/>
              <a:ext cx="0" cy="1465263"/>
            </a:xfrm>
            <a:prstGeom prst="line">
              <a:avLst/>
            </a:prstGeom>
            <a:noFill/>
            <a:ln w="25399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74" name="Rectangle 78">
              <a:extLst>
                <a:ext uri="{FF2B5EF4-FFF2-40B4-BE49-F238E27FC236}">
                  <a16:creationId xmlns:a16="http://schemas.microsoft.com/office/drawing/2014/main" id="{A566A735-4A70-6DAC-C865-F8371EB875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95951" y="3990976"/>
              <a:ext cx="282575" cy="284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1pPr>
              <a:lvl2pPr marL="742950" indent="-28575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2pPr>
              <a:lvl3pPr marL="11430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3pPr>
              <a:lvl4pPr marL="16002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4pPr>
              <a:lvl5pPr marL="20574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5pPr>
              <a:lvl6pPr marL="25146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6pPr>
              <a:lvl7pPr marL="29718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7pPr>
              <a:lvl8pPr marL="34290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8pPr>
              <a:lvl9pPr marL="38862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9pPr>
            </a:lstStyle>
            <a:p>
              <a:r>
                <a:rPr lang="en-US" altLang="ko-KR">
                  <a:solidFill>
                    <a:srgbClr val="000000"/>
                  </a:solidFill>
                </a:rPr>
                <a:t>7</a:t>
              </a:r>
            </a:p>
          </p:txBody>
        </p:sp>
        <p:sp>
          <p:nvSpPr>
            <p:cNvPr id="17475" name="Line 79">
              <a:extLst>
                <a:ext uri="{FF2B5EF4-FFF2-40B4-BE49-F238E27FC236}">
                  <a16:creationId xmlns:a16="http://schemas.microsoft.com/office/drawing/2014/main" id="{6E32B7F1-673B-F6CB-E1F3-06454D10C07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45150" y="4019551"/>
              <a:ext cx="0" cy="1465263"/>
            </a:xfrm>
            <a:prstGeom prst="line">
              <a:avLst/>
            </a:prstGeom>
            <a:noFill/>
            <a:ln w="25399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76" name="Rectangle 80">
              <a:extLst>
                <a:ext uri="{FF2B5EF4-FFF2-40B4-BE49-F238E27FC236}">
                  <a16:creationId xmlns:a16="http://schemas.microsoft.com/office/drawing/2014/main" id="{6DDC55B9-3C0D-49A9-7546-D1E409E6AF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91239" y="3990976"/>
              <a:ext cx="282575" cy="284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1pPr>
              <a:lvl2pPr marL="742950" indent="-28575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2pPr>
              <a:lvl3pPr marL="11430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3pPr>
              <a:lvl4pPr marL="16002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4pPr>
              <a:lvl5pPr marL="20574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5pPr>
              <a:lvl6pPr marL="25146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6pPr>
              <a:lvl7pPr marL="29718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7pPr>
              <a:lvl8pPr marL="34290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8pPr>
              <a:lvl9pPr marL="38862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9pPr>
            </a:lstStyle>
            <a:p>
              <a:r>
                <a:rPr lang="en-US" altLang="ko-KR">
                  <a:solidFill>
                    <a:srgbClr val="000000"/>
                  </a:solidFill>
                </a:rPr>
                <a:t>8</a:t>
              </a:r>
            </a:p>
          </p:txBody>
        </p:sp>
        <p:sp>
          <p:nvSpPr>
            <p:cNvPr id="17477" name="Line 81">
              <a:extLst>
                <a:ext uri="{FF2B5EF4-FFF2-40B4-BE49-F238E27FC236}">
                  <a16:creationId xmlns:a16="http://schemas.microsoft.com/office/drawing/2014/main" id="{D17EF2D4-76C2-0235-BD36-DFDEA2A2A6A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42025" y="4019551"/>
              <a:ext cx="0" cy="1465263"/>
            </a:xfrm>
            <a:prstGeom prst="line">
              <a:avLst/>
            </a:prstGeom>
            <a:noFill/>
            <a:ln w="25399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78" name="Rectangle 82">
              <a:extLst>
                <a:ext uri="{FF2B5EF4-FFF2-40B4-BE49-F238E27FC236}">
                  <a16:creationId xmlns:a16="http://schemas.microsoft.com/office/drawing/2014/main" id="{0EB2D0B0-0581-3820-D1B7-C4E257FC7E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88114" y="3990976"/>
              <a:ext cx="282575" cy="284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1pPr>
              <a:lvl2pPr marL="742950" indent="-28575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2pPr>
              <a:lvl3pPr marL="11430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3pPr>
              <a:lvl4pPr marL="16002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4pPr>
              <a:lvl5pPr marL="20574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5pPr>
              <a:lvl6pPr marL="25146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6pPr>
              <a:lvl7pPr marL="29718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7pPr>
              <a:lvl8pPr marL="34290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8pPr>
              <a:lvl9pPr marL="38862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9pPr>
            </a:lstStyle>
            <a:p>
              <a:r>
                <a:rPr lang="en-US" altLang="ko-KR">
                  <a:solidFill>
                    <a:srgbClr val="000000"/>
                  </a:solidFill>
                </a:rPr>
                <a:t>9</a:t>
              </a:r>
            </a:p>
          </p:txBody>
        </p:sp>
        <p:sp>
          <p:nvSpPr>
            <p:cNvPr id="17479" name="Line 83">
              <a:extLst>
                <a:ext uri="{FF2B5EF4-FFF2-40B4-BE49-F238E27FC236}">
                  <a16:creationId xmlns:a16="http://schemas.microsoft.com/office/drawing/2014/main" id="{83789DDA-4AD8-06B7-2838-0E5B19C50B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40488" y="4019551"/>
              <a:ext cx="0" cy="1465263"/>
            </a:xfrm>
            <a:prstGeom prst="line">
              <a:avLst/>
            </a:prstGeom>
            <a:noFill/>
            <a:ln w="25399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80" name="Line 84">
              <a:extLst>
                <a:ext uri="{FF2B5EF4-FFF2-40B4-BE49-F238E27FC236}">
                  <a16:creationId xmlns:a16="http://schemas.microsoft.com/office/drawing/2014/main" id="{6D81CA2D-DED7-1132-F47C-A0B136D477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37363" y="4019551"/>
              <a:ext cx="0" cy="1465263"/>
            </a:xfrm>
            <a:prstGeom prst="line">
              <a:avLst/>
            </a:prstGeom>
            <a:noFill/>
            <a:ln w="25399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81" name="Line 86">
              <a:extLst>
                <a:ext uri="{FF2B5EF4-FFF2-40B4-BE49-F238E27FC236}">
                  <a16:creationId xmlns:a16="http://schemas.microsoft.com/office/drawing/2014/main" id="{00E55840-A57D-5E9D-A1F4-1C56D76AF63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54376" y="4213226"/>
              <a:ext cx="3884613" cy="4763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none" w="sm" len="sm"/>
              <a:tailEnd type="stealth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82" name="Line 87">
              <a:extLst>
                <a:ext uri="{FF2B5EF4-FFF2-40B4-BE49-F238E27FC236}">
                  <a16:creationId xmlns:a16="http://schemas.microsoft.com/office/drawing/2014/main" id="{0AF9F36A-6DB0-B957-B027-6009678EB86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54375" y="4532313"/>
              <a:ext cx="3576638" cy="0"/>
            </a:xfrm>
            <a:prstGeom prst="line">
              <a:avLst/>
            </a:prstGeom>
            <a:noFill/>
            <a:ln w="25399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83" name="Line 88">
              <a:extLst>
                <a:ext uri="{FF2B5EF4-FFF2-40B4-BE49-F238E27FC236}">
                  <a16:creationId xmlns:a16="http://schemas.microsoft.com/office/drawing/2014/main" id="{898BB461-DE80-A670-0C9F-D036305A3D5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54375" y="4860925"/>
              <a:ext cx="3576638" cy="0"/>
            </a:xfrm>
            <a:prstGeom prst="line">
              <a:avLst/>
            </a:prstGeom>
            <a:noFill/>
            <a:ln w="25399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84" name="Line 89">
              <a:extLst>
                <a:ext uri="{FF2B5EF4-FFF2-40B4-BE49-F238E27FC236}">
                  <a16:creationId xmlns:a16="http://schemas.microsoft.com/office/drawing/2014/main" id="{D208321A-737D-5778-6503-1AB35C0560E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54375" y="5175250"/>
              <a:ext cx="3576638" cy="0"/>
            </a:xfrm>
            <a:prstGeom prst="line">
              <a:avLst/>
            </a:prstGeom>
            <a:noFill/>
            <a:ln w="25399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85" name="Line 90">
              <a:extLst>
                <a:ext uri="{FF2B5EF4-FFF2-40B4-BE49-F238E27FC236}">
                  <a16:creationId xmlns:a16="http://schemas.microsoft.com/office/drawing/2014/main" id="{1C50BA6B-A45C-8E71-6EA8-A08793CEF4C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54375" y="5491163"/>
              <a:ext cx="3576638" cy="0"/>
            </a:xfrm>
            <a:prstGeom prst="line">
              <a:avLst/>
            </a:prstGeom>
            <a:noFill/>
            <a:ln w="25399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86" name="Rectangle 91">
              <a:extLst>
                <a:ext uri="{FF2B5EF4-FFF2-40B4-BE49-F238E27FC236}">
                  <a16:creationId xmlns:a16="http://schemas.microsoft.com/office/drawing/2014/main" id="{85EF9F92-1887-0FF0-DB38-EDC8A42F11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75014" y="4278313"/>
              <a:ext cx="390525" cy="284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1pPr>
              <a:lvl2pPr marL="742950" indent="-28575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2pPr>
              <a:lvl3pPr marL="11430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3pPr>
              <a:lvl4pPr marL="16002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4pPr>
              <a:lvl5pPr marL="20574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5pPr>
              <a:lvl6pPr marL="25146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6pPr>
              <a:lvl7pPr marL="29718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7pPr>
              <a:lvl8pPr marL="34290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8pPr>
              <a:lvl9pPr marL="38862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9pPr>
            </a:lstStyle>
            <a:p>
              <a:r>
                <a:rPr lang="en-US" altLang="ko-KR">
                  <a:solidFill>
                    <a:srgbClr val="000000"/>
                  </a:solidFill>
                </a:rPr>
                <a:t>T1</a:t>
              </a:r>
            </a:p>
          </p:txBody>
        </p:sp>
        <p:sp>
          <p:nvSpPr>
            <p:cNvPr id="17487" name="Rectangle 92">
              <a:extLst>
                <a:ext uri="{FF2B5EF4-FFF2-40B4-BE49-F238E27FC236}">
                  <a16:creationId xmlns:a16="http://schemas.microsoft.com/office/drawing/2014/main" id="{93956479-059B-9132-5B63-1978381403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75064" y="4603751"/>
              <a:ext cx="390525" cy="284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1pPr>
              <a:lvl2pPr marL="742950" indent="-28575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2pPr>
              <a:lvl3pPr marL="11430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3pPr>
              <a:lvl4pPr marL="16002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4pPr>
              <a:lvl5pPr marL="20574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5pPr>
              <a:lvl6pPr marL="25146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6pPr>
              <a:lvl7pPr marL="29718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7pPr>
              <a:lvl8pPr marL="34290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8pPr>
              <a:lvl9pPr marL="38862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9pPr>
            </a:lstStyle>
            <a:p>
              <a:r>
                <a:rPr lang="en-US" altLang="ko-KR">
                  <a:solidFill>
                    <a:srgbClr val="000000"/>
                  </a:solidFill>
                </a:rPr>
                <a:t>T1</a:t>
              </a:r>
            </a:p>
          </p:txBody>
        </p:sp>
        <p:sp>
          <p:nvSpPr>
            <p:cNvPr id="17488" name="Rectangle 93">
              <a:extLst>
                <a:ext uri="{FF2B5EF4-FFF2-40B4-BE49-F238E27FC236}">
                  <a16:creationId xmlns:a16="http://schemas.microsoft.com/office/drawing/2014/main" id="{12E61324-F6D2-7614-AFB8-DFDF7390F6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70351" y="4921251"/>
              <a:ext cx="390525" cy="284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1pPr>
              <a:lvl2pPr marL="742950" indent="-28575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2pPr>
              <a:lvl3pPr marL="11430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3pPr>
              <a:lvl4pPr marL="16002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4pPr>
              <a:lvl5pPr marL="20574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5pPr>
              <a:lvl6pPr marL="25146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6pPr>
              <a:lvl7pPr marL="29718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7pPr>
              <a:lvl8pPr marL="34290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8pPr>
              <a:lvl9pPr marL="38862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9pPr>
            </a:lstStyle>
            <a:p>
              <a:r>
                <a:rPr lang="en-US" altLang="ko-KR">
                  <a:solidFill>
                    <a:srgbClr val="000000"/>
                  </a:solidFill>
                </a:rPr>
                <a:t>T1</a:t>
              </a:r>
            </a:p>
          </p:txBody>
        </p:sp>
        <p:sp>
          <p:nvSpPr>
            <p:cNvPr id="17489" name="Rectangle 94">
              <a:extLst>
                <a:ext uri="{FF2B5EF4-FFF2-40B4-BE49-F238E27FC236}">
                  <a16:creationId xmlns:a16="http://schemas.microsoft.com/office/drawing/2014/main" id="{4A4A13F2-3278-324E-DB50-4C498EAC18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68814" y="5237163"/>
              <a:ext cx="390525" cy="284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1pPr>
              <a:lvl2pPr marL="742950" indent="-28575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2pPr>
              <a:lvl3pPr marL="11430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3pPr>
              <a:lvl4pPr marL="16002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4pPr>
              <a:lvl5pPr marL="20574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5pPr>
              <a:lvl6pPr marL="25146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6pPr>
              <a:lvl7pPr marL="29718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7pPr>
              <a:lvl8pPr marL="34290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8pPr>
              <a:lvl9pPr marL="38862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9pPr>
            </a:lstStyle>
            <a:p>
              <a:r>
                <a:rPr lang="en-US" altLang="ko-KR">
                  <a:solidFill>
                    <a:srgbClr val="000000"/>
                  </a:solidFill>
                </a:rPr>
                <a:t>T1</a:t>
              </a:r>
            </a:p>
          </p:txBody>
        </p:sp>
        <p:sp>
          <p:nvSpPr>
            <p:cNvPr id="17490" name="Rectangle 95">
              <a:extLst>
                <a:ext uri="{FF2B5EF4-FFF2-40B4-BE49-F238E27FC236}">
                  <a16:creationId xmlns:a16="http://schemas.microsoft.com/office/drawing/2014/main" id="{6C3C4A81-A901-6CEC-81E2-B1C08BFB88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75064" y="4278313"/>
              <a:ext cx="390525" cy="284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1pPr>
              <a:lvl2pPr marL="742950" indent="-28575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2pPr>
              <a:lvl3pPr marL="11430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3pPr>
              <a:lvl4pPr marL="16002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4pPr>
              <a:lvl5pPr marL="20574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5pPr>
              <a:lvl6pPr marL="25146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6pPr>
              <a:lvl7pPr marL="29718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7pPr>
              <a:lvl8pPr marL="34290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8pPr>
              <a:lvl9pPr marL="38862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9pPr>
            </a:lstStyle>
            <a:p>
              <a:r>
                <a:rPr lang="en-US" altLang="ko-KR">
                  <a:solidFill>
                    <a:srgbClr val="000000"/>
                  </a:solidFill>
                </a:rPr>
                <a:t>T2</a:t>
              </a:r>
            </a:p>
          </p:txBody>
        </p:sp>
        <p:sp>
          <p:nvSpPr>
            <p:cNvPr id="17491" name="Rectangle 96">
              <a:extLst>
                <a:ext uri="{FF2B5EF4-FFF2-40B4-BE49-F238E27FC236}">
                  <a16:creationId xmlns:a16="http://schemas.microsoft.com/office/drawing/2014/main" id="{6891F42B-6DDF-3DFC-D53F-E433BFB8F1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70351" y="4605338"/>
              <a:ext cx="390525" cy="284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1pPr>
              <a:lvl2pPr marL="742950" indent="-28575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2pPr>
              <a:lvl3pPr marL="11430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3pPr>
              <a:lvl4pPr marL="16002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4pPr>
              <a:lvl5pPr marL="20574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5pPr>
              <a:lvl6pPr marL="25146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6pPr>
              <a:lvl7pPr marL="29718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7pPr>
              <a:lvl8pPr marL="34290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8pPr>
              <a:lvl9pPr marL="38862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9pPr>
            </a:lstStyle>
            <a:p>
              <a:r>
                <a:rPr lang="en-US" altLang="ko-KR">
                  <a:solidFill>
                    <a:srgbClr val="000000"/>
                  </a:solidFill>
                </a:rPr>
                <a:t>T2</a:t>
              </a:r>
            </a:p>
          </p:txBody>
        </p:sp>
        <p:sp>
          <p:nvSpPr>
            <p:cNvPr id="17492" name="Rectangle 97">
              <a:extLst>
                <a:ext uri="{FF2B5EF4-FFF2-40B4-BE49-F238E27FC236}">
                  <a16:creationId xmlns:a16="http://schemas.microsoft.com/office/drawing/2014/main" id="{FA7C9AD1-8282-0E73-94CC-703F52AA02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68814" y="4921251"/>
              <a:ext cx="390525" cy="284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1pPr>
              <a:lvl2pPr marL="742950" indent="-28575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2pPr>
              <a:lvl3pPr marL="11430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3pPr>
              <a:lvl4pPr marL="16002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4pPr>
              <a:lvl5pPr marL="20574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5pPr>
              <a:lvl6pPr marL="25146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6pPr>
              <a:lvl7pPr marL="29718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7pPr>
              <a:lvl8pPr marL="34290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8pPr>
              <a:lvl9pPr marL="38862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9pPr>
            </a:lstStyle>
            <a:p>
              <a:r>
                <a:rPr lang="en-US" altLang="ko-KR">
                  <a:solidFill>
                    <a:srgbClr val="000000"/>
                  </a:solidFill>
                </a:rPr>
                <a:t>T2</a:t>
              </a:r>
            </a:p>
          </p:txBody>
        </p:sp>
        <p:sp>
          <p:nvSpPr>
            <p:cNvPr id="17493" name="Rectangle 98">
              <a:extLst>
                <a:ext uri="{FF2B5EF4-FFF2-40B4-BE49-F238E27FC236}">
                  <a16:creationId xmlns:a16="http://schemas.microsoft.com/office/drawing/2014/main" id="{6C0C8BCE-5904-D0F8-A220-0EBF9A2B20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65689" y="5237163"/>
              <a:ext cx="390525" cy="284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1pPr>
              <a:lvl2pPr marL="742950" indent="-28575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2pPr>
              <a:lvl3pPr marL="11430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3pPr>
              <a:lvl4pPr marL="16002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4pPr>
              <a:lvl5pPr marL="20574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5pPr>
              <a:lvl6pPr marL="25146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6pPr>
              <a:lvl7pPr marL="29718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7pPr>
              <a:lvl8pPr marL="34290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8pPr>
              <a:lvl9pPr marL="38862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9pPr>
            </a:lstStyle>
            <a:p>
              <a:r>
                <a:rPr lang="en-US" altLang="ko-KR">
                  <a:solidFill>
                    <a:srgbClr val="000000"/>
                  </a:solidFill>
                </a:rPr>
                <a:t>T2</a:t>
              </a:r>
            </a:p>
          </p:txBody>
        </p:sp>
        <p:sp>
          <p:nvSpPr>
            <p:cNvPr id="17494" name="Rectangle 99">
              <a:extLst>
                <a:ext uri="{FF2B5EF4-FFF2-40B4-BE49-F238E27FC236}">
                  <a16:creationId xmlns:a16="http://schemas.microsoft.com/office/drawing/2014/main" id="{7F07946F-C5DC-6ADB-CFBC-066F62740F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70351" y="4278313"/>
              <a:ext cx="390525" cy="284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1pPr>
              <a:lvl2pPr marL="742950" indent="-28575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2pPr>
              <a:lvl3pPr marL="11430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3pPr>
              <a:lvl4pPr marL="16002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4pPr>
              <a:lvl5pPr marL="20574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5pPr>
              <a:lvl6pPr marL="25146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6pPr>
              <a:lvl7pPr marL="29718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7pPr>
              <a:lvl8pPr marL="34290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8pPr>
              <a:lvl9pPr marL="38862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9pPr>
            </a:lstStyle>
            <a:p>
              <a:r>
                <a:rPr lang="en-US" altLang="ko-KR">
                  <a:solidFill>
                    <a:srgbClr val="000000"/>
                  </a:solidFill>
                </a:rPr>
                <a:t>T3</a:t>
              </a:r>
            </a:p>
          </p:txBody>
        </p:sp>
        <p:sp>
          <p:nvSpPr>
            <p:cNvPr id="17495" name="Rectangle 100">
              <a:extLst>
                <a:ext uri="{FF2B5EF4-FFF2-40B4-BE49-F238E27FC236}">
                  <a16:creationId xmlns:a16="http://schemas.microsoft.com/office/drawing/2014/main" id="{9EA8BF7F-B705-F7B7-AC3D-9BB97F4F8F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68814" y="4605338"/>
              <a:ext cx="390525" cy="284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1pPr>
              <a:lvl2pPr marL="742950" indent="-28575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2pPr>
              <a:lvl3pPr marL="11430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3pPr>
              <a:lvl4pPr marL="16002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4pPr>
              <a:lvl5pPr marL="20574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5pPr>
              <a:lvl6pPr marL="25146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6pPr>
              <a:lvl7pPr marL="29718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7pPr>
              <a:lvl8pPr marL="34290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8pPr>
              <a:lvl9pPr marL="38862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9pPr>
            </a:lstStyle>
            <a:p>
              <a:r>
                <a:rPr lang="en-US" altLang="ko-KR">
                  <a:solidFill>
                    <a:srgbClr val="000000"/>
                  </a:solidFill>
                </a:rPr>
                <a:t>T3</a:t>
              </a:r>
            </a:p>
          </p:txBody>
        </p:sp>
        <p:sp>
          <p:nvSpPr>
            <p:cNvPr id="17496" name="Rectangle 101">
              <a:extLst>
                <a:ext uri="{FF2B5EF4-FFF2-40B4-BE49-F238E27FC236}">
                  <a16:creationId xmlns:a16="http://schemas.microsoft.com/office/drawing/2014/main" id="{17837C83-5BA0-5C19-2066-D8C75B137A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65689" y="4921251"/>
              <a:ext cx="390525" cy="284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1pPr>
              <a:lvl2pPr marL="742950" indent="-28575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2pPr>
              <a:lvl3pPr marL="11430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3pPr>
              <a:lvl4pPr marL="16002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4pPr>
              <a:lvl5pPr marL="20574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5pPr>
              <a:lvl6pPr marL="25146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6pPr>
              <a:lvl7pPr marL="29718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7pPr>
              <a:lvl8pPr marL="34290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8pPr>
              <a:lvl9pPr marL="38862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9pPr>
            </a:lstStyle>
            <a:p>
              <a:r>
                <a:rPr lang="en-US" altLang="ko-KR">
                  <a:solidFill>
                    <a:srgbClr val="000000"/>
                  </a:solidFill>
                </a:rPr>
                <a:t>T3</a:t>
              </a:r>
            </a:p>
          </p:txBody>
        </p:sp>
        <p:sp>
          <p:nvSpPr>
            <p:cNvPr id="17497" name="Rectangle 102">
              <a:extLst>
                <a:ext uri="{FF2B5EF4-FFF2-40B4-BE49-F238E27FC236}">
                  <a16:creationId xmlns:a16="http://schemas.microsoft.com/office/drawing/2014/main" id="{7AAE7E90-181A-DDA0-729E-BCE34B2F99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64151" y="5237163"/>
              <a:ext cx="390525" cy="284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1pPr>
              <a:lvl2pPr marL="742950" indent="-28575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2pPr>
              <a:lvl3pPr marL="11430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3pPr>
              <a:lvl4pPr marL="16002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4pPr>
              <a:lvl5pPr marL="20574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5pPr>
              <a:lvl6pPr marL="25146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6pPr>
              <a:lvl7pPr marL="29718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7pPr>
              <a:lvl8pPr marL="34290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8pPr>
              <a:lvl9pPr marL="38862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9pPr>
            </a:lstStyle>
            <a:p>
              <a:r>
                <a:rPr lang="en-US" altLang="ko-KR">
                  <a:solidFill>
                    <a:srgbClr val="000000"/>
                  </a:solidFill>
                </a:rPr>
                <a:t>T3</a:t>
              </a:r>
            </a:p>
          </p:txBody>
        </p:sp>
        <p:sp>
          <p:nvSpPr>
            <p:cNvPr id="17498" name="Rectangle 103">
              <a:extLst>
                <a:ext uri="{FF2B5EF4-FFF2-40B4-BE49-F238E27FC236}">
                  <a16:creationId xmlns:a16="http://schemas.microsoft.com/office/drawing/2014/main" id="{2FCA7BF0-30F0-C2C3-F020-FC2A7B88A4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61026" y="5237163"/>
              <a:ext cx="390525" cy="284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1pPr>
              <a:lvl2pPr marL="742950" indent="-28575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2pPr>
              <a:lvl3pPr marL="11430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3pPr>
              <a:lvl4pPr marL="16002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4pPr>
              <a:lvl5pPr marL="20574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5pPr>
              <a:lvl6pPr marL="25146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6pPr>
              <a:lvl7pPr marL="29718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7pPr>
              <a:lvl8pPr marL="34290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8pPr>
              <a:lvl9pPr marL="38862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9pPr>
            </a:lstStyle>
            <a:p>
              <a:r>
                <a:rPr lang="en-US" altLang="ko-KR">
                  <a:solidFill>
                    <a:srgbClr val="000000"/>
                  </a:solidFill>
                </a:rPr>
                <a:t>T4</a:t>
              </a:r>
            </a:p>
          </p:txBody>
        </p:sp>
        <p:sp>
          <p:nvSpPr>
            <p:cNvPr id="17499" name="Rectangle 104">
              <a:extLst>
                <a:ext uri="{FF2B5EF4-FFF2-40B4-BE49-F238E27FC236}">
                  <a16:creationId xmlns:a16="http://schemas.microsoft.com/office/drawing/2014/main" id="{533EB534-3005-8E54-2A0D-6DEE656640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64151" y="4921251"/>
              <a:ext cx="390525" cy="284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1pPr>
              <a:lvl2pPr marL="742950" indent="-28575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2pPr>
              <a:lvl3pPr marL="11430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3pPr>
              <a:lvl4pPr marL="16002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4pPr>
              <a:lvl5pPr marL="20574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5pPr>
              <a:lvl6pPr marL="25146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6pPr>
              <a:lvl7pPr marL="29718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7pPr>
              <a:lvl8pPr marL="34290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8pPr>
              <a:lvl9pPr marL="38862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9pPr>
            </a:lstStyle>
            <a:p>
              <a:r>
                <a:rPr lang="en-US" altLang="ko-KR">
                  <a:solidFill>
                    <a:srgbClr val="000000"/>
                  </a:solidFill>
                </a:rPr>
                <a:t>T4</a:t>
              </a:r>
            </a:p>
          </p:txBody>
        </p:sp>
        <p:sp>
          <p:nvSpPr>
            <p:cNvPr id="17500" name="Rectangle 105">
              <a:extLst>
                <a:ext uri="{FF2B5EF4-FFF2-40B4-BE49-F238E27FC236}">
                  <a16:creationId xmlns:a16="http://schemas.microsoft.com/office/drawing/2014/main" id="{B488ADDE-0DA5-6C70-1568-7C55D9FA4A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65689" y="4595813"/>
              <a:ext cx="390525" cy="284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1pPr>
              <a:lvl2pPr marL="742950" indent="-28575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2pPr>
              <a:lvl3pPr marL="11430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3pPr>
              <a:lvl4pPr marL="16002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4pPr>
              <a:lvl5pPr marL="20574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5pPr>
              <a:lvl6pPr marL="25146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6pPr>
              <a:lvl7pPr marL="29718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7pPr>
              <a:lvl8pPr marL="34290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8pPr>
              <a:lvl9pPr marL="38862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9pPr>
            </a:lstStyle>
            <a:p>
              <a:r>
                <a:rPr lang="en-US" altLang="ko-KR">
                  <a:solidFill>
                    <a:srgbClr val="000000"/>
                  </a:solidFill>
                </a:rPr>
                <a:t>T4</a:t>
              </a:r>
            </a:p>
          </p:txBody>
        </p:sp>
        <p:sp>
          <p:nvSpPr>
            <p:cNvPr id="17501" name="Rectangle 106">
              <a:extLst>
                <a:ext uri="{FF2B5EF4-FFF2-40B4-BE49-F238E27FC236}">
                  <a16:creationId xmlns:a16="http://schemas.microsoft.com/office/drawing/2014/main" id="{35392A68-B4E7-18A2-40BD-84C4F7451C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68814" y="4268788"/>
              <a:ext cx="390525" cy="284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1pPr>
              <a:lvl2pPr marL="742950" indent="-28575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2pPr>
              <a:lvl3pPr marL="11430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3pPr>
              <a:lvl4pPr marL="16002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4pPr>
              <a:lvl5pPr marL="20574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5pPr>
              <a:lvl6pPr marL="25146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6pPr>
              <a:lvl7pPr marL="29718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7pPr>
              <a:lvl8pPr marL="34290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8pPr>
              <a:lvl9pPr marL="38862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9pPr>
            </a:lstStyle>
            <a:p>
              <a:r>
                <a:rPr lang="en-US" altLang="ko-KR">
                  <a:solidFill>
                    <a:srgbClr val="000000"/>
                  </a:solidFill>
                </a:rPr>
                <a:t>T4</a:t>
              </a:r>
            </a:p>
          </p:txBody>
        </p:sp>
        <p:sp>
          <p:nvSpPr>
            <p:cNvPr id="17502" name="Rectangle 107">
              <a:extLst>
                <a:ext uri="{FF2B5EF4-FFF2-40B4-BE49-F238E27FC236}">
                  <a16:creationId xmlns:a16="http://schemas.microsoft.com/office/drawing/2014/main" id="{946C75C7-482C-F2D4-B1AF-E20A4517BA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65689" y="4278313"/>
              <a:ext cx="390525" cy="284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1pPr>
              <a:lvl2pPr marL="742950" indent="-28575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2pPr>
              <a:lvl3pPr marL="11430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3pPr>
              <a:lvl4pPr marL="16002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4pPr>
              <a:lvl5pPr marL="20574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5pPr>
              <a:lvl6pPr marL="25146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6pPr>
              <a:lvl7pPr marL="29718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7pPr>
              <a:lvl8pPr marL="34290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8pPr>
              <a:lvl9pPr marL="38862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9pPr>
            </a:lstStyle>
            <a:p>
              <a:r>
                <a:rPr lang="en-US" altLang="ko-KR">
                  <a:solidFill>
                    <a:srgbClr val="000000"/>
                  </a:solidFill>
                </a:rPr>
                <a:t>T5</a:t>
              </a:r>
            </a:p>
          </p:txBody>
        </p:sp>
        <p:sp>
          <p:nvSpPr>
            <p:cNvPr id="17503" name="Rectangle 108">
              <a:extLst>
                <a:ext uri="{FF2B5EF4-FFF2-40B4-BE49-F238E27FC236}">
                  <a16:creationId xmlns:a16="http://schemas.microsoft.com/office/drawing/2014/main" id="{4EC44AF3-DC46-037F-0F38-84D7C7550F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64151" y="4605338"/>
              <a:ext cx="390525" cy="284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1pPr>
              <a:lvl2pPr marL="742950" indent="-28575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2pPr>
              <a:lvl3pPr marL="11430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3pPr>
              <a:lvl4pPr marL="16002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4pPr>
              <a:lvl5pPr marL="20574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5pPr>
              <a:lvl6pPr marL="25146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6pPr>
              <a:lvl7pPr marL="29718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7pPr>
              <a:lvl8pPr marL="34290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8pPr>
              <a:lvl9pPr marL="38862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9pPr>
            </a:lstStyle>
            <a:p>
              <a:r>
                <a:rPr lang="en-US" altLang="ko-KR">
                  <a:solidFill>
                    <a:srgbClr val="000000"/>
                  </a:solidFill>
                </a:rPr>
                <a:t>T5</a:t>
              </a:r>
            </a:p>
          </p:txBody>
        </p:sp>
        <p:sp>
          <p:nvSpPr>
            <p:cNvPr id="17504" name="Rectangle 109">
              <a:extLst>
                <a:ext uri="{FF2B5EF4-FFF2-40B4-BE49-F238E27FC236}">
                  <a16:creationId xmlns:a16="http://schemas.microsoft.com/office/drawing/2014/main" id="{49FB7B63-3799-B948-4B66-5CCA51CE57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61026" y="4921251"/>
              <a:ext cx="390525" cy="284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1pPr>
              <a:lvl2pPr marL="742950" indent="-28575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2pPr>
              <a:lvl3pPr marL="11430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3pPr>
              <a:lvl4pPr marL="16002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4pPr>
              <a:lvl5pPr marL="20574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5pPr>
              <a:lvl6pPr marL="25146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6pPr>
              <a:lvl7pPr marL="29718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7pPr>
              <a:lvl8pPr marL="34290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8pPr>
              <a:lvl9pPr marL="38862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9pPr>
            </a:lstStyle>
            <a:p>
              <a:r>
                <a:rPr lang="en-US" altLang="ko-KR">
                  <a:solidFill>
                    <a:srgbClr val="000000"/>
                  </a:solidFill>
                </a:rPr>
                <a:t>T5</a:t>
              </a:r>
            </a:p>
          </p:txBody>
        </p:sp>
        <p:sp>
          <p:nvSpPr>
            <p:cNvPr id="17505" name="Rectangle 110">
              <a:extLst>
                <a:ext uri="{FF2B5EF4-FFF2-40B4-BE49-F238E27FC236}">
                  <a16:creationId xmlns:a16="http://schemas.microsoft.com/office/drawing/2014/main" id="{F7373586-CEB1-D9D0-302D-2573CD9FD0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56314" y="5237163"/>
              <a:ext cx="390525" cy="284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1pPr>
              <a:lvl2pPr marL="742950" indent="-28575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2pPr>
              <a:lvl3pPr marL="11430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3pPr>
              <a:lvl4pPr marL="16002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4pPr>
              <a:lvl5pPr marL="20574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5pPr>
              <a:lvl6pPr marL="25146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6pPr>
              <a:lvl7pPr marL="29718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7pPr>
              <a:lvl8pPr marL="34290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8pPr>
              <a:lvl9pPr marL="38862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9pPr>
            </a:lstStyle>
            <a:p>
              <a:r>
                <a:rPr lang="en-US" altLang="ko-KR">
                  <a:solidFill>
                    <a:srgbClr val="000000"/>
                  </a:solidFill>
                </a:rPr>
                <a:t>T5</a:t>
              </a:r>
            </a:p>
          </p:txBody>
        </p:sp>
        <p:sp>
          <p:nvSpPr>
            <p:cNvPr id="17506" name="Rectangle 111">
              <a:extLst>
                <a:ext uri="{FF2B5EF4-FFF2-40B4-BE49-F238E27FC236}">
                  <a16:creationId xmlns:a16="http://schemas.microsoft.com/office/drawing/2014/main" id="{D02F2BA9-6EEB-DD31-B2E1-97BAD2270B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56364" y="5237163"/>
              <a:ext cx="390525" cy="284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1pPr>
              <a:lvl2pPr marL="742950" indent="-28575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2pPr>
              <a:lvl3pPr marL="11430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3pPr>
              <a:lvl4pPr marL="16002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4pPr>
              <a:lvl5pPr marL="20574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5pPr>
              <a:lvl6pPr marL="25146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6pPr>
              <a:lvl7pPr marL="29718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7pPr>
              <a:lvl8pPr marL="34290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8pPr>
              <a:lvl9pPr marL="38862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9pPr>
            </a:lstStyle>
            <a:p>
              <a:r>
                <a:rPr lang="en-US" altLang="ko-KR">
                  <a:solidFill>
                    <a:srgbClr val="000000"/>
                  </a:solidFill>
                </a:rPr>
                <a:t>T6</a:t>
              </a:r>
            </a:p>
          </p:txBody>
        </p:sp>
        <p:sp>
          <p:nvSpPr>
            <p:cNvPr id="17507" name="Rectangle 112">
              <a:extLst>
                <a:ext uri="{FF2B5EF4-FFF2-40B4-BE49-F238E27FC236}">
                  <a16:creationId xmlns:a16="http://schemas.microsoft.com/office/drawing/2014/main" id="{D64CD84F-06A7-4A88-A79A-43AF8F8AEE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56314" y="4921251"/>
              <a:ext cx="390525" cy="284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1pPr>
              <a:lvl2pPr marL="742950" indent="-28575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2pPr>
              <a:lvl3pPr marL="11430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3pPr>
              <a:lvl4pPr marL="16002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4pPr>
              <a:lvl5pPr marL="20574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5pPr>
              <a:lvl6pPr marL="25146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6pPr>
              <a:lvl7pPr marL="29718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7pPr>
              <a:lvl8pPr marL="34290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8pPr>
              <a:lvl9pPr marL="38862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9pPr>
            </a:lstStyle>
            <a:p>
              <a:r>
                <a:rPr lang="en-US" altLang="ko-KR">
                  <a:solidFill>
                    <a:srgbClr val="000000"/>
                  </a:solidFill>
                </a:rPr>
                <a:t>T6</a:t>
              </a:r>
            </a:p>
          </p:txBody>
        </p:sp>
        <p:sp>
          <p:nvSpPr>
            <p:cNvPr id="17508" name="Rectangle 113">
              <a:extLst>
                <a:ext uri="{FF2B5EF4-FFF2-40B4-BE49-F238E27FC236}">
                  <a16:creationId xmlns:a16="http://schemas.microsoft.com/office/drawing/2014/main" id="{A74DC509-F814-D95D-5257-0DA85BBC91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59439" y="4595813"/>
              <a:ext cx="390525" cy="284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1pPr>
              <a:lvl2pPr marL="742950" indent="-28575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2pPr>
              <a:lvl3pPr marL="11430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3pPr>
              <a:lvl4pPr marL="16002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4pPr>
              <a:lvl5pPr marL="20574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5pPr>
              <a:lvl6pPr marL="25146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6pPr>
              <a:lvl7pPr marL="29718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7pPr>
              <a:lvl8pPr marL="34290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8pPr>
              <a:lvl9pPr marL="38862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9pPr>
            </a:lstStyle>
            <a:p>
              <a:r>
                <a:rPr lang="en-US" altLang="ko-KR">
                  <a:solidFill>
                    <a:srgbClr val="000000"/>
                  </a:solidFill>
                </a:rPr>
                <a:t>T6</a:t>
              </a:r>
            </a:p>
          </p:txBody>
        </p:sp>
        <p:sp>
          <p:nvSpPr>
            <p:cNvPr id="17509" name="Rectangle 114">
              <a:extLst>
                <a:ext uri="{FF2B5EF4-FFF2-40B4-BE49-F238E27FC236}">
                  <a16:creationId xmlns:a16="http://schemas.microsoft.com/office/drawing/2014/main" id="{7D6EF8C4-A369-9F03-DAC5-059A746EAC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64151" y="4278313"/>
              <a:ext cx="390525" cy="284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1pPr>
              <a:lvl2pPr marL="742950" indent="-28575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2pPr>
              <a:lvl3pPr marL="11430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3pPr>
              <a:lvl4pPr marL="16002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4pPr>
              <a:lvl5pPr marL="20574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5pPr>
              <a:lvl6pPr marL="25146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6pPr>
              <a:lvl7pPr marL="29718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7pPr>
              <a:lvl8pPr marL="34290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8pPr>
              <a:lvl9pPr marL="38862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9pPr>
            </a:lstStyle>
            <a:p>
              <a:r>
                <a:rPr lang="en-US" altLang="ko-KR">
                  <a:solidFill>
                    <a:srgbClr val="000000"/>
                  </a:solidFill>
                </a:rPr>
                <a:t>T6</a:t>
              </a:r>
            </a:p>
          </p:txBody>
        </p:sp>
        <p:sp>
          <p:nvSpPr>
            <p:cNvPr id="17510" name="Rectangle 115">
              <a:extLst>
                <a:ext uri="{FF2B5EF4-FFF2-40B4-BE49-F238E27FC236}">
                  <a16:creationId xmlns:a16="http://schemas.microsoft.com/office/drawing/2014/main" id="{1DC89AB0-F36E-0329-7218-5A21553437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27875" y="4057651"/>
              <a:ext cx="1257300" cy="284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1pPr>
              <a:lvl2pPr marL="742950" indent="-28575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2pPr>
              <a:lvl3pPr marL="11430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3pPr>
              <a:lvl4pPr marL="16002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4pPr>
              <a:lvl5pPr marL="20574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5pPr>
              <a:lvl6pPr marL="25146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6pPr>
              <a:lvl7pPr marL="29718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7pPr>
              <a:lvl8pPr marL="34290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8pPr>
              <a:lvl9pPr marL="38862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9pPr>
            </a:lstStyle>
            <a:p>
              <a:r>
                <a:rPr lang="en-US" altLang="ko-KR">
                  <a:solidFill>
                    <a:srgbClr val="000000"/>
                  </a:solidFill>
                </a:rPr>
                <a:t>Clock cycles</a:t>
              </a:r>
            </a:p>
          </p:txBody>
        </p:sp>
        <p:sp>
          <p:nvSpPr>
            <p:cNvPr id="17511" name="Rectangle 117">
              <a:extLst>
                <a:ext uri="{FF2B5EF4-FFF2-40B4-BE49-F238E27FC236}">
                  <a16:creationId xmlns:a16="http://schemas.microsoft.com/office/drawing/2014/main" id="{3B1F2E92-8EF7-B975-518D-7E3F9ACE65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2013" y="4267201"/>
              <a:ext cx="933450" cy="284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1pPr>
              <a:lvl2pPr marL="742950" indent="-28575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2pPr>
              <a:lvl3pPr marL="11430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3pPr>
              <a:lvl4pPr marL="16002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4pPr>
              <a:lvl5pPr marL="20574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5pPr>
              <a:lvl6pPr marL="25146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6pPr>
              <a:lvl7pPr marL="29718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7pPr>
              <a:lvl8pPr marL="34290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8pPr>
              <a:lvl9pPr marL="38862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9pPr>
            </a:lstStyle>
            <a:p>
              <a:r>
                <a:rPr lang="en-US" altLang="ko-KR">
                  <a:solidFill>
                    <a:srgbClr val="000000"/>
                  </a:solidFill>
                </a:rPr>
                <a:t>Segment</a:t>
              </a:r>
            </a:p>
          </p:txBody>
        </p:sp>
        <p:sp>
          <p:nvSpPr>
            <p:cNvPr id="17512" name="Rectangle 118">
              <a:extLst>
                <a:ext uri="{FF2B5EF4-FFF2-40B4-BE49-F238E27FC236}">
                  <a16:creationId xmlns:a16="http://schemas.microsoft.com/office/drawing/2014/main" id="{9C0CBF6E-E4FF-4BA8-68F8-242C60D244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84501" y="4278313"/>
              <a:ext cx="282575" cy="284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1pPr>
              <a:lvl2pPr marL="742950" indent="-28575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2pPr>
              <a:lvl3pPr marL="11430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3pPr>
              <a:lvl4pPr marL="16002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4pPr>
              <a:lvl5pPr marL="20574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5pPr>
              <a:lvl6pPr marL="25146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6pPr>
              <a:lvl7pPr marL="29718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7pPr>
              <a:lvl8pPr marL="34290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8pPr>
              <a:lvl9pPr marL="38862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9pPr>
            </a:lstStyle>
            <a:p>
              <a:r>
                <a:rPr lang="en-US" altLang="ko-KR">
                  <a:solidFill>
                    <a:srgbClr val="000000"/>
                  </a:solidFill>
                </a:rPr>
                <a:t>1</a:t>
              </a:r>
            </a:p>
          </p:txBody>
        </p:sp>
        <p:sp>
          <p:nvSpPr>
            <p:cNvPr id="17513" name="Rectangle 119">
              <a:extLst>
                <a:ext uri="{FF2B5EF4-FFF2-40B4-BE49-F238E27FC236}">
                  <a16:creationId xmlns:a16="http://schemas.microsoft.com/office/drawing/2014/main" id="{59D68019-37FB-5429-736A-C72CC056E1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84501" y="4595813"/>
              <a:ext cx="282575" cy="284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1pPr>
              <a:lvl2pPr marL="742950" indent="-28575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2pPr>
              <a:lvl3pPr marL="11430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3pPr>
              <a:lvl4pPr marL="16002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4pPr>
              <a:lvl5pPr marL="20574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5pPr>
              <a:lvl6pPr marL="25146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6pPr>
              <a:lvl7pPr marL="29718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7pPr>
              <a:lvl8pPr marL="34290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8pPr>
              <a:lvl9pPr marL="38862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9pPr>
            </a:lstStyle>
            <a:p>
              <a:r>
                <a:rPr lang="en-US" altLang="ko-KR">
                  <a:solidFill>
                    <a:srgbClr val="000000"/>
                  </a:solidFill>
                </a:rPr>
                <a:t>2</a:t>
              </a:r>
            </a:p>
          </p:txBody>
        </p:sp>
        <p:sp>
          <p:nvSpPr>
            <p:cNvPr id="17514" name="Rectangle 120">
              <a:extLst>
                <a:ext uri="{FF2B5EF4-FFF2-40B4-BE49-F238E27FC236}">
                  <a16:creationId xmlns:a16="http://schemas.microsoft.com/office/drawing/2014/main" id="{985BA555-8225-C1EF-BA2C-D79E8B4EC8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84501" y="4921251"/>
              <a:ext cx="282575" cy="284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1pPr>
              <a:lvl2pPr marL="742950" indent="-28575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2pPr>
              <a:lvl3pPr marL="11430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3pPr>
              <a:lvl4pPr marL="16002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4pPr>
              <a:lvl5pPr marL="20574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5pPr>
              <a:lvl6pPr marL="25146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6pPr>
              <a:lvl7pPr marL="29718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7pPr>
              <a:lvl8pPr marL="34290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8pPr>
              <a:lvl9pPr marL="38862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9pPr>
            </a:lstStyle>
            <a:p>
              <a:r>
                <a:rPr lang="en-US" altLang="ko-KR">
                  <a:solidFill>
                    <a:srgbClr val="000000"/>
                  </a:solidFill>
                </a:rPr>
                <a:t>3</a:t>
              </a:r>
            </a:p>
          </p:txBody>
        </p:sp>
        <p:sp>
          <p:nvSpPr>
            <p:cNvPr id="17515" name="Rectangle 121">
              <a:extLst>
                <a:ext uri="{FF2B5EF4-FFF2-40B4-BE49-F238E27FC236}">
                  <a16:creationId xmlns:a16="http://schemas.microsoft.com/office/drawing/2014/main" id="{5D84589B-A4A3-355E-64E6-577C4E64C0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84501" y="5249863"/>
              <a:ext cx="282575" cy="284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1pPr>
              <a:lvl2pPr marL="742950" indent="-28575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2pPr>
              <a:lvl3pPr marL="11430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3pPr>
              <a:lvl4pPr marL="16002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4pPr>
              <a:lvl5pPr marL="20574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5pPr>
              <a:lvl6pPr marL="25146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6pPr>
              <a:lvl7pPr marL="29718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7pPr>
              <a:lvl8pPr marL="34290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8pPr>
              <a:lvl9pPr marL="38862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9pPr>
            </a:lstStyle>
            <a:p>
              <a:r>
                <a:rPr lang="en-US" altLang="ko-KR">
                  <a:solidFill>
                    <a:srgbClr val="000000"/>
                  </a:solidFill>
                </a:rPr>
                <a:t>4</a:t>
              </a:r>
            </a:p>
          </p:txBody>
        </p:sp>
        <p:sp>
          <p:nvSpPr>
            <p:cNvPr id="17517" name="Line 124">
              <a:extLst>
                <a:ext uri="{FF2B5EF4-FFF2-40B4-BE49-F238E27FC236}">
                  <a16:creationId xmlns:a16="http://schemas.microsoft.com/office/drawing/2014/main" id="{17CC4170-9EE8-B613-9195-0C6E671D8C2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130800" y="1657351"/>
              <a:ext cx="0" cy="290513"/>
            </a:xfrm>
            <a:prstGeom prst="line">
              <a:avLst/>
            </a:prstGeom>
            <a:noFill/>
            <a:ln w="25399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518" name="Line 126">
              <a:extLst>
                <a:ext uri="{FF2B5EF4-FFF2-40B4-BE49-F238E27FC236}">
                  <a16:creationId xmlns:a16="http://schemas.microsoft.com/office/drawing/2014/main" id="{256E4836-3B19-6669-5069-499309B193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49763" y="4029076"/>
              <a:ext cx="0" cy="1465263"/>
            </a:xfrm>
            <a:prstGeom prst="line">
              <a:avLst/>
            </a:prstGeom>
            <a:noFill/>
            <a:ln w="25399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3B749DC2-B0AB-A67E-B3BA-6BD382FC8998}"/>
              </a:ext>
            </a:extLst>
          </p:cNvPr>
          <p:cNvSpPr txBox="1"/>
          <p:nvPr/>
        </p:nvSpPr>
        <p:spPr>
          <a:xfrm>
            <a:off x="6302815" y="994341"/>
            <a:ext cx="7103891" cy="24993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20675" marR="1466215" lvl="1" indent="-228600">
              <a:lnSpc>
                <a:spcPct val="93000"/>
              </a:lnSpc>
              <a:spcBef>
                <a:spcPts val="940"/>
              </a:spcBef>
              <a:spcAft>
                <a:spcPts val="0"/>
              </a:spcAft>
              <a:buClr>
                <a:srgbClr val="D01608"/>
              </a:buClr>
              <a:buSzPts val="1100"/>
              <a:buFont typeface="Wingdings" pitchFamily="2" charset="2"/>
              <a:buChar char=""/>
              <a:tabLst>
                <a:tab pos="1463675" algn="l"/>
              </a:tabLst>
            </a:pPr>
            <a:r>
              <a:rPr lang="en-US" sz="1600" dirty="0">
                <a:effectLst/>
                <a:latin typeface="Arial MT"/>
                <a:ea typeface="Wingdings" pitchFamily="2" charset="2"/>
                <a:cs typeface="Wingdings" pitchFamily="2" charset="2"/>
              </a:rPr>
              <a:t>4</a:t>
            </a:r>
            <a:r>
              <a:rPr lang="en-US" sz="1600" spc="-25" dirty="0">
                <a:effectLst/>
                <a:latin typeface="Arial MT"/>
                <a:ea typeface="Wingdings" pitchFamily="2" charset="2"/>
                <a:cs typeface="Wingdings" pitchFamily="2" charset="2"/>
              </a:rPr>
              <a:t> </a:t>
            </a:r>
            <a:r>
              <a:rPr lang="en-US" sz="1600" dirty="0">
                <a:effectLst/>
                <a:latin typeface="Arial MT"/>
                <a:ea typeface="Wingdings" pitchFamily="2" charset="2"/>
                <a:cs typeface="Wingdings" pitchFamily="2" charset="2"/>
              </a:rPr>
              <a:t>segment pipeline</a:t>
            </a:r>
            <a:r>
              <a:rPr lang="en-US" sz="1600" spc="-35" dirty="0">
                <a:effectLst/>
                <a:latin typeface="Arial MT"/>
                <a:ea typeface="Wingdings" pitchFamily="2" charset="2"/>
                <a:cs typeface="Wingdings" pitchFamily="2" charset="2"/>
              </a:rPr>
              <a:t> </a:t>
            </a:r>
            <a:r>
              <a:rPr lang="en-US" sz="1600" dirty="0">
                <a:effectLst/>
                <a:latin typeface="Arial MT"/>
                <a:ea typeface="Wingdings" pitchFamily="2" charset="2"/>
                <a:cs typeface="Wingdings" pitchFamily="2" charset="2"/>
              </a:rPr>
              <a:t>: the operand</a:t>
            </a:r>
            <a:r>
              <a:rPr lang="en-US" sz="1600" spc="5" dirty="0">
                <a:effectLst/>
                <a:latin typeface="Arial MT"/>
                <a:ea typeface="Wingdings" pitchFamily="2" charset="2"/>
                <a:cs typeface="Wingdings" pitchFamily="2" charset="2"/>
              </a:rPr>
              <a:t> </a:t>
            </a:r>
            <a:r>
              <a:rPr lang="en-US" sz="1600" dirty="0">
                <a:effectLst/>
                <a:latin typeface="Arial MT"/>
                <a:ea typeface="Wingdings" pitchFamily="2" charset="2"/>
                <a:cs typeface="Wingdings" pitchFamily="2" charset="2"/>
              </a:rPr>
              <a:t>pass</a:t>
            </a:r>
            <a:r>
              <a:rPr lang="en-US" sz="1600" spc="-10" dirty="0">
                <a:effectLst/>
                <a:latin typeface="Arial MT"/>
                <a:ea typeface="Wingdings" pitchFamily="2" charset="2"/>
                <a:cs typeface="Wingdings" pitchFamily="2" charset="2"/>
              </a:rPr>
              <a:t> </a:t>
            </a:r>
            <a:r>
              <a:rPr lang="en-US" sz="1600" dirty="0">
                <a:effectLst/>
                <a:latin typeface="Arial MT"/>
                <a:ea typeface="Wingdings" pitchFamily="2" charset="2"/>
                <a:cs typeface="Wingdings" pitchFamily="2" charset="2"/>
              </a:rPr>
              <a:t>through</a:t>
            </a:r>
            <a:r>
              <a:rPr lang="en-US" sz="1600" spc="10" dirty="0">
                <a:latin typeface="Arial MT"/>
                <a:ea typeface="Wingdings" pitchFamily="2" charset="2"/>
                <a:cs typeface="Wingdings" pitchFamily="2" charset="2"/>
              </a:rPr>
              <a:t> </a:t>
            </a:r>
            <a:r>
              <a:rPr lang="en-US" sz="1600" dirty="0">
                <a:effectLst/>
                <a:latin typeface="Arial MT"/>
                <a:ea typeface="Wingdings" pitchFamily="2" charset="2"/>
                <a:cs typeface="Wingdings" pitchFamily="2" charset="2"/>
              </a:rPr>
              <a:t>all</a:t>
            </a:r>
            <a:r>
              <a:rPr lang="en-US" sz="1600" spc="-30" dirty="0">
                <a:effectLst/>
                <a:latin typeface="Arial MT"/>
                <a:ea typeface="Wingdings" pitchFamily="2" charset="2"/>
                <a:cs typeface="Wingdings" pitchFamily="2" charset="2"/>
              </a:rPr>
              <a:t> </a:t>
            </a:r>
            <a:r>
              <a:rPr lang="en-US" sz="1600" dirty="0">
                <a:effectLst/>
                <a:latin typeface="Arial MT"/>
                <a:ea typeface="Wingdings" pitchFamily="2" charset="2"/>
                <a:cs typeface="Wingdings" pitchFamily="2" charset="2"/>
              </a:rPr>
              <a:t>four</a:t>
            </a:r>
            <a:r>
              <a:rPr lang="en-US" sz="1600" spc="5" dirty="0">
                <a:effectLst/>
                <a:latin typeface="Arial MT"/>
                <a:ea typeface="Wingdings" pitchFamily="2" charset="2"/>
                <a:cs typeface="Wingdings" pitchFamily="2" charset="2"/>
              </a:rPr>
              <a:t> </a:t>
            </a:r>
            <a:r>
              <a:rPr lang="en-US" sz="1600" dirty="0">
                <a:effectLst/>
                <a:latin typeface="Arial MT"/>
                <a:ea typeface="Wingdings" pitchFamily="2" charset="2"/>
                <a:cs typeface="Wingdings" pitchFamily="2" charset="2"/>
              </a:rPr>
              <a:t>segments</a:t>
            </a:r>
            <a:r>
              <a:rPr lang="en-US" sz="1600" spc="5" dirty="0">
                <a:effectLst/>
                <a:latin typeface="Arial MT"/>
                <a:ea typeface="Wingdings" pitchFamily="2" charset="2"/>
                <a:cs typeface="Wingdings" pitchFamily="2" charset="2"/>
              </a:rPr>
              <a:t> </a:t>
            </a:r>
            <a:r>
              <a:rPr lang="en-US" sz="1600" dirty="0">
                <a:effectLst/>
                <a:latin typeface="Arial MT"/>
                <a:ea typeface="Wingdings" pitchFamily="2" charset="2"/>
                <a:cs typeface="Wingdings" pitchFamily="2" charset="2"/>
              </a:rPr>
              <a:t>in</a:t>
            </a:r>
            <a:r>
              <a:rPr lang="en-US" sz="1600" spc="-25" dirty="0">
                <a:effectLst/>
                <a:latin typeface="Arial MT"/>
                <a:ea typeface="Wingdings" pitchFamily="2" charset="2"/>
                <a:cs typeface="Wingdings" pitchFamily="2" charset="2"/>
              </a:rPr>
              <a:t> </a:t>
            </a:r>
            <a:r>
              <a:rPr lang="en-US" sz="1600" dirty="0">
                <a:effectLst/>
                <a:latin typeface="Arial MT"/>
                <a:ea typeface="Wingdings" pitchFamily="2" charset="2"/>
                <a:cs typeface="Wingdings" pitchFamily="2" charset="2"/>
              </a:rPr>
              <a:t>a</a:t>
            </a:r>
            <a:r>
              <a:rPr lang="en-US" sz="1600" spc="-425" dirty="0">
                <a:effectLst/>
                <a:latin typeface="Arial MT"/>
                <a:ea typeface="Wingdings" pitchFamily="2" charset="2"/>
                <a:cs typeface="Wingdings" pitchFamily="2" charset="2"/>
              </a:rPr>
              <a:t>       </a:t>
            </a:r>
            <a:r>
              <a:rPr lang="en-US" sz="1600" dirty="0">
                <a:effectLst/>
                <a:latin typeface="Arial MT"/>
                <a:ea typeface="Wingdings" pitchFamily="2" charset="2"/>
                <a:cs typeface="Wingdings" pitchFamily="2" charset="2"/>
              </a:rPr>
              <a:t>fixed sequence. </a:t>
            </a:r>
          </a:p>
          <a:p>
            <a:pPr marL="320675" marR="1466215" lvl="1" indent="-228600">
              <a:lnSpc>
                <a:spcPct val="93000"/>
              </a:lnSpc>
              <a:spcBef>
                <a:spcPts val="940"/>
              </a:spcBef>
              <a:spcAft>
                <a:spcPts val="0"/>
              </a:spcAft>
              <a:buClr>
                <a:srgbClr val="D01608"/>
              </a:buClr>
              <a:buSzPts val="1100"/>
              <a:buFont typeface="Wingdings" pitchFamily="2" charset="2"/>
              <a:buChar char=""/>
              <a:tabLst>
                <a:tab pos="1463675" algn="l"/>
              </a:tabLst>
            </a:pPr>
            <a:r>
              <a:rPr lang="en-US" sz="1600" dirty="0">
                <a:effectLst/>
                <a:latin typeface="Arial MT"/>
                <a:ea typeface="Wingdings" pitchFamily="2" charset="2"/>
                <a:cs typeface="Wingdings" pitchFamily="2" charset="2"/>
              </a:rPr>
              <a:t>Each segment consists of a combinational circuit, Si that</a:t>
            </a:r>
            <a:r>
              <a:rPr lang="en-US" sz="1600" spc="5" dirty="0">
                <a:effectLst/>
                <a:latin typeface="Arial MT"/>
                <a:ea typeface="Wingdings" pitchFamily="2" charset="2"/>
                <a:cs typeface="Wingdings" pitchFamily="2" charset="2"/>
              </a:rPr>
              <a:t> </a:t>
            </a:r>
            <a:r>
              <a:rPr lang="en-US" sz="1600" dirty="0">
                <a:effectLst/>
                <a:latin typeface="Arial MT"/>
                <a:ea typeface="Wingdings" pitchFamily="2" charset="2"/>
                <a:cs typeface="Wingdings" pitchFamily="2" charset="2"/>
              </a:rPr>
              <a:t>performs a sub operation over the data stream. </a:t>
            </a:r>
          </a:p>
          <a:p>
            <a:pPr marL="320675" marR="1466215" lvl="1" indent="-228600">
              <a:lnSpc>
                <a:spcPct val="93000"/>
              </a:lnSpc>
              <a:spcBef>
                <a:spcPts val="940"/>
              </a:spcBef>
              <a:spcAft>
                <a:spcPts val="0"/>
              </a:spcAft>
              <a:buClr>
                <a:srgbClr val="D01608"/>
              </a:buClr>
              <a:buSzPts val="1100"/>
              <a:buFont typeface="Wingdings" pitchFamily="2" charset="2"/>
              <a:buChar char=""/>
              <a:tabLst>
                <a:tab pos="1463675" algn="l"/>
              </a:tabLst>
            </a:pPr>
            <a:r>
              <a:rPr lang="en-US" sz="1600" dirty="0">
                <a:effectLst/>
                <a:latin typeface="Arial MT"/>
                <a:ea typeface="Wingdings" pitchFamily="2" charset="2"/>
                <a:cs typeface="Wingdings" pitchFamily="2" charset="2"/>
              </a:rPr>
              <a:t>The segments are</a:t>
            </a:r>
            <a:r>
              <a:rPr lang="en-US" sz="1600" spc="5" dirty="0">
                <a:effectLst/>
                <a:latin typeface="Arial MT"/>
                <a:ea typeface="Wingdings" pitchFamily="2" charset="2"/>
                <a:cs typeface="Wingdings" pitchFamily="2" charset="2"/>
              </a:rPr>
              <a:t> </a:t>
            </a:r>
            <a:r>
              <a:rPr lang="en-US" sz="1600" dirty="0">
                <a:effectLst/>
                <a:latin typeface="Arial MT"/>
                <a:ea typeface="Wingdings" pitchFamily="2" charset="2"/>
                <a:cs typeface="Wingdings" pitchFamily="2" charset="2"/>
              </a:rPr>
              <a:t>separated</a:t>
            </a:r>
            <a:r>
              <a:rPr lang="en-US" sz="1600" spc="-10" dirty="0">
                <a:effectLst/>
                <a:latin typeface="Arial MT"/>
                <a:ea typeface="Wingdings" pitchFamily="2" charset="2"/>
                <a:cs typeface="Wingdings" pitchFamily="2" charset="2"/>
              </a:rPr>
              <a:t> </a:t>
            </a:r>
            <a:r>
              <a:rPr lang="en-US" sz="1600" dirty="0">
                <a:effectLst/>
                <a:latin typeface="Arial MT"/>
                <a:ea typeface="Wingdings" pitchFamily="2" charset="2"/>
                <a:cs typeface="Wingdings" pitchFamily="2" charset="2"/>
              </a:rPr>
              <a:t>by</a:t>
            </a:r>
            <a:r>
              <a:rPr lang="en-US" sz="1600" spc="-5" dirty="0">
                <a:effectLst/>
                <a:latin typeface="Arial MT"/>
                <a:ea typeface="Wingdings" pitchFamily="2" charset="2"/>
                <a:cs typeface="Wingdings" pitchFamily="2" charset="2"/>
              </a:rPr>
              <a:t> </a:t>
            </a:r>
            <a:r>
              <a:rPr lang="en-US" sz="1600" dirty="0">
                <a:effectLst/>
                <a:latin typeface="Arial MT"/>
                <a:ea typeface="Wingdings" pitchFamily="2" charset="2"/>
                <a:cs typeface="Wingdings" pitchFamily="2" charset="2"/>
              </a:rPr>
              <a:t>the registers</a:t>
            </a:r>
            <a:r>
              <a:rPr lang="en-US" sz="1600" spc="5" dirty="0">
                <a:effectLst/>
                <a:latin typeface="Arial MT"/>
                <a:ea typeface="Wingdings" pitchFamily="2" charset="2"/>
                <a:cs typeface="Wingdings" pitchFamily="2" charset="2"/>
              </a:rPr>
              <a:t> </a:t>
            </a:r>
            <a:r>
              <a:rPr lang="en-US" sz="1600" dirty="0">
                <a:effectLst/>
                <a:latin typeface="Arial MT"/>
                <a:ea typeface="Wingdings" pitchFamily="2" charset="2"/>
                <a:cs typeface="Wingdings" pitchFamily="2" charset="2"/>
              </a:rPr>
              <a:t>to</a:t>
            </a:r>
            <a:r>
              <a:rPr lang="en-US" sz="1600" spc="5" dirty="0">
                <a:effectLst/>
                <a:latin typeface="Arial MT"/>
                <a:ea typeface="Wingdings" pitchFamily="2" charset="2"/>
                <a:cs typeface="Wingdings" pitchFamily="2" charset="2"/>
              </a:rPr>
              <a:t> </a:t>
            </a:r>
            <a:r>
              <a:rPr lang="en-US" sz="1600" dirty="0">
                <a:effectLst/>
                <a:latin typeface="Arial MT"/>
                <a:ea typeface="Wingdings" pitchFamily="2" charset="2"/>
                <a:cs typeface="Wingdings" pitchFamily="2" charset="2"/>
              </a:rPr>
              <a:t>hold</a:t>
            </a:r>
            <a:r>
              <a:rPr lang="en-US" sz="1600" spc="-10" dirty="0">
                <a:effectLst/>
                <a:latin typeface="Arial MT"/>
                <a:ea typeface="Wingdings" pitchFamily="2" charset="2"/>
                <a:cs typeface="Wingdings" pitchFamily="2" charset="2"/>
              </a:rPr>
              <a:t> </a:t>
            </a:r>
            <a:r>
              <a:rPr lang="en-US" sz="1600" dirty="0">
                <a:effectLst/>
                <a:latin typeface="Arial MT"/>
                <a:ea typeface="Wingdings" pitchFamily="2" charset="2"/>
                <a:cs typeface="Wingdings" pitchFamily="2" charset="2"/>
              </a:rPr>
              <a:t>the</a:t>
            </a:r>
            <a:r>
              <a:rPr lang="en-US" sz="1600" spc="10" dirty="0">
                <a:effectLst/>
                <a:latin typeface="Arial MT"/>
                <a:ea typeface="Wingdings" pitchFamily="2" charset="2"/>
                <a:cs typeface="Wingdings" pitchFamily="2" charset="2"/>
              </a:rPr>
              <a:t> </a:t>
            </a:r>
            <a:r>
              <a:rPr lang="en-US" sz="1600" dirty="0">
                <a:effectLst/>
                <a:latin typeface="Arial MT"/>
                <a:ea typeface="Wingdings" pitchFamily="2" charset="2"/>
                <a:cs typeface="Wingdings" pitchFamily="2" charset="2"/>
              </a:rPr>
              <a:t>intermediate</a:t>
            </a:r>
            <a:r>
              <a:rPr lang="en-US" sz="1600" spc="-10" dirty="0">
                <a:effectLst/>
                <a:latin typeface="Arial MT"/>
                <a:ea typeface="Wingdings" pitchFamily="2" charset="2"/>
                <a:cs typeface="Wingdings" pitchFamily="2" charset="2"/>
              </a:rPr>
              <a:t> </a:t>
            </a:r>
            <a:r>
              <a:rPr lang="en-US" sz="1600" dirty="0">
                <a:effectLst/>
                <a:latin typeface="Arial MT"/>
                <a:ea typeface="Wingdings" pitchFamily="2" charset="2"/>
                <a:cs typeface="Wingdings" pitchFamily="2" charset="2"/>
              </a:rPr>
              <a:t>results.</a:t>
            </a:r>
          </a:p>
          <a:p>
            <a:pPr marL="320675" marR="1466215" lvl="1" indent="-228600">
              <a:lnSpc>
                <a:spcPct val="93000"/>
              </a:lnSpc>
              <a:spcBef>
                <a:spcPts val="940"/>
              </a:spcBef>
              <a:spcAft>
                <a:spcPts val="0"/>
              </a:spcAft>
              <a:buClr>
                <a:srgbClr val="D01608"/>
              </a:buClr>
              <a:buSzPts val="1100"/>
              <a:buFont typeface="Wingdings" pitchFamily="2" charset="2"/>
              <a:buChar char=""/>
              <a:tabLst>
                <a:tab pos="1463675" algn="l"/>
              </a:tabLst>
            </a:pPr>
            <a:r>
              <a:rPr lang="en-US" sz="1600" dirty="0">
                <a:latin typeface="Arial MT"/>
                <a:ea typeface="Wingdings" pitchFamily="2" charset="2"/>
                <a:cs typeface="Wingdings" pitchFamily="2" charset="2"/>
              </a:rPr>
              <a:t>Information flows between adjacent stages under common control of clock applied to all registers simultaneously.</a:t>
            </a:r>
            <a:endParaRPr lang="en-IN" sz="1100" dirty="0">
              <a:effectLst/>
              <a:latin typeface="Arial MT"/>
              <a:ea typeface="Wingdings" pitchFamily="2" charset="2"/>
              <a:cs typeface="Wingdings" pitchFamily="2" charset="2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FBA161-BE26-8E77-94F3-7F6E099D52E0}"/>
              </a:ext>
            </a:extLst>
          </p:cNvPr>
          <p:cNvSpPr txBox="1"/>
          <p:nvPr/>
        </p:nvSpPr>
        <p:spPr>
          <a:xfrm>
            <a:off x="5980274" y="3849582"/>
            <a:ext cx="6030212" cy="14952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>
              <a:spcBef>
                <a:spcPts val="330"/>
              </a:spcBef>
              <a:spcAft>
                <a:spcPts val="0"/>
              </a:spcAft>
              <a:buClr>
                <a:srgbClr val="D01608"/>
              </a:buClr>
              <a:buSzPts val="1100"/>
              <a:buFont typeface="Wingdings" pitchFamily="2" charset="2"/>
              <a:buChar char=""/>
              <a:tabLst>
                <a:tab pos="1463675" algn="l"/>
              </a:tabLst>
            </a:pPr>
            <a:r>
              <a:rPr lang="en-US" sz="1600" dirty="0">
                <a:effectLst/>
                <a:latin typeface="Arial MT"/>
                <a:ea typeface="Wingdings" pitchFamily="2" charset="2"/>
                <a:cs typeface="Wingdings" pitchFamily="2" charset="2"/>
              </a:rPr>
              <a:t>Space-time</a:t>
            </a:r>
            <a:r>
              <a:rPr lang="en-US" sz="1600" spc="-25" dirty="0">
                <a:effectLst/>
                <a:latin typeface="Arial MT"/>
                <a:ea typeface="Wingdings" pitchFamily="2" charset="2"/>
                <a:cs typeface="Wingdings" pitchFamily="2" charset="2"/>
              </a:rPr>
              <a:t> </a:t>
            </a:r>
            <a:r>
              <a:rPr lang="en-US" sz="1600" dirty="0">
                <a:effectLst/>
                <a:latin typeface="Arial MT"/>
                <a:ea typeface="Wingdings" pitchFamily="2" charset="2"/>
                <a:cs typeface="Wingdings" pitchFamily="2" charset="2"/>
              </a:rPr>
              <a:t>diagram : illustrates behavior of pipeline</a:t>
            </a:r>
            <a:endParaRPr lang="en-IN" sz="1600" dirty="0">
              <a:effectLst/>
              <a:latin typeface="Arial MT"/>
              <a:ea typeface="Wingdings" pitchFamily="2" charset="2"/>
              <a:cs typeface="Wingdings" pitchFamily="2" charset="2"/>
            </a:endParaRPr>
          </a:p>
          <a:p>
            <a:pPr marL="801688" indent="-133350">
              <a:spcBef>
                <a:spcPts val="735"/>
              </a:spcBef>
              <a:spcAft>
                <a:spcPts val="0"/>
              </a:spcAft>
            </a:pPr>
            <a:r>
              <a:rPr lang="en-US" sz="1600" dirty="0">
                <a:solidFill>
                  <a:srgbClr val="000082"/>
                </a:solidFill>
                <a:effectLst/>
                <a:latin typeface="Arial MT"/>
                <a:ea typeface="Arial MT"/>
                <a:cs typeface="Arial MT"/>
              </a:rPr>
              <a:t>» Shows</a:t>
            </a:r>
            <a:r>
              <a:rPr lang="en-US" sz="1600" spc="-20" dirty="0">
                <a:solidFill>
                  <a:srgbClr val="000082"/>
                </a:solidFill>
                <a:effectLst/>
                <a:latin typeface="Arial MT"/>
                <a:ea typeface="Arial MT"/>
                <a:cs typeface="Arial MT"/>
              </a:rPr>
              <a:t> </a:t>
            </a:r>
            <a:r>
              <a:rPr lang="en-US" sz="1600" dirty="0">
                <a:solidFill>
                  <a:srgbClr val="000082"/>
                </a:solidFill>
                <a:effectLst/>
                <a:latin typeface="Arial MT"/>
                <a:ea typeface="Arial MT"/>
                <a:cs typeface="Arial MT"/>
              </a:rPr>
              <a:t>segment</a:t>
            </a:r>
            <a:r>
              <a:rPr lang="en-US" sz="1600" spc="-35" dirty="0">
                <a:solidFill>
                  <a:srgbClr val="000082"/>
                </a:solidFill>
                <a:effectLst/>
                <a:latin typeface="Arial MT"/>
                <a:ea typeface="Arial MT"/>
                <a:cs typeface="Arial MT"/>
              </a:rPr>
              <a:t> </a:t>
            </a:r>
            <a:r>
              <a:rPr lang="en-US" sz="1600" dirty="0">
                <a:solidFill>
                  <a:srgbClr val="000082"/>
                </a:solidFill>
                <a:effectLst/>
                <a:latin typeface="Arial MT"/>
                <a:ea typeface="Arial MT"/>
                <a:cs typeface="Arial MT"/>
              </a:rPr>
              <a:t>utilization</a:t>
            </a:r>
            <a:r>
              <a:rPr lang="en-US" sz="1600" spc="-40" dirty="0">
                <a:solidFill>
                  <a:srgbClr val="000082"/>
                </a:solidFill>
                <a:effectLst/>
                <a:latin typeface="Arial MT"/>
                <a:ea typeface="Arial MT"/>
                <a:cs typeface="Arial MT"/>
              </a:rPr>
              <a:t> </a:t>
            </a:r>
            <a:r>
              <a:rPr lang="en-US" sz="1600" dirty="0">
                <a:solidFill>
                  <a:srgbClr val="000082"/>
                </a:solidFill>
                <a:effectLst/>
                <a:latin typeface="Arial MT"/>
                <a:ea typeface="Arial MT"/>
                <a:cs typeface="Arial MT"/>
              </a:rPr>
              <a:t>as</a:t>
            </a:r>
            <a:r>
              <a:rPr lang="en-US" sz="1600" spc="-10" dirty="0">
                <a:solidFill>
                  <a:srgbClr val="000082"/>
                </a:solidFill>
                <a:effectLst/>
                <a:latin typeface="Arial MT"/>
                <a:ea typeface="Arial MT"/>
                <a:cs typeface="Arial MT"/>
              </a:rPr>
              <a:t> </a:t>
            </a:r>
            <a:r>
              <a:rPr lang="en-US" sz="1600" dirty="0">
                <a:solidFill>
                  <a:srgbClr val="000082"/>
                </a:solidFill>
                <a:effectLst/>
                <a:latin typeface="Arial MT"/>
                <a:ea typeface="Arial MT"/>
                <a:cs typeface="Arial MT"/>
              </a:rPr>
              <a:t>a function</a:t>
            </a:r>
            <a:r>
              <a:rPr lang="en-US" sz="1600" spc="-50" dirty="0">
                <a:solidFill>
                  <a:srgbClr val="000082"/>
                </a:solidFill>
                <a:effectLst/>
                <a:latin typeface="Arial MT"/>
                <a:ea typeface="Arial MT"/>
                <a:cs typeface="Arial MT"/>
              </a:rPr>
              <a:t> </a:t>
            </a:r>
            <a:r>
              <a:rPr lang="en-US" sz="1600" dirty="0">
                <a:solidFill>
                  <a:srgbClr val="000082"/>
                </a:solidFill>
                <a:effectLst/>
                <a:latin typeface="Arial MT"/>
                <a:ea typeface="Arial MT"/>
                <a:cs typeface="Arial MT"/>
              </a:rPr>
              <a:t>of time</a:t>
            </a:r>
            <a:endParaRPr lang="en-IN" sz="1600" dirty="0">
              <a:effectLst/>
              <a:latin typeface="Arial MT"/>
              <a:ea typeface="Arial MT"/>
              <a:cs typeface="Arial MT"/>
            </a:endParaRPr>
          </a:p>
          <a:p>
            <a:pPr marL="742950" lvl="1" indent="-285750">
              <a:spcBef>
                <a:spcPts val="855"/>
              </a:spcBef>
              <a:spcAft>
                <a:spcPts val="0"/>
              </a:spcAft>
              <a:buClr>
                <a:srgbClr val="D01608"/>
              </a:buClr>
              <a:buSzPts val="1100"/>
              <a:buFont typeface="Wingdings" pitchFamily="2" charset="2"/>
              <a:buChar char=""/>
              <a:tabLst>
                <a:tab pos="1463675" algn="l"/>
              </a:tabLst>
            </a:pPr>
            <a:r>
              <a:rPr lang="en-US" sz="1600" dirty="0">
                <a:effectLst/>
                <a:latin typeface="Arial MT"/>
                <a:ea typeface="Wingdings" pitchFamily="2" charset="2"/>
                <a:cs typeface="Wingdings" pitchFamily="2" charset="2"/>
              </a:rPr>
              <a:t>Task</a:t>
            </a:r>
            <a:r>
              <a:rPr lang="en-US" sz="1600" spc="-40" dirty="0">
                <a:effectLst/>
                <a:latin typeface="Arial MT"/>
                <a:ea typeface="Wingdings" pitchFamily="2" charset="2"/>
                <a:cs typeface="Wingdings" pitchFamily="2" charset="2"/>
              </a:rPr>
              <a:t> </a:t>
            </a:r>
            <a:r>
              <a:rPr lang="en-US" sz="1600" dirty="0">
                <a:effectLst/>
                <a:latin typeface="Arial MT"/>
                <a:ea typeface="Wingdings" pitchFamily="2" charset="2"/>
                <a:cs typeface="Wingdings" pitchFamily="2" charset="2"/>
              </a:rPr>
              <a:t>:</a:t>
            </a:r>
            <a:r>
              <a:rPr lang="en-US" sz="1600" spc="-20" dirty="0">
                <a:effectLst/>
                <a:latin typeface="Arial MT"/>
                <a:ea typeface="Wingdings" pitchFamily="2" charset="2"/>
                <a:cs typeface="Wingdings" pitchFamily="2" charset="2"/>
              </a:rPr>
              <a:t> </a:t>
            </a:r>
            <a:r>
              <a:rPr lang="en-US" sz="1600" dirty="0">
                <a:solidFill>
                  <a:srgbClr val="FF6600"/>
                </a:solidFill>
                <a:effectLst/>
                <a:latin typeface="Arial MT"/>
                <a:ea typeface="Wingdings" pitchFamily="2" charset="2"/>
                <a:cs typeface="Wingdings" pitchFamily="2" charset="2"/>
              </a:rPr>
              <a:t>T1,</a:t>
            </a:r>
            <a:r>
              <a:rPr lang="en-US" sz="1600" spc="-65" dirty="0">
                <a:solidFill>
                  <a:srgbClr val="FF6600"/>
                </a:solidFill>
                <a:effectLst/>
                <a:latin typeface="Arial MT"/>
                <a:ea typeface="Wingdings" pitchFamily="2" charset="2"/>
                <a:cs typeface="Wingdings" pitchFamily="2" charset="2"/>
              </a:rPr>
              <a:t> </a:t>
            </a:r>
            <a:r>
              <a:rPr lang="en-US" sz="1600" dirty="0">
                <a:solidFill>
                  <a:srgbClr val="FF6600"/>
                </a:solidFill>
                <a:effectLst/>
                <a:latin typeface="Arial MT"/>
                <a:ea typeface="Wingdings" pitchFamily="2" charset="2"/>
                <a:cs typeface="Wingdings" pitchFamily="2" charset="2"/>
              </a:rPr>
              <a:t>T2,</a:t>
            </a:r>
            <a:r>
              <a:rPr lang="en-US" sz="1600" spc="-65" dirty="0">
                <a:solidFill>
                  <a:srgbClr val="FF6600"/>
                </a:solidFill>
                <a:effectLst/>
                <a:latin typeface="Arial MT"/>
                <a:ea typeface="Wingdings" pitchFamily="2" charset="2"/>
                <a:cs typeface="Wingdings" pitchFamily="2" charset="2"/>
              </a:rPr>
              <a:t> </a:t>
            </a:r>
            <a:r>
              <a:rPr lang="en-US" sz="1600" dirty="0">
                <a:solidFill>
                  <a:srgbClr val="FF6600"/>
                </a:solidFill>
                <a:effectLst/>
                <a:latin typeface="Arial MT"/>
                <a:ea typeface="Wingdings" pitchFamily="2" charset="2"/>
                <a:cs typeface="Wingdings" pitchFamily="2" charset="2"/>
              </a:rPr>
              <a:t>T3,…,</a:t>
            </a:r>
            <a:r>
              <a:rPr lang="en-US" sz="1600" spc="-70" dirty="0">
                <a:solidFill>
                  <a:srgbClr val="FF6600"/>
                </a:solidFill>
                <a:effectLst/>
                <a:latin typeface="Arial MT"/>
                <a:ea typeface="Wingdings" pitchFamily="2" charset="2"/>
                <a:cs typeface="Wingdings" pitchFamily="2" charset="2"/>
              </a:rPr>
              <a:t> </a:t>
            </a:r>
            <a:r>
              <a:rPr lang="en-US" sz="1600" dirty="0">
                <a:solidFill>
                  <a:srgbClr val="FF6600"/>
                </a:solidFill>
                <a:effectLst/>
                <a:latin typeface="Arial MT"/>
                <a:ea typeface="Wingdings" pitchFamily="2" charset="2"/>
                <a:cs typeface="Wingdings" pitchFamily="2" charset="2"/>
              </a:rPr>
              <a:t>T6</a:t>
            </a:r>
            <a:r>
              <a:rPr lang="en-US" sz="1600" spc="-35" dirty="0">
                <a:solidFill>
                  <a:srgbClr val="FF6600"/>
                </a:solidFill>
                <a:effectLst/>
                <a:latin typeface="Arial MT"/>
                <a:ea typeface="Wingdings" pitchFamily="2" charset="2"/>
                <a:cs typeface="Wingdings" pitchFamily="2" charset="2"/>
              </a:rPr>
              <a:t> </a:t>
            </a:r>
            <a:r>
              <a:rPr lang="en-US" sz="1600" dirty="0">
                <a:solidFill>
                  <a:srgbClr val="FF6600"/>
                </a:solidFill>
                <a:effectLst/>
                <a:latin typeface="Arial MT"/>
                <a:ea typeface="Wingdings" pitchFamily="2" charset="2"/>
                <a:cs typeface="Wingdings" pitchFamily="2" charset="2"/>
              </a:rPr>
              <a:t>executed</a:t>
            </a:r>
            <a:r>
              <a:rPr lang="en-US" sz="1600" spc="-55" dirty="0">
                <a:solidFill>
                  <a:srgbClr val="FF6600"/>
                </a:solidFill>
                <a:effectLst/>
                <a:latin typeface="Arial MT"/>
                <a:ea typeface="Wingdings" pitchFamily="2" charset="2"/>
                <a:cs typeface="Wingdings" pitchFamily="2" charset="2"/>
              </a:rPr>
              <a:t> </a:t>
            </a:r>
            <a:r>
              <a:rPr lang="en-US" sz="1600" dirty="0">
                <a:solidFill>
                  <a:srgbClr val="FF6600"/>
                </a:solidFill>
                <a:effectLst/>
                <a:latin typeface="Arial MT"/>
                <a:ea typeface="Wingdings" pitchFamily="2" charset="2"/>
                <a:cs typeface="Wingdings" pitchFamily="2" charset="2"/>
              </a:rPr>
              <a:t>in</a:t>
            </a:r>
            <a:r>
              <a:rPr lang="en-US" sz="1600" spc="-35" dirty="0">
                <a:solidFill>
                  <a:srgbClr val="FF6600"/>
                </a:solidFill>
                <a:effectLst/>
                <a:latin typeface="Arial MT"/>
                <a:ea typeface="Wingdings" pitchFamily="2" charset="2"/>
                <a:cs typeface="Wingdings" pitchFamily="2" charset="2"/>
              </a:rPr>
              <a:t> </a:t>
            </a:r>
            <a:r>
              <a:rPr lang="en-US" sz="1600" dirty="0">
                <a:solidFill>
                  <a:srgbClr val="FF6600"/>
                </a:solidFill>
                <a:effectLst/>
                <a:latin typeface="Arial MT"/>
                <a:ea typeface="Wingdings" pitchFamily="2" charset="2"/>
                <a:cs typeface="Wingdings" pitchFamily="2" charset="2"/>
              </a:rPr>
              <a:t>four</a:t>
            </a:r>
            <a:r>
              <a:rPr lang="en-US" sz="1600" spc="-55" dirty="0">
                <a:solidFill>
                  <a:srgbClr val="FF6600"/>
                </a:solidFill>
                <a:effectLst/>
                <a:latin typeface="Arial MT"/>
                <a:ea typeface="Wingdings" pitchFamily="2" charset="2"/>
                <a:cs typeface="Wingdings" pitchFamily="2" charset="2"/>
              </a:rPr>
              <a:t> </a:t>
            </a:r>
            <a:r>
              <a:rPr lang="en-US" sz="1600" dirty="0">
                <a:solidFill>
                  <a:srgbClr val="FF6600"/>
                </a:solidFill>
                <a:effectLst/>
                <a:latin typeface="Arial MT"/>
                <a:ea typeface="Wingdings" pitchFamily="2" charset="2"/>
                <a:cs typeface="Wingdings" pitchFamily="2" charset="2"/>
              </a:rPr>
              <a:t>segments.</a:t>
            </a:r>
            <a:endParaRPr lang="en-IN" sz="1600" dirty="0">
              <a:effectLst/>
              <a:latin typeface="Arial MT"/>
              <a:ea typeface="Wingdings" pitchFamily="2" charset="2"/>
              <a:cs typeface="Wingdings" pitchFamily="2" charset="2"/>
            </a:endParaRPr>
          </a:p>
          <a:p>
            <a:pPr marL="801688" indent="-133350">
              <a:spcBef>
                <a:spcPts val="735"/>
              </a:spcBef>
              <a:spcAft>
                <a:spcPts val="0"/>
              </a:spcAft>
            </a:pPr>
            <a:r>
              <a:rPr lang="en-US" sz="1600" dirty="0">
                <a:solidFill>
                  <a:srgbClr val="000082"/>
                </a:solidFill>
                <a:effectLst/>
                <a:latin typeface="Arial MT"/>
                <a:ea typeface="Arial MT"/>
                <a:cs typeface="Arial MT"/>
              </a:rPr>
              <a:t>»Total</a:t>
            </a:r>
            <a:r>
              <a:rPr lang="en-US" sz="1600" spc="-45" dirty="0">
                <a:solidFill>
                  <a:srgbClr val="000082"/>
                </a:solidFill>
                <a:effectLst/>
                <a:latin typeface="Arial MT"/>
                <a:ea typeface="Arial MT"/>
                <a:cs typeface="Arial MT"/>
              </a:rPr>
              <a:t> </a:t>
            </a:r>
            <a:r>
              <a:rPr lang="en-US" sz="1600" dirty="0">
                <a:solidFill>
                  <a:srgbClr val="000082"/>
                </a:solidFill>
                <a:effectLst/>
                <a:latin typeface="Arial MT"/>
                <a:ea typeface="Arial MT"/>
                <a:cs typeface="Arial MT"/>
              </a:rPr>
              <a:t>operation</a:t>
            </a:r>
            <a:r>
              <a:rPr lang="en-US" sz="1600" spc="-65" dirty="0">
                <a:solidFill>
                  <a:srgbClr val="000082"/>
                </a:solidFill>
                <a:effectLst/>
                <a:latin typeface="Arial MT"/>
                <a:ea typeface="Arial MT"/>
                <a:cs typeface="Arial MT"/>
              </a:rPr>
              <a:t> </a:t>
            </a:r>
            <a:r>
              <a:rPr lang="en-US" sz="1600" dirty="0">
                <a:solidFill>
                  <a:srgbClr val="000082"/>
                </a:solidFill>
                <a:effectLst/>
                <a:latin typeface="Arial MT"/>
                <a:ea typeface="Arial MT"/>
                <a:cs typeface="Arial MT"/>
              </a:rPr>
              <a:t>performed</a:t>
            </a:r>
            <a:r>
              <a:rPr lang="en-US" sz="1600" spc="-60" dirty="0">
                <a:solidFill>
                  <a:srgbClr val="000082"/>
                </a:solidFill>
                <a:effectLst/>
                <a:latin typeface="Arial MT"/>
                <a:ea typeface="Arial MT"/>
                <a:cs typeface="Arial MT"/>
              </a:rPr>
              <a:t> </a:t>
            </a:r>
            <a:r>
              <a:rPr lang="en-US" sz="1600" dirty="0">
                <a:solidFill>
                  <a:srgbClr val="000082"/>
                </a:solidFill>
                <a:effectLst/>
                <a:latin typeface="Arial MT"/>
                <a:ea typeface="Arial MT"/>
                <a:cs typeface="Arial MT"/>
              </a:rPr>
              <a:t>going</a:t>
            </a:r>
            <a:r>
              <a:rPr lang="en-US" sz="1600" spc="-30" dirty="0">
                <a:solidFill>
                  <a:srgbClr val="000082"/>
                </a:solidFill>
                <a:effectLst/>
                <a:latin typeface="Arial MT"/>
                <a:ea typeface="Arial MT"/>
                <a:cs typeface="Arial MT"/>
              </a:rPr>
              <a:t> </a:t>
            </a:r>
            <a:r>
              <a:rPr lang="en-US" sz="1600" dirty="0">
                <a:solidFill>
                  <a:srgbClr val="000082"/>
                </a:solidFill>
                <a:effectLst/>
                <a:latin typeface="Arial MT"/>
                <a:ea typeface="Arial MT"/>
                <a:cs typeface="Arial MT"/>
              </a:rPr>
              <a:t>through</a:t>
            </a:r>
            <a:r>
              <a:rPr lang="en-US" sz="1600" spc="-60" dirty="0">
                <a:solidFill>
                  <a:srgbClr val="000082"/>
                </a:solidFill>
                <a:effectLst/>
                <a:latin typeface="Arial MT"/>
                <a:ea typeface="Arial MT"/>
                <a:cs typeface="Arial MT"/>
              </a:rPr>
              <a:t> </a:t>
            </a:r>
            <a:r>
              <a:rPr lang="en-US" sz="1600" dirty="0">
                <a:solidFill>
                  <a:srgbClr val="000082"/>
                </a:solidFill>
                <a:effectLst/>
                <a:latin typeface="Arial MT"/>
                <a:ea typeface="Arial MT"/>
                <a:cs typeface="Arial MT"/>
              </a:rPr>
              <a:t>all</a:t>
            </a:r>
            <a:r>
              <a:rPr lang="en-US" sz="1600" spc="-15" dirty="0">
                <a:solidFill>
                  <a:srgbClr val="000082"/>
                </a:solidFill>
                <a:effectLst/>
                <a:latin typeface="Arial MT"/>
                <a:ea typeface="Arial MT"/>
                <a:cs typeface="Arial MT"/>
              </a:rPr>
              <a:t> </a:t>
            </a:r>
            <a:r>
              <a:rPr lang="en-US" sz="1600" dirty="0">
                <a:solidFill>
                  <a:srgbClr val="000082"/>
                </a:solidFill>
                <a:effectLst/>
                <a:latin typeface="Arial MT"/>
                <a:ea typeface="Arial MT"/>
                <a:cs typeface="Arial MT"/>
              </a:rPr>
              <a:t>the</a:t>
            </a:r>
            <a:r>
              <a:rPr lang="en-US" sz="1600" spc="-45" dirty="0">
                <a:solidFill>
                  <a:srgbClr val="000082"/>
                </a:solidFill>
                <a:effectLst/>
                <a:latin typeface="Arial MT"/>
                <a:ea typeface="Arial MT"/>
                <a:cs typeface="Arial MT"/>
              </a:rPr>
              <a:t> </a:t>
            </a:r>
            <a:r>
              <a:rPr lang="en-US" sz="1600" dirty="0">
                <a:solidFill>
                  <a:srgbClr val="000082"/>
                </a:solidFill>
                <a:effectLst/>
                <a:latin typeface="Arial MT"/>
                <a:ea typeface="Arial MT"/>
                <a:cs typeface="Arial MT"/>
              </a:rPr>
              <a:t>segment</a:t>
            </a:r>
            <a:endParaRPr lang="en-IN" sz="1600" dirty="0">
              <a:effectLst/>
              <a:latin typeface="Arial MT"/>
              <a:ea typeface="Arial MT"/>
              <a:cs typeface="Arial MT"/>
            </a:endParaRPr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5FDE57C3-54C8-6C5E-9EBD-D649A4D7D97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605088" y="309803"/>
            <a:ext cx="7048500" cy="383695"/>
          </a:xfrm>
          <a:noFill/>
        </p:spPr>
        <p:txBody>
          <a:bodyPr anchor="ctr"/>
          <a:lstStyle/>
          <a:p>
            <a:r>
              <a:rPr lang="en-US" altLang="ko-KR" sz="2400">
                <a:solidFill>
                  <a:schemeClr val="tx1"/>
                </a:solidFill>
              </a:rPr>
              <a:t>PIPELINE  SPEEDUP</a:t>
            </a:r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DADA50AF-5636-B04C-AD22-613A232DA5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1651" y="914834"/>
            <a:ext cx="10378682" cy="6220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075" tIns="46038" rIns="92075" bIns="46038">
            <a:spAutoFit/>
          </a:bodyPr>
          <a:lstStyle>
            <a:lvl1pPr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5715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 lvl="1">
              <a:lnSpc>
                <a:spcPct val="91000"/>
              </a:lnSpc>
              <a:spcBef>
                <a:spcPct val="9000"/>
              </a:spcBef>
            </a:pPr>
            <a:r>
              <a:rPr lang="en-US" altLang="ko-KR" sz="1800" dirty="0"/>
              <a:t>n:   Number of tasks to be performed</a:t>
            </a:r>
          </a:p>
          <a:p>
            <a:pPr lvl="1">
              <a:lnSpc>
                <a:spcPct val="91000"/>
              </a:lnSpc>
              <a:spcBef>
                <a:spcPct val="9000"/>
              </a:spcBef>
            </a:pPr>
            <a:endParaRPr lang="en-US" altLang="ko-KR" sz="1800" dirty="0"/>
          </a:p>
          <a:p>
            <a:r>
              <a:rPr lang="en-US" altLang="ko-KR" sz="1800" dirty="0"/>
              <a:t>Conventional Machine (Non-Pipelined)</a:t>
            </a:r>
          </a:p>
          <a:p>
            <a:pPr lvl="1">
              <a:lnSpc>
                <a:spcPct val="91000"/>
              </a:lnSpc>
              <a:spcBef>
                <a:spcPct val="9000"/>
              </a:spcBef>
            </a:pPr>
            <a:r>
              <a:rPr lang="en-US" altLang="ko-KR" sz="1800" dirty="0" err="1"/>
              <a:t>t</a:t>
            </a:r>
            <a:r>
              <a:rPr lang="en-US" altLang="ko-KR" sz="1800" baseline="-25000" dirty="0" err="1"/>
              <a:t>n</a:t>
            </a:r>
            <a:r>
              <a:rPr lang="en-US" altLang="ko-KR" sz="1800" dirty="0"/>
              <a:t>:    Clock cycle </a:t>
            </a:r>
          </a:p>
          <a:p>
            <a:pPr lvl="1">
              <a:lnSpc>
                <a:spcPct val="91000"/>
              </a:lnSpc>
              <a:spcBef>
                <a:spcPct val="9000"/>
              </a:spcBef>
            </a:pPr>
            <a:r>
              <a:rPr lang="en-US" altLang="ko-KR" sz="1800" dirty="0">
                <a:latin typeface="Symbol" pitchFamily="2" charset="2"/>
              </a:rPr>
              <a:t>t</a:t>
            </a:r>
            <a:r>
              <a:rPr lang="en-US" altLang="ko-KR" sz="1800" baseline="-25000" dirty="0">
                <a:latin typeface="Symbol" pitchFamily="2" charset="2"/>
              </a:rPr>
              <a:t>1</a:t>
            </a:r>
            <a:r>
              <a:rPr lang="en-US" altLang="ko-KR" sz="1800" dirty="0"/>
              <a:t>:    Time required to complete the n tasks</a:t>
            </a:r>
          </a:p>
          <a:p>
            <a:pPr lvl="1">
              <a:lnSpc>
                <a:spcPct val="91000"/>
              </a:lnSpc>
              <a:spcBef>
                <a:spcPct val="9000"/>
              </a:spcBef>
            </a:pPr>
            <a:r>
              <a:rPr lang="en-US" altLang="ko-KR" sz="1800" dirty="0">
                <a:latin typeface="Symbol" pitchFamily="2" charset="2"/>
              </a:rPr>
              <a:t>t</a:t>
            </a:r>
            <a:r>
              <a:rPr lang="en-US" altLang="ko-KR" sz="1800" baseline="-25000" dirty="0">
                <a:latin typeface="Symbol" pitchFamily="2" charset="2"/>
              </a:rPr>
              <a:t>1</a:t>
            </a:r>
            <a:r>
              <a:rPr lang="en-US" altLang="ko-KR" sz="1800" dirty="0"/>
              <a:t> =   n * </a:t>
            </a:r>
            <a:r>
              <a:rPr lang="en-US" altLang="ko-KR" sz="1800" dirty="0" err="1"/>
              <a:t>t</a:t>
            </a:r>
            <a:r>
              <a:rPr lang="en-US" altLang="ko-KR" sz="1800" baseline="-25000" dirty="0" err="1"/>
              <a:t>n</a:t>
            </a:r>
            <a:endParaRPr lang="en-US" altLang="ko-KR" sz="1800" baseline="-25000" dirty="0"/>
          </a:p>
          <a:p>
            <a:endParaRPr lang="en-US" altLang="ko-KR" sz="1800" dirty="0"/>
          </a:p>
          <a:p>
            <a:r>
              <a:rPr lang="en-US" altLang="ko-KR" sz="1800" dirty="0"/>
              <a:t>Pipelined Machine (k stages)</a:t>
            </a:r>
          </a:p>
          <a:p>
            <a:pPr lvl="1">
              <a:lnSpc>
                <a:spcPct val="91000"/>
              </a:lnSpc>
              <a:spcBef>
                <a:spcPct val="9000"/>
              </a:spcBef>
            </a:pPr>
            <a:r>
              <a:rPr lang="en-US" altLang="ko-KR" sz="1800" dirty="0" err="1"/>
              <a:t>t</a:t>
            </a:r>
            <a:r>
              <a:rPr lang="en-US" altLang="ko-KR" sz="1800" baseline="-25000" dirty="0" err="1"/>
              <a:t>p</a:t>
            </a:r>
            <a:r>
              <a:rPr lang="en-US" altLang="ko-KR" sz="1800" dirty="0"/>
              <a:t>:   Clock cycle (time to complete each suboperation)</a:t>
            </a:r>
          </a:p>
          <a:p>
            <a:pPr lvl="1">
              <a:lnSpc>
                <a:spcPct val="91000"/>
              </a:lnSpc>
              <a:spcBef>
                <a:spcPct val="9000"/>
              </a:spcBef>
            </a:pPr>
            <a:r>
              <a:rPr lang="en-US" altLang="ko-KR" sz="1800" dirty="0" err="1">
                <a:latin typeface="Symbol" pitchFamily="2" charset="2"/>
              </a:rPr>
              <a:t>t</a:t>
            </a:r>
            <a:r>
              <a:rPr lang="en-US" altLang="ko-KR" sz="1800" baseline="-25000" dirty="0" err="1">
                <a:latin typeface="Symbol" pitchFamily="2" charset="2"/>
              </a:rPr>
              <a:t>k</a:t>
            </a:r>
            <a:r>
              <a:rPr lang="en-US" altLang="ko-KR" sz="1800" dirty="0"/>
              <a:t>:   Time required to complete the n tasks</a:t>
            </a:r>
          </a:p>
          <a:p>
            <a:pPr lvl="1">
              <a:lnSpc>
                <a:spcPct val="91000"/>
              </a:lnSpc>
              <a:spcBef>
                <a:spcPct val="9000"/>
              </a:spcBef>
            </a:pPr>
            <a:r>
              <a:rPr lang="en-US" altLang="ko-KR" sz="1800" dirty="0" err="1">
                <a:latin typeface="Symbol" pitchFamily="2" charset="2"/>
              </a:rPr>
              <a:t>t</a:t>
            </a:r>
            <a:r>
              <a:rPr lang="en-US" altLang="ko-KR" sz="1800" baseline="-25000" dirty="0" err="1">
                <a:latin typeface="Symbol" pitchFamily="2" charset="2"/>
              </a:rPr>
              <a:t>k</a:t>
            </a:r>
            <a:r>
              <a:rPr lang="en-US" altLang="ko-KR" sz="1800" dirty="0"/>
              <a:t> = (k + n - 1) * </a:t>
            </a:r>
            <a:r>
              <a:rPr lang="en-US" altLang="ko-KR" sz="1800" dirty="0" err="1"/>
              <a:t>t</a:t>
            </a:r>
            <a:r>
              <a:rPr lang="en-US" altLang="ko-KR" sz="1800" baseline="-25000" dirty="0" err="1"/>
              <a:t>p</a:t>
            </a:r>
            <a:endParaRPr lang="en-US" altLang="ko-KR" sz="1800" baseline="-25000" dirty="0"/>
          </a:p>
          <a:p>
            <a:pPr lvl="1">
              <a:lnSpc>
                <a:spcPct val="91000"/>
              </a:lnSpc>
              <a:spcBef>
                <a:spcPct val="9000"/>
              </a:spcBef>
            </a:pPr>
            <a:endParaRPr lang="en-US" altLang="ko-KR" sz="1800" dirty="0"/>
          </a:p>
          <a:p>
            <a:r>
              <a:rPr lang="en-US" altLang="ko-KR" sz="1800" dirty="0"/>
              <a:t>Speedup</a:t>
            </a:r>
          </a:p>
          <a:p>
            <a:pPr lvl="1">
              <a:lnSpc>
                <a:spcPct val="91000"/>
              </a:lnSpc>
              <a:spcBef>
                <a:spcPct val="9000"/>
              </a:spcBef>
            </a:pPr>
            <a:r>
              <a:rPr lang="en-US" altLang="ko-KR" sz="1800" dirty="0"/>
              <a:t>Speedup of a pipeline process over non-pipeline processing is given by</a:t>
            </a:r>
          </a:p>
          <a:p>
            <a:endParaRPr lang="en-US" altLang="ko-KR" sz="1800" dirty="0"/>
          </a:p>
          <a:p>
            <a:r>
              <a:rPr lang="en-US" altLang="ko-KR" sz="1800" dirty="0"/>
              <a:t>         </a:t>
            </a:r>
            <a:r>
              <a:rPr lang="en-US" altLang="ko-KR" sz="1800" dirty="0" err="1"/>
              <a:t>S</a:t>
            </a:r>
            <a:r>
              <a:rPr lang="en-US" altLang="ko-KR" sz="1800" baseline="-25000" dirty="0" err="1"/>
              <a:t>k</a:t>
            </a:r>
            <a:r>
              <a:rPr lang="en-US" altLang="ko-KR" sz="1800" dirty="0"/>
              <a:t> = n*</a:t>
            </a:r>
            <a:r>
              <a:rPr lang="en-US" altLang="ko-KR" sz="1800" dirty="0" err="1"/>
              <a:t>t</a:t>
            </a:r>
            <a:r>
              <a:rPr lang="en-US" altLang="ko-KR" sz="1800" baseline="-25000" dirty="0" err="1"/>
              <a:t>n</a:t>
            </a:r>
            <a:r>
              <a:rPr lang="en-US" altLang="ko-KR" sz="1800" dirty="0"/>
              <a:t> / (k + n - 1)*</a:t>
            </a:r>
            <a:r>
              <a:rPr lang="en-US" altLang="ko-KR" sz="1800" dirty="0" err="1"/>
              <a:t>t</a:t>
            </a:r>
            <a:r>
              <a:rPr lang="en-US" altLang="ko-KR" sz="1800" baseline="-25000" dirty="0" err="1"/>
              <a:t>p</a:t>
            </a:r>
            <a:endParaRPr lang="en-US" altLang="ko-KR" sz="1800" baseline="-25000" dirty="0"/>
          </a:p>
          <a:p>
            <a:pPr lvl="1">
              <a:lnSpc>
                <a:spcPct val="91000"/>
              </a:lnSpc>
              <a:spcBef>
                <a:spcPct val="9000"/>
              </a:spcBef>
            </a:pPr>
            <a:endParaRPr lang="en-US" altLang="ko-KR" sz="1800" dirty="0"/>
          </a:p>
          <a:p>
            <a:pPr lvl="1">
              <a:lnSpc>
                <a:spcPct val="91000"/>
              </a:lnSpc>
              <a:spcBef>
                <a:spcPct val="9000"/>
              </a:spcBef>
            </a:pPr>
            <a:r>
              <a:rPr lang="en-US" altLang="ko-KR" sz="1800" dirty="0"/>
              <a:t>As no. of tasks increases, n becomes much larger than k-1 and k+n-1 approaches n. Hence speed up becomes</a:t>
            </a:r>
          </a:p>
          <a:p>
            <a:pPr lvl="1">
              <a:lnSpc>
                <a:spcPct val="91000"/>
              </a:lnSpc>
              <a:spcBef>
                <a:spcPct val="9000"/>
              </a:spcBef>
            </a:pPr>
            <a:endParaRPr lang="en-US" altLang="ko-KR" sz="1800" dirty="0"/>
          </a:p>
          <a:p>
            <a:pPr lvl="1">
              <a:lnSpc>
                <a:spcPct val="91000"/>
              </a:lnSpc>
              <a:spcBef>
                <a:spcPct val="9000"/>
              </a:spcBef>
            </a:pPr>
            <a:endParaRPr lang="en-US" altLang="ko-KR" sz="1800" dirty="0"/>
          </a:p>
          <a:p>
            <a:endParaRPr lang="en-US" altLang="ko-KR" sz="1800" dirty="0"/>
          </a:p>
          <a:p>
            <a:pPr lvl="1">
              <a:lnSpc>
                <a:spcPct val="91000"/>
              </a:lnSpc>
              <a:spcBef>
                <a:spcPct val="9000"/>
              </a:spcBef>
            </a:pPr>
            <a:endParaRPr lang="en-US" altLang="ko-KR" sz="1800" dirty="0"/>
          </a:p>
        </p:txBody>
      </p:sp>
      <p:grpSp>
        <p:nvGrpSpPr>
          <p:cNvPr id="18436" name="Group 8">
            <a:extLst>
              <a:ext uri="{FF2B5EF4-FFF2-40B4-BE49-F238E27FC236}">
                <a16:creationId xmlns:a16="http://schemas.microsoft.com/office/drawing/2014/main" id="{E07B06DA-506A-76E0-A693-1A421E8D835A}"/>
              </a:ext>
            </a:extLst>
          </p:cNvPr>
          <p:cNvGrpSpPr>
            <a:grpSpLocks/>
          </p:cNvGrpSpPr>
          <p:nvPr/>
        </p:nvGrpSpPr>
        <p:grpSpPr bwMode="auto">
          <a:xfrm>
            <a:off x="1854201" y="1924050"/>
            <a:ext cx="960069" cy="1114544"/>
            <a:chOff x="150" y="1750"/>
            <a:chExt cx="437" cy="1015"/>
          </a:xfrm>
        </p:grpSpPr>
        <p:sp>
          <p:nvSpPr>
            <p:cNvPr id="18447" name="Rectangle 4">
              <a:extLst>
                <a:ext uri="{FF2B5EF4-FFF2-40B4-BE49-F238E27FC236}">
                  <a16:creationId xmlns:a16="http://schemas.microsoft.com/office/drawing/2014/main" id="{35EA784D-674D-09AF-48C4-3BE6BF37C1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4" y="1750"/>
              <a:ext cx="84" cy="3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1pPr>
              <a:lvl2pPr marL="742950" indent="-28575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2pPr>
              <a:lvl3pPr marL="11430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3pPr>
              <a:lvl4pPr marL="16002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4pPr>
              <a:lvl5pPr marL="20574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5pPr>
              <a:lvl6pPr marL="25146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6pPr>
              <a:lvl7pPr marL="29718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7pPr>
              <a:lvl8pPr marL="34290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8pPr>
              <a:lvl9pPr marL="38862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18448" name="Rectangle 5">
              <a:extLst>
                <a:ext uri="{FF2B5EF4-FFF2-40B4-BE49-F238E27FC236}">
                  <a16:creationId xmlns:a16="http://schemas.microsoft.com/office/drawing/2014/main" id="{D5C2CFFF-E19B-F023-CBC4-6DB4DBF67D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" y="2228"/>
              <a:ext cx="376" cy="3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marL="342900" indent="-3429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1pPr>
              <a:lvl2pPr marL="5715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2pPr>
              <a:lvl3pPr marL="11430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3pPr>
              <a:lvl4pPr marL="16002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4pPr>
              <a:lvl5pPr marL="20574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5pPr>
              <a:lvl6pPr marL="25146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6pPr>
              <a:lvl7pPr marL="29718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7pPr>
              <a:lvl8pPr marL="34290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8pPr>
              <a:lvl9pPr marL="38862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9pPr>
            </a:lstStyle>
            <a:p>
              <a:pPr lvl="1">
                <a:lnSpc>
                  <a:spcPct val="91000"/>
                </a:lnSpc>
                <a:spcBef>
                  <a:spcPct val="9000"/>
                </a:spcBef>
              </a:pPr>
              <a:r>
                <a:rPr lang="en-US" altLang="ko-KR" sz="1800"/>
                <a:t> </a:t>
              </a:r>
            </a:p>
          </p:txBody>
        </p:sp>
        <p:sp>
          <p:nvSpPr>
            <p:cNvPr id="18449" name="Rectangle 6">
              <a:extLst>
                <a:ext uri="{FF2B5EF4-FFF2-40B4-BE49-F238E27FC236}">
                  <a16:creationId xmlns:a16="http://schemas.microsoft.com/office/drawing/2014/main" id="{5BE62654-8C74-9FBA-A4E3-CC5F16CBB9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" y="2029"/>
              <a:ext cx="347" cy="3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marL="342900" indent="-3429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1pPr>
              <a:lvl2pPr marL="5715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2pPr>
              <a:lvl3pPr marL="11430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3pPr>
              <a:lvl4pPr marL="16002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4pPr>
              <a:lvl5pPr marL="20574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5pPr>
              <a:lvl6pPr marL="25146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6pPr>
              <a:lvl7pPr marL="29718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7pPr>
              <a:lvl8pPr marL="34290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8pPr>
              <a:lvl9pPr marL="38862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9pPr>
            </a:lstStyle>
            <a:p>
              <a:pPr lvl="1">
                <a:lnSpc>
                  <a:spcPct val="91000"/>
                </a:lnSpc>
                <a:spcBef>
                  <a:spcPct val="9000"/>
                </a:spcBef>
              </a:pPr>
              <a:endParaRPr lang="en-US" altLang="en-US" sz="1800"/>
            </a:p>
          </p:txBody>
        </p:sp>
        <p:sp>
          <p:nvSpPr>
            <p:cNvPr id="18450" name="Rectangle 7">
              <a:extLst>
                <a:ext uri="{FF2B5EF4-FFF2-40B4-BE49-F238E27FC236}">
                  <a16:creationId xmlns:a16="http://schemas.microsoft.com/office/drawing/2014/main" id="{07A6CB0B-D455-2E76-0DB4-ED127FC42D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2" y="2453"/>
              <a:ext cx="85" cy="3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1pPr>
              <a:lvl2pPr marL="742950" indent="-28575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2pPr>
              <a:lvl3pPr marL="11430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3pPr>
              <a:lvl4pPr marL="16002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4pPr>
              <a:lvl5pPr marL="20574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5pPr>
              <a:lvl6pPr marL="25146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6pPr>
              <a:lvl7pPr marL="29718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7pPr>
              <a:lvl8pPr marL="34290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8pPr>
              <a:lvl9pPr marL="38862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9pPr>
            </a:lstStyle>
            <a:p>
              <a:pPr latinLnBrk="1"/>
              <a:endParaRPr lang="en-US" altLang="en-US" sz="1800"/>
            </a:p>
          </p:txBody>
        </p:sp>
      </p:grpSp>
      <p:sp>
        <p:nvSpPr>
          <p:cNvPr id="18437" name="Rectangle 9">
            <a:extLst>
              <a:ext uri="{FF2B5EF4-FFF2-40B4-BE49-F238E27FC236}">
                <a16:creationId xmlns:a16="http://schemas.microsoft.com/office/drawing/2014/main" id="{8B9EF6CA-A3CA-F613-0C50-A861F9C148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36700" y="3584575"/>
            <a:ext cx="1083630" cy="3450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marL="342900" indent="-3429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5715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 lvl="1">
              <a:lnSpc>
                <a:spcPct val="91000"/>
              </a:lnSpc>
              <a:spcBef>
                <a:spcPct val="9000"/>
              </a:spcBef>
            </a:pPr>
            <a:r>
              <a:rPr lang="en-US" altLang="ko-KR" sz="1800"/>
              <a:t>     </a:t>
            </a:r>
          </a:p>
        </p:txBody>
      </p:sp>
      <p:grpSp>
        <p:nvGrpSpPr>
          <p:cNvPr id="18438" name="Group 29">
            <a:extLst>
              <a:ext uri="{FF2B5EF4-FFF2-40B4-BE49-F238E27FC236}">
                <a16:creationId xmlns:a16="http://schemas.microsoft.com/office/drawing/2014/main" id="{3DCE1E06-CAE4-36AD-A840-20DB99934CC0}"/>
              </a:ext>
            </a:extLst>
          </p:cNvPr>
          <p:cNvGrpSpPr>
            <a:grpSpLocks/>
          </p:cNvGrpSpPr>
          <p:nvPr/>
        </p:nvGrpSpPr>
        <p:grpSpPr bwMode="auto">
          <a:xfrm>
            <a:off x="1106882" y="5903672"/>
            <a:ext cx="4092575" cy="644525"/>
            <a:chOff x="2475" y="3464"/>
            <a:chExt cx="2578" cy="406"/>
          </a:xfrm>
        </p:grpSpPr>
        <p:sp>
          <p:nvSpPr>
            <p:cNvPr id="18440" name="Rectangle 16">
              <a:extLst>
                <a:ext uri="{FF2B5EF4-FFF2-40B4-BE49-F238E27FC236}">
                  <a16:creationId xmlns:a16="http://schemas.microsoft.com/office/drawing/2014/main" id="{0AEFB890-748F-4DD2-2D3A-45103E2DBB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89" y="3673"/>
              <a:ext cx="519" cy="1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1pPr>
              <a:lvl2pPr marL="742950" indent="-28575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2pPr>
              <a:lvl3pPr marL="11430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3pPr>
              <a:lvl4pPr marL="16002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4pPr>
              <a:lvl5pPr marL="20574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5pPr>
              <a:lvl6pPr marL="25146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6pPr>
              <a:lvl7pPr marL="29718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7pPr>
              <a:lvl8pPr marL="34290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8pPr>
              <a:lvl9pPr marL="38862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9pPr>
            </a:lstStyle>
            <a:p>
              <a:r>
                <a:rPr lang="en-US" altLang="ko-KR" sz="1600" dirty="0">
                  <a:solidFill>
                    <a:srgbClr val="000000"/>
                  </a:solidFill>
                </a:rPr>
                <a:t>n </a:t>
              </a:r>
              <a:r>
                <a:rPr lang="en-US" altLang="ko-KR" sz="1600" dirty="0">
                  <a:solidFill>
                    <a:srgbClr val="000000"/>
                  </a:solidFill>
                  <a:sym typeface="Symbol" pitchFamily="2" charset="2"/>
                </a:rPr>
                <a:t> </a:t>
              </a:r>
              <a:r>
                <a:rPr lang="en-US" altLang="ko-KR" sz="1600" dirty="0">
                  <a:solidFill>
                    <a:srgbClr val="000000"/>
                  </a:solidFill>
                </a:rPr>
                <a:t> </a:t>
              </a:r>
            </a:p>
          </p:txBody>
        </p:sp>
        <p:sp>
          <p:nvSpPr>
            <p:cNvPr id="18441" name="Rectangle 18">
              <a:extLst>
                <a:ext uri="{FF2B5EF4-FFF2-40B4-BE49-F238E27FC236}">
                  <a16:creationId xmlns:a16="http://schemas.microsoft.com/office/drawing/2014/main" id="{51250149-EB1F-9FC5-D2D6-86E4AF6CF3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8" y="3562"/>
              <a:ext cx="429" cy="2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1pPr>
              <a:lvl2pPr marL="742950" indent="-28575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2pPr>
              <a:lvl3pPr marL="11430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3pPr>
              <a:lvl4pPr marL="16002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4pPr>
              <a:lvl5pPr marL="20574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5pPr>
              <a:lvl6pPr marL="25146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6pPr>
              <a:lvl7pPr marL="29718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7pPr>
              <a:lvl8pPr marL="34290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8pPr>
              <a:lvl9pPr marL="38862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9pPr>
            </a:lstStyle>
            <a:p>
              <a:r>
                <a:rPr lang="en-US" altLang="ko-KR" sz="1800">
                  <a:solidFill>
                    <a:srgbClr val="000000"/>
                  </a:solidFill>
                </a:rPr>
                <a:t>S</a:t>
              </a:r>
              <a:r>
                <a:rPr lang="en-US" altLang="ko-KR" sz="1800" baseline="-25000">
                  <a:solidFill>
                    <a:srgbClr val="000000"/>
                  </a:solidFill>
                </a:rPr>
                <a:t>k</a:t>
              </a:r>
              <a:r>
                <a:rPr lang="en-US" altLang="ko-KR" sz="1800">
                  <a:solidFill>
                    <a:srgbClr val="000000"/>
                  </a:solidFill>
                </a:rPr>
                <a:t>  =</a:t>
              </a:r>
            </a:p>
          </p:txBody>
        </p:sp>
        <p:sp>
          <p:nvSpPr>
            <p:cNvPr id="18442" name="Line 19">
              <a:extLst>
                <a:ext uri="{FF2B5EF4-FFF2-40B4-BE49-F238E27FC236}">
                  <a16:creationId xmlns:a16="http://schemas.microsoft.com/office/drawing/2014/main" id="{1F070348-9071-6B57-E368-62ACE1A6198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34" y="3673"/>
              <a:ext cx="288" cy="0"/>
            </a:xfrm>
            <a:prstGeom prst="line">
              <a:avLst/>
            </a:prstGeom>
            <a:noFill/>
            <a:ln w="12699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43" name="Rectangle 20">
              <a:extLst>
                <a:ext uri="{FF2B5EF4-FFF2-40B4-BE49-F238E27FC236}">
                  <a16:creationId xmlns:a16="http://schemas.microsoft.com/office/drawing/2014/main" id="{E0C0B41A-8007-EB15-C0F2-1B7C196EF6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32" y="3464"/>
              <a:ext cx="223" cy="2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1pPr>
              <a:lvl2pPr marL="742950" indent="-28575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2pPr>
              <a:lvl3pPr marL="11430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3pPr>
              <a:lvl4pPr marL="16002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4pPr>
              <a:lvl5pPr marL="20574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5pPr>
              <a:lvl6pPr marL="25146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6pPr>
              <a:lvl7pPr marL="29718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7pPr>
              <a:lvl8pPr marL="34290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8pPr>
              <a:lvl9pPr marL="38862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9pPr>
            </a:lstStyle>
            <a:p>
              <a:r>
                <a:rPr lang="en-US" altLang="ko-KR" sz="1800">
                  <a:solidFill>
                    <a:srgbClr val="000000"/>
                  </a:solidFill>
                </a:rPr>
                <a:t>t</a:t>
              </a:r>
              <a:r>
                <a:rPr lang="en-US" altLang="ko-KR" sz="1800" baseline="-25000">
                  <a:solidFill>
                    <a:srgbClr val="000000"/>
                  </a:solidFill>
                </a:rPr>
                <a:t>n</a:t>
              </a:r>
            </a:p>
          </p:txBody>
        </p:sp>
        <p:sp>
          <p:nvSpPr>
            <p:cNvPr id="18444" name="Rectangle 21">
              <a:extLst>
                <a:ext uri="{FF2B5EF4-FFF2-40B4-BE49-F238E27FC236}">
                  <a16:creationId xmlns:a16="http://schemas.microsoft.com/office/drawing/2014/main" id="{5A1FFCC8-7325-0D6C-9F66-1A16FE5AF2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38" y="3647"/>
              <a:ext cx="223" cy="2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1pPr>
              <a:lvl2pPr marL="742950" indent="-28575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2pPr>
              <a:lvl3pPr marL="11430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3pPr>
              <a:lvl4pPr marL="16002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4pPr>
              <a:lvl5pPr marL="20574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5pPr>
              <a:lvl6pPr marL="25146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6pPr>
              <a:lvl7pPr marL="29718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7pPr>
              <a:lvl8pPr marL="34290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8pPr>
              <a:lvl9pPr marL="38862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9pPr>
            </a:lstStyle>
            <a:p>
              <a:r>
                <a:rPr lang="en-US" altLang="ko-KR" sz="1800">
                  <a:solidFill>
                    <a:srgbClr val="000000"/>
                  </a:solidFill>
                </a:rPr>
                <a:t>t</a:t>
              </a:r>
              <a:r>
                <a:rPr lang="en-US" altLang="ko-KR" sz="1800" baseline="-25000">
                  <a:solidFill>
                    <a:srgbClr val="000000"/>
                  </a:solidFill>
                </a:rPr>
                <a:t>p</a:t>
              </a:r>
            </a:p>
          </p:txBody>
        </p:sp>
        <p:sp>
          <p:nvSpPr>
            <p:cNvPr id="18445" name="Rectangle 22">
              <a:extLst>
                <a:ext uri="{FF2B5EF4-FFF2-40B4-BE49-F238E27FC236}">
                  <a16:creationId xmlns:a16="http://schemas.microsoft.com/office/drawing/2014/main" id="{A43D0BB0-7A55-1267-3A2D-65C10D9963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75" y="3561"/>
              <a:ext cx="1378" cy="2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1pPr>
              <a:lvl2pPr marL="742950" indent="-28575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2pPr>
              <a:lvl3pPr marL="11430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3pPr>
              <a:lvl4pPr marL="16002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4pPr>
              <a:lvl5pPr marL="20574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5pPr>
              <a:lvl6pPr marL="25146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6pPr>
              <a:lvl7pPr marL="29718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7pPr>
              <a:lvl8pPr marL="34290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8pPr>
              <a:lvl9pPr marL="38862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9pPr>
            </a:lstStyle>
            <a:p>
              <a:r>
                <a:rPr lang="en-US" altLang="ko-KR" sz="1800" dirty="0">
                  <a:solidFill>
                    <a:srgbClr val="000000"/>
                  </a:solidFill>
                </a:rPr>
                <a:t>(  = k,  if </a:t>
              </a:r>
              <a:r>
                <a:rPr lang="en-US" altLang="ko-KR" sz="1800" dirty="0" err="1">
                  <a:solidFill>
                    <a:srgbClr val="000000"/>
                  </a:solidFill>
                </a:rPr>
                <a:t>t</a:t>
              </a:r>
              <a:r>
                <a:rPr lang="en-US" altLang="ko-KR" sz="1800" baseline="-25000" dirty="0" err="1">
                  <a:solidFill>
                    <a:srgbClr val="000000"/>
                  </a:solidFill>
                </a:rPr>
                <a:t>n</a:t>
              </a:r>
              <a:r>
                <a:rPr lang="en-US" altLang="ko-KR" sz="1800" dirty="0">
                  <a:solidFill>
                    <a:srgbClr val="000000"/>
                  </a:solidFill>
                </a:rPr>
                <a:t> = k * </a:t>
              </a:r>
              <a:r>
                <a:rPr lang="en-US" altLang="ko-KR" sz="1800" dirty="0" err="1">
                  <a:solidFill>
                    <a:srgbClr val="000000"/>
                  </a:solidFill>
                </a:rPr>
                <a:t>t</a:t>
              </a:r>
              <a:r>
                <a:rPr lang="en-US" altLang="ko-KR" sz="1800" baseline="-25000" dirty="0" err="1">
                  <a:solidFill>
                    <a:srgbClr val="000000"/>
                  </a:solidFill>
                </a:rPr>
                <a:t>p</a:t>
              </a:r>
              <a:r>
                <a:rPr lang="en-US" altLang="ko-KR" sz="1800" dirty="0">
                  <a:solidFill>
                    <a:srgbClr val="000000"/>
                  </a:solidFill>
                </a:rPr>
                <a:t> )</a:t>
              </a:r>
            </a:p>
          </p:txBody>
        </p:sp>
        <p:sp>
          <p:nvSpPr>
            <p:cNvPr id="18446" name="Rectangle 23">
              <a:extLst>
                <a:ext uri="{FF2B5EF4-FFF2-40B4-BE49-F238E27FC236}">
                  <a16:creationId xmlns:a16="http://schemas.microsoft.com/office/drawing/2014/main" id="{9AE0FBAC-412A-EC78-10FF-E3C4F2B0BE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75" y="3561"/>
              <a:ext cx="324" cy="2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1pPr>
              <a:lvl2pPr marL="742950" indent="-28575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2pPr>
              <a:lvl3pPr marL="11430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3pPr>
              <a:lvl4pPr marL="16002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4pPr>
              <a:lvl5pPr marL="20574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5pPr>
              <a:lvl6pPr marL="25146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6pPr>
              <a:lvl7pPr marL="29718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7pPr>
              <a:lvl8pPr marL="34290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8pPr>
              <a:lvl9pPr marL="38862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9pPr>
            </a:lstStyle>
            <a:p>
              <a:r>
                <a:rPr lang="en-US" altLang="ko-KR" sz="1800">
                  <a:solidFill>
                    <a:srgbClr val="000000"/>
                  </a:solidFill>
                </a:rPr>
                <a:t>lim</a:t>
              </a:r>
            </a:p>
          </p:txBody>
        </p:sp>
      </p:grp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388AE263-CC72-E076-44B8-074DBAC0610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62150" y="330441"/>
            <a:ext cx="8229600" cy="383695"/>
          </a:xfrm>
          <a:noFill/>
        </p:spPr>
        <p:txBody>
          <a:bodyPr anchor="ctr"/>
          <a:lstStyle/>
          <a:p>
            <a:r>
              <a:rPr lang="en-US" altLang="ko-KR" sz="2400">
                <a:solidFill>
                  <a:schemeClr val="tx1"/>
                </a:solidFill>
              </a:rPr>
              <a:t>PIPELINE  AND  MULTIPLE  FUNCTION  UNITS</a:t>
            </a:r>
          </a:p>
        </p:txBody>
      </p:sp>
      <p:pic>
        <p:nvPicPr>
          <p:cNvPr id="19459" name="Picture 3">
            <a:extLst>
              <a:ext uri="{FF2B5EF4-FFF2-40B4-BE49-F238E27FC236}">
                <a16:creationId xmlns:a16="http://schemas.microsoft.com/office/drawing/2014/main" id="{9A1F4421-DFF9-8EB6-3FDE-CC120091725F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6114" y="4983164"/>
            <a:ext cx="4543425" cy="1487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460" name="Rectangle 4">
            <a:extLst>
              <a:ext uri="{FF2B5EF4-FFF2-40B4-BE49-F238E27FC236}">
                <a16:creationId xmlns:a16="http://schemas.microsoft.com/office/drawing/2014/main" id="{CC2FB46D-A9D6-2049-9B35-83A41B4701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86050" y="5697538"/>
            <a:ext cx="2844800" cy="284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3500" tIns="25400" rIns="63500" bIns="25400">
            <a:spAutoFit/>
          </a:bodyPr>
          <a:lstStyle>
            <a:lvl1pPr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>
              <a:lnSpc>
                <a:spcPct val="85000"/>
              </a:lnSpc>
            </a:pPr>
            <a:r>
              <a:rPr lang="en-US" altLang="ko-KR" sz="1800"/>
              <a:t>Multiple Functional Units</a:t>
            </a:r>
          </a:p>
        </p:txBody>
      </p:sp>
      <p:sp>
        <p:nvSpPr>
          <p:cNvPr id="19461" name="Rectangle 5">
            <a:extLst>
              <a:ext uri="{FF2B5EF4-FFF2-40B4-BE49-F238E27FC236}">
                <a16:creationId xmlns:a16="http://schemas.microsoft.com/office/drawing/2014/main" id="{BAB7BD20-4034-B51F-DF6A-69D4582085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6067" y="898071"/>
            <a:ext cx="10407876" cy="40817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075" tIns="46038" rIns="92075" bIns="46038">
            <a:spAutoFit/>
          </a:bodyPr>
          <a:lstStyle>
            <a:lvl1pPr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r>
              <a:rPr lang="en-US" altLang="ko-KR" sz="1800" dirty="0"/>
              <a:t>Example</a:t>
            </a:r>
          </a:p>
          <a:p>
            <a:r>
              <a:rPr lang="en-US" altLang="ko-KR" sz="1800" dirty="0"/>
              <a:t>     - 4-stage pipeline</a:t>
            </a:r>
          </a:p>
          <a:p>
            <a:r>
              <a:rPr lang="en-US" altLang="ko-KR" sz="1800" dirty="0"/>
              <a:t>     - </a:t>
            </a:r>
            <a:r>
              <a:rPr lang="en-US" altLang="ko-KR" sz="1800" dirty="0" err="1"/>
              <a:t>subopertion</a:t>
            </a:r>
            <a:r>
              <a:rPr lang="en-US" altLang="ko-KR" sz="1800" dirty="0"/>
              <a:t> in each stage;  </a:t>
            </a:r>
            <a:r>
              <a:rPr lang="en-US" altLang="ko-KR" sz="1800" dirty="0" err="1"/>
              <a:t>t</a:t>
            </a:r>
            <a:r>
              <a:rPr lang="en-US" altLang="ko-KR" sz="1800" baseline="-25000" dirty="0" err="1"/>
              <a:t>p</a:t>
            </a:r>
            <a:r>
              <a:rPr lang="en-US" altLang="ko-KR" sz="1800" dirty="0"/>
              <a:t> = 20ns</a:t>
            </a:r>
          </a:p>
          <a:p>
            <a:r>
              <a:rPr lang="en-US" altLang="ko-KR" sz="1800" dirty="0"/>
              <a:t>     - 100 tasks to be executed</a:t>
            </a:r>
          </a:p>
          <a:p>
            <a:r>
              <a:rPr lang="en-US" altLang="ko-KR" sz="1800" dirty="0"/>
              <a:t>     - 1 task in non-pipelined system;  20*4 = 80nS</a:t>
            </a:r>
          </a:p>
          <a:p>
            <a:r>
              <a:rPr lang="en-US" altLang="ko-KR" sz="1800" dirty="0"/>
              <a:t>      </a:t>
            </a:r>
          </a:p>
          <a:p>
            <a:r>
              <a:rPr lang="en-US" altLang="ko-KR" sz="1800" dirty="0"/>
              <a:t>        Pipelined System</a:t>
            </a:r>
          </a:p>
          <a:p>
            <a:r>
              <a:rPr lang="en-US" altLang="ko-KR" sz="1800" dirty="0"/>
              <a:t>                     (k + n - 1)*</a:t>
            </a:r>
            <a:r>
              <a:rPr lang="en-US" altLang="ko-KR" sz="1800" dirty="0" err="1"/>
              <a:t>t</a:t>
            </a:r>
            <a:r>
              <a:rPr lang="en-US" altLang="ko-KR" sz="1800" baseline="-25000" dirty="0" err="1"/>
              <a:t>p</a:t>
            </a:r>
            <a:r>
              <a:rPr lang="en-US" altLang="ko-KR" sz="1800" dirty="0"/>
              <a:t> = (4 + 99) * 20 = 2060nS</a:t>
            </a:r>
          </a:p>
          <a:p>
            <a:endParaRPr lang="en-US" altLang="ko-KR" sz="1800" dirty="0"/>
          </a:p>
          <a:p>
            <a:r>
              <a:rPr lang="en-US" altLang="ko-KR" sz="1800" dirty="0"/>
              <a:t>        Non-Pipelined System</a:t>
            </a:r>
          </a:p>
          <a:p>
            <a:r>
              <a:rPr lang="en-US" altLang="ko-KR" sz="1800" dirty="0"/>
              <a:t>                n*k*</a:t>
            </a:r>
            <a:r>
              <a:rPr lang="en-US" altLang="ko-KR" sz="1800" dirty="0" err="1"/>
              <a:t>t</a:t>
            </a:r>
            <a:r>
              <a:rPr lang="en-US" altLang="ko-KR" sz="1800" baseline="-25000" dirty="0" err="1"/>
              <a:t>p</a:t>
            </a:r>
            <a:r>
              <a:rPr lang="en-US" altLang="ko-KR" sz="1800" dirty="0"/>
              <a:t> = 100 * 80 = 8000nS</a:t>
            </a:r>
          </a:p>
          <a:p>
            <a:endParaRPr lang="en-US" altLang="ko-KR" sz="1800" dirty="0"/>
          </a:p>
          <a:p>
            <a:r>
              <a:rPr lang="en-US" altLang="ko-KR" sz="1800" dirty="0"/>
              <a:t>        Speedup</a:t>
            </a:r>
          </a:p>
          <a:p>
            <a:r>
              <a:rPr lang="en-US" altLang="ko-KR" sz="1800" dirty="0"/>
              <a:t>                </a:t>
            </a:r>
            <a:r>
              <a:rPr lang="en-US" altLang="ko-KR" sz="1800" dirty="0" err="1"/>
              <a:t>S</a:t>
            </a:r>
            <a:r>
              <a:rPr lang="en-US" altLang="ko-KR" sz="1800" baseline="-25000" dirty="0" err="1"/>
              <a:t>k</a:t>
            </a:r>
            <a:r>
              <a:rPr lang="en-US" altLang="ko-KR" sz="1800" dirty="0"/>
              <a:t> = 8000 / 2060 = 3.88 </a:t>
            </a:r>
          </a:p>
          <a:p>
            <a:endParaRPr lang="en-US" altLang="ko-KR" sz="1800" dirty="0"/>
          </a:p>
          <a:p>
            <a:r>
              <a:rPr lang="en-US" altLang="ko-KR" sz="1800" dirty="0"/>
              <a:t>        4-Stage Pipeline is basically identical to the system with 4 identical function units </a:t>
            </a:r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041FAB52-B3E3-F81E-8C7F-9E6345F6AB2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366964" y="328060"/>
            <a:ext cx="7431087" cy="383695"/>
          </a:xfrm>
          <a:noFill/>
        </p:spPr>
        <p:txBody>
          <a:bodyPr anchor="ctr"/>
          <a:lstStyle/>
          <a:p>
            <a:r>
              <a:rPr lang="en-US" altLang="ko-KR" sz="2400">
                <a:solidFill>
                  <a:schemeClr val="tx1"/>
                </a:solidFill>
              </a:rPr>
              <a:t>ARITHMETIC  PIPELINE</a:t>
            </a:r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7706CFE4-788F-49D9-C481-C922618F86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7279" y="846434"/>
            <a:ext cx="4384534" cy="2867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3500" tIns="25400" rIns="63500" bIns="25400">
            <a:spAutoFit/>
          </a:bodyPr>
          <a:lstStyle>
            <a:lvl1pPr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>
              <a:lnSpc>
                <a:spcPct val="85000"/>
              </a:lnSpc>
            </a:pPr>
            <a:r>
              <a:rPr lang="en-US" altLang="ko-KR" sz="1800" dirty="0"/>
              <a:t>Floating-point adder </a:t>
            </a:r>
            <a:r>
              <a:rPr lang="en-US" sz="1800" dirty="0">
                <a:solidFill>
                  <a:srgbClr val="000082"/>
                </a:solidFill>
                <a:effectLst/>
                <a:latin typeface="Arial MT"/>
                <a:ea typeface="Arial MT"/>
                <a:cs typeface="Arial MT"/>
              </a:rPr>
              <a:t>Pipeline Example</a:t>
            </a:r>
            <a:r>
              <a:rPr lang="en-US" sz="1800" spc="-10" dirty="0">
                <a:solidFill>
                  <a:srgbClr val="000082"/>
                </a:solidFill>
                <a:effectLst/>
                <a:latin typeface="Arial MT"/>
                <a:ea typeface="Arial MT"/>
                <a:cs typeface="Arial MT"/>
              </a:rPr>
              <a:t> </a:t>
            </a:r>
            <a:endParaRPr lang="en-US" altLang="ko-KR" sz="1800" dirty="0"/>
          </a:p>
        </p:txBody>
      </p:sp>
      <p:sp>
        <p:nvSpPr>
          <p:cNvPr id="21509" name="Rectangle 5">
            <a:extLst>
              <a:ext uri="{FF2B5EF4-FFF2-40B4-BE49-F238E27FC236}">
                <a16:creationId xmlns:a16="http://schemas.microsoft.com/office/drawing/2014/main" id="{1A7B3290-AF35-29F9-5C5D-A13CCCDC6F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9283" y="1260476"/>
            <a:ext cx="5524779" cy="18174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3500" tIns="25400" rIns="63500" bIns="25400">
            <a:spAutoFit/>
          </a:bodyPr>
          <a:lstStyle>
            <a:lvl1pPr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 marL="12700" lvl="2" indent="0">
              <a:spcBef>
                <a:spcPts val="475"/>
              </a:spcBef>
              <a:buClr>
                <a:srgbClr val="D01608"/>
              </a:buClr>
              <a:buSzPts val="1200"/>
              <a:tabLst>
                <a:tab pos="1803400" algn="l"/>
              </a:tabLst>
            </a:pPr>
            <a:r>
              <a:rPr lang="en-US" sz="1600" dirty="0">
                <a:effectLst/>
                <a:latin typeface="Arial MT"/>
                <a:ea typeface="Wingdings" pitchFamily="2" charset="2"/>
                <a:cs typeface="Wingdings" pitchFamily="2" charset="2"/>
              </a:rPr>
              <a:t>Add</a:t>
            </a:r>
            <a:r>
              <a:rPr lang="en-US" sz="1600" spc="-25" dirty="0">
                <a:effectLst/>
                <a:latin typeface="Arial MT"/>
                <a:ea typeface="Wingdings" pitchFamily="2" charset="2"/>
                <a:cs typeface="Wingdings" pitchFamily="2" charset="2"/>
              </a:rPr>
              <a:t> </a:t>
            </a:r>
            <a:r>
              <a:rPr lang="en-US" sz="1600" dirty="0">
                <a:effectLst/>
                <a:latin typeface="Arial MT"/>
                <a:ea typeface="Wingdings" pitchFamily="2" charset="2"/>
                <a:cs typeface="Wingdings" pitchFamily="2" charset="2"/>
              </a:rPr>
              <a:t>/</a:t>
            </a:r>
            <a:r>
              <a:rPr lang="en-US" sz="1600" spc="-5" dirty="0">
                <a:effectLst/>
                <a:latin typeface="Arial MT"/>
                <a:ea typeface="Wingdings" pitchFamily="2" charset="2"/>
                <a:cs typeface="Wingdings" pitchFamily="2" charset="2"/>
              </a:rPr>
              <a:t> </a:t>
            </a:r>
            <a:r>
              <a:rPr lang="en-US" sz="1600" dirty="0">
                <a:effectLst/>
                <a:latin typeface="Arial MT"/>
                <a:ea typeface="Wingdings" pitchFamily="2" charset="2"/>
                <a:cs typeface="Wingdings" pitchFamily="2" charset="2"/>
              </a:rPr>
              <a:t>Subtract</a:t>
            </a:r>
            <a:r>
              <a:rPr lang="en-US" sz="1600" spc="-5" dirty="0">
                <a:effectLst/>
                <a:latin typeface="Arial MT"/>
                <a:ea typeface="Wingdings" pitchFamily="2" charset="2"/>
                <a:cs typeface="Wingdings" pitchFamily="2" charset="2"/>
              </a:rPr>
              <a:t> </a:t>
            </a:r>
            <a:r>
              <a:rPr lang="en-US" sz="1600" dirty="0">
                <a:effectLst/>
                <a:latin typeface="Arial MT"/>
                <a:ea typeface="Wingdings" pitchFamily="2" charset="2"/>
                <a:cs typeface="Wingdings" pitchFamily="2" charset="2"/>
              </a:rPr>
              <a:t>two</a:t>
            </a:r>
            <a:r>
              <a:rPr lang="en-US" sz="1600" spc="10" dirty="0">
                <a:effectLst/>
                <a:latin typeface="Arial MT"/>
                <a:ea typeface="Wingdings" pitchFamily="2" charset="2"/>
                <a:cs typeface="Wingdings" pitchFamily="2" charset="2"/>
              </a:rPr>
              <a:t> </a:t>
            </a:r>
            <a:r>
              <a:rPr lang="en-US" sz="1600" dirty="0">
                <a:effectLst/>
                <a:latin typeface="Arial MT"/>
                <a:ea typeface="Wingdings" pitchFamily="2" charset="2"/>
                <a:cs typeface="Wingdings" pitchFamily="2" charset="2"/>
              </a:rPr>
              <a:t>normalized</a:t>
            </a:r>
            <a:r>
              <a:rPr lang="en-US" sz="1600" spc="-15" dirty="0">
                <a:effectLst/>
                <a:latin typeface="Arial MT"/>
                <a:ea typeface="Wingdings" pitchFamily="2" charset="2"/>
                <a:cs typeface="Wingdings" pitchFamily="2" charset="2"/>
              </a:rPr>
              <a:t> </a:t>
            </a:r>
            <a:r>
              <a:rPr lang="en-US" sz="1600" dirty="0">
                <a:effectLst/>
                <a:latin typeface="Arial MT"/>
                <a:ea typeface="Wingdings" pitchFamily="2" charset="2"/>
                <a:cs typeface="Wingdings" pitchFamily="2" charset="2"/>
              </a:rPr>
              <a:t>floating-point</a:t>
            </a:r>
            <a:r>
              <a:rPr lang="en-US" sz="1600" spc="-10" dirty="0">
                <a:effectLst/>
                <a:latin typeface="Arial MT"/>
                <a:ea typeface="Wingdings" pitchFamily="2" charset="2"/>
                <a:cs typeface="Wingdings" pitchFamily="2" charset="2"/>
              </a:rPr>
              <a:t> </a:t>
            </a:r>
            <a:r>
              <a:rPr lang="en-US" sz="1600" dirty="0">
                <a:effectLst/>
                <a:latin typeface="Arial MT"/>
                <a:ea typeface="Wingdings" pitchFamily="2" charset="2"/>
                <a:cs typeface="Wingdings" pitchFamily="2" charset="2"/>
              </a:rPr>
              <a:t>binary</a:t>
            </a:r>
            <a:r>
              <a:rPr lang="en-US" sz="1600" spc="-10" dirty="0">
                <a:effectLst/>
                <a:latin typeface="Arial MT"/>
                <a:ea typeface="Wingdings" pitchFamily="2" charset="2"/>
                <a:cs typeface="Wingdings" pitchFamily="2" charset="2"/>
              </a:rPr>
              <a:t> </a:t>
            </a:r>
            <a:r>
              <a:rPr lang="en-US" sz="1600" dirty="0">
                <a:effectLst/>
                <a:latin typeface="Arial MT"/>
                <a:ea typeface="Wingdings" pitchFamily="2" charset="2"/>
                <a:cs typeface="Wingdings" pitchFamily="2" charset="2"/>
              </a:rPr>
              <a:t>number</a:t>
            </a:r>
            <a:endParaRPr lang="en-IN" sz="1100" dirty="0">
              <a:effectLst/>
              <a:latin typeface="Arial MT"/>
              <a:ea typeface="Wingdings" pitchFamily="2" charset="2"/>
              <a:cs typeface="Wingdings" pitchFamily="2" charset="2"/>
            </a:endParaRPr>
          </a:p>
          <a:p>
            <a:pPr marL="12700">
              <a:spcBef>
                <a:spcPts val="400"/>
              </a:spcBef>
              <a:spcAft>
                <a:spcPts val="0"/>
              </a:spcAft>
            </a:pPr>
            <a:r>
              <a:rPr lang="en-US" sz="1400" dirty="0">
                <a:solidFill>
                  <a:srgbClr val="000082"/>
                </a:solidFill>
                <a:effectLst/>
                <a:latin typeface="Arial MT"/>
                <a:ea typeface="Arial MT"/>
                <a:cs typeface="Arial MT"/>
              </a:rPr>
              <a:t>» X</a:t>
            </a:r>
            <a:r>
              <a:rPr lang="en-US" sz="1400" spc="-15" dirty="0">
                <a:solidFill>
                  <a:srgbClr val="000082"/>
                </a:solidFill>
                <a:effectLst/>
                <a:latin typeface="Arial MT"/>
                <a:ea typeface="Arial MT"/>
                <a:cs typeface="Arial MT"/>
              </a:rPr>
              <a:t> </a:t>
            </a:r>
            <a:r>
              <a:rPr lang="en-US" sz="1400" dirty="0">
                <a:solidFill>
                  <a:srgbClr val="000082"/>
                </a:solidFill>
                <a:effectLst/>
                <a:latin typeface="Arial MT"/>
                <a:ea typeface="Arial MT"/>
                <a:cs typeface="Arial MT"/>
              </a:rPr>
              <a:t>=</a:t>
            </a:r>
            <a:r>
              <a:rPr lang="en-US" sz="1400" spc="-5" dirty="0">
                <a:solidFill>
                  <a:srgbClr val="000082"/>
                </a:solidFill>
                <a:effectLst/>
                <a:latin typeface="Arial MT"/>
                <a:ea typeface="Arial MT"/>
                <a:cs typeface="Arial MT"/>
              </a:rPr>
              <a:t> </a:t>
            </a:r>
            <a:r>
              <a:rPr lang="en-US" sz="1400" dirty="0">
                <a:solidFill>
                  <a:srgbClr val="000082"/>
                </a:solidFill>
                <a:effectLst/>
                <a:latin typeface="Arial MT"/>
                <a:ea typeface="Arial MT"/>
                <a:cs typeface="Arial MT"/>
              </a:rPr>
              <a:t>A</a:t>
            </a:r>
            <a:r>
              <a:rPr lang="en-US" sz="1400" spc="405" dirty="0">
                <a:solidFill>
                  <a:srgbClr val="000082"/>
                </a:solidFill>
                <a:effectLst/>
                <a:latin typeface="Arial MT"/>
                <a:ea typeface="Arial MT"/>
                <a:cs typeface="Arial MT"/>
              </a:rPr>
              <a:t> </a:t>
            </a:r>
            <a:r>
              <a:rPr lang="en-US" sz="1400" dirty="0">
                <a:solidFill>
                  <a:srgbClr val="000082"/>
                </a:solidFill>
                <a:effectLst/>
                <a:latin typeface="Arial MT"/>
                <a:ea typeface="Arial MT"/>
                <a:cs typeface="Arial MT"/>
              </a:rPr>
              <a:t>x</a:t>
            </a:r>
            <a:r>
              <a:rPr lang="en-US" sz="1400" spc="5" dirty="0">
                <a:solidFill>
                  <a:srgbClr val="000082"/>
                </a:solidFill>
                <a:effectLst/>
                <a:latin typeface="Arial MT"/>
                <a:ea typeface="Arial MT"/>
                <a:cs typeface="Arial MT"/>
              </a:rPr>
              <a:t>  2</a:t>
            </a:r>
            <a:r>
              <a:rPr lang="en-US" sz="1400" spc="5" baseline="30000" dirty="0">
                <a:solidFill>
                  <a:srgbClr val="000082"/>
                </a:solidFill>
                <a:effectLst/>
                <a:latin typeface="Arial MT"/>
                <a:ea typeface="Arial MT"/>
                <a:cs typeface="Arial MT"/>
              </a:rPr>
              <a:t>a</a:t>
            </a:r>
            <a:r>
              <a:rPr lang="en-US" sz="1400" dirty="0">
                <a:solidFill>
                  <a:srgbClr val="000082"/>
                </a:solidFill>
                <a:effectLst/>
                <a:latin typeface="Arial MT"/>
                <a:ea typeface="Arial MT"/>
                <a:cs typeface="Arial MT"/>
              </a:rPr>
              <a:t>=</a:t>
            </a:r>
            <a:r>
              <a:rPr lang="en-US" sz="1400" spc="-5" dirty="0">
                <a:solidFill>
                  <a:srgbClr val="000082"/>
                </a:solidFill>
                <a:effectLst/>
                <a:latin typeface="Arial MT"/>
                <a:ea typeface="Arial MT"/>
                <a:cs typeface="Arial MT"/>
              </a:rPr>
              <a:t> </a:t>
            </a:r>
            <a:r>
              <a:rPr lang="en-US" sz="1400" dirty="0">
                <a:solidFill>
                  <a:srgbClr val="000082"/>
                </a:solidFill>
                <a:effectLst/>
                <a:latin typeface="Arial MT"/>
                <a:ea typeface="Arial MT"/>
                <a:cs typeface="Arial MT"/>
              </a:rPr>
              <a:t>0.9504</a:t>
            </a:r>
            <a:r>
              <a:rPr lang="en-US" sz="1400" spc="365" dirty="0">
                <a:solidFill>
                  <a:srgbClr val="000082"/>
                </a:solidFill>
                <a:effectLst/>
                <a:latin typeface="Arial MT"/>
                <a:ea typeface="Arial MT"/>
                <a:cs typeface="Arial MT"/>
              </a:rPr>
              <a:t> </a:t>
            </a:r>
            <a:r>
              <a:rPr lang="en-US" sz="1400" dirty="0">
                <a:solidFill>
                  <a:srgbClr val="000082"/>
                </a:solidFill>
                <a:effectLst/>
                <a:latin typeface="Arial MT"/>
                <a:ea typeface="Arial MT"/>
                <a:cs typeface="Arial MT"/>
              </a:rPr>
              <a:t>x</a:t>
            </a:r>
            <a:r>
              <a:rPr lang="en-US" sz="1400" spc="-10" dirty="0">
                <a:solidFill>
                  <a:srgbClr val="000082"/>
                </a:solidFill>
                <a:effectLst/>
                <a:latin typeface="Arial MT"/>
                <a:ea typeface="Arial MT"/>
                <a:cs typeface="Arial MT"/>
              </a:rPr>
              <a:t> </a:t>
            </a:r>
            <a:r>
              <a:rPr lang="en-US" sz="1400" dirty="0">
                <a:solidFill>
                  <a:srgbClr val="000082"/>
                </a:solidFill>
                <a:effectLst/>
                <a:latin typeface="Arial MT"/>
                <a:ea typeface="Arial MT"/>
                <a:cs typeface="Arial MT"/>
              </a:rPr>
              <a:t>10</a:t>
            </a:r>
            <a:r>
              <a:rPr lang="en-US" sz="1800" baseline="30000" dirty="0">
                <a:solidFill>
                  <a:srgbClr val="000082"/>
                </a:solidFill>
                <a:effectLst/>
                <a:latin typeface="Arial MT"/>
                <a:ea typeface="Arial MT"/>
                <a:cs typeface="Arial MT"/>
              </a:rPr>
              <a:t>3</a:t>
            </a:r>
            <a:endParaRPr lang="en-IN" sz="1100" baseline="30000" dirty="0">
              <a:effectLst/>
              <a:latin typeface="Arial MT"/>
              <a:ea typeface="Arial MT"/>
              <a:cs typeface="Arial MT"/>
            </a:endParaRPr>
          </a:p>
          <a:p>
            <a:pPr marL="12700">
              <a:spcBef>
                <a:spcPts val="405"/>
              </a:spcBef>
              <a:spcAft>
                <a:spcPts val="0"/>
              </a:spcAft>
              <a:tabLst>
                <a:tab pos="1803400" algn="l"/>
              </a:tabLst>
            </a:pPr>
            <a:r>
              <a:rPr lang="en-US" sz="1400" dirty="0">
                <a:solidFill>
                  <a:srgbClr val="000082"/>
                </a:solidFill>
                <a:effectLst/>
                <a:latin typeface="Arial MT"/>
                <a:ea typeface="Arial MT"/>
                <a:cs typeface="Arial MT"/>
              </a:rPr>
              <a:t>» Y</a:t>
            </a:r>
            <a:r>
              <a:rPr lang="en-US" sz="1400" spc="-15" dirty="0">
                <a:solidFill>
                  <a:srgbClr val="000082"/>
                </a:solidFill>
                <a:effectLst/>
                <a:latin typeface="Arial MT"/>
                <a:ea typeface="Arial MT"/>
                <a:cs typeface="Arial MT"/>
              </a:rPr>
              <a:t> </a:t>
            </a:r>
            <a:r>
              <a:rPr lang="en-US" sz="1400" dirty="0">
                <a:solidFill>
                  <a:srgbClr val="000082"/>
                </a:solidFill>
                <a:effectLst/>
                <a:latin typeface="Arial MT"/>
                <a:ea typeface="Arial MT"/>
                <a:cs typeface="Arial MT"/>
              </a:rPr>
              <a:t>=</a:t>
            </a:r>
            <a:r>
              <a:rPr lang="en-US" sz="1400" spc="-5" dirty="0">
                <a:solidFill>
                  <a:srgbClr val="000082"/>
                </a:solidFill>
                <a:effectLst/>
                <a:latin typeface="Arial MT"/>
                <a:ea typeface="Arial MT"/>
                <a:cs typeface="Arial MT"/>
              </a:rPr>
              <a:t> </a:t>
            </a:r>
            <a:r>
              <a:rPr lang="en-US" sz="1400" dirty="0">
                <a:solidFill>
                  <a:srgbClr val="000082"/>
                </a:solidFill>
                <a:effectLst/>
                <a:latin typeface="Arial MT"/>
                <a:ea typeface="Arial MT"/>
                <a:cs typeface="Arial MT"/>
              </a:rPr>
              <a:t>B</a:t>
            </a:r>
            <a:r>
              <a:rPr lang="en-US" sz="1400" spc="405" dirty="0">
                <a:solidFill>
                  <a:srgbClr val="000082"/>
                </a:solidFill>
                <a:effectLst/>
                <a:latin typeface="Arial MT"/>
                <a:ea typeface="Arial MT"/>
                <a:cs typeface="Arial MT"/>
              </a:rPr>
              <a:t> </a:t>
            </a:r>
            <a:r>
              <a:rPr lang="en-US" sz="1400" dirty="0">
                <a:solidFill>
                  <a:srgbClr val="000082"/>
                </a:solidFill>
                <a:effectLst/>
                <a:latin typeface="Arial MT"/>
                <a:ea typeface="Arial MT"/>
                <a:cs typeface="Arial MT"/>
              </a:rPr>
              <a:t>x </a:t>
            </a:r>
            <a:r>
              <a:rPr lang="en-US" sz="1400" spc="5" dirty="0">
                <a:solidFill>
                  <a:srgbClr val="000082"/>
                </a:solidFill>
                <a:effectLst/>
                <a:latin typeface="Arial MT"/>
                <a:ea typeface="Arial MT"/>
                <a:cs typeface="Arial MT"/>
              </a:rPr>
              <a:t>2</a:t>
            </a:r>
            <a:r>
              <a:rPr lang="en-US" spc="5" baseline="30000" dirty="0">
                <a:solidFill>
                  <a:srgbClr val="000082"/>
                </a:solidFill>
                <a:latin typeface="Arial MT"/>
                <a:ea typeface="Arial MT"/>
                <a:cs typeface="Arial MT"/>
              </a:rPr>
              <a:t>b</a:t>
            </a:r>
            <a:r>
              <a:rPr lang="en-US" sz="900" spc="280" dirty="0">
                <a:solidFill>
                  <a:srgbClr val="000082"/>
                </a:solidFill>
                <a:effectLst/>
                <a:latin typeface="Arial MT"/>
                <a:ea typeface="Arial MT"/>
                <a:cs typeface="Arial MT"/>
              </a:rPr>
              <a:t> </a:t>
            </a:r>
            <a:r>
              <a:rPr lang="en-US" sz="1400" dirty="0">
                <a:solidFill>
                  <a:srgbClr val="000082"/>
                </a:solidFill>
                <a:effectLst/>
                <a:latin typeface="Arial MT"/>
                <a:ea typeface="Arial MT"/>
                <a:cs typeface="Arial MT"/>
              </a:rPr>
              <a:t>= 0.8200</a:t>
            </a:r>
            <a:r>
              <a:rPr lang="en-US" sz="1400" spc="360" dirty="0">
                <a:solidFill>
                  <a:srgbClr val="000082"/>
                </a:solidFill>
                <a:effectLst/>
                <a:latin typeface="Arial MT"/>
                <a:ea typeface="Arial MT"/>
                <a:cs typeface="Arial MT"/>
              </a:rPr>
              <a:t> </a:t>
            </a:r>
            <a:r>
              <a:rPr lang="en-US" sz="1400" dirty="0">
                <a:solidFill>
                  <a:srgbClr val="000082"/>
                </a:solidFill>
                <a:effectLst/>
                <a:latin typeface="Arial MT"/>
                <a:ea typeface="Arial MT"/>
                <a:cs typeface="Arial MT"/>
              </a:rPr>
              <a:t>x</a:t>
            </a:r>
            <a:r>
              <a:rPr lang="en-US" sz="1400" spc="-10" dirty="0">
                <a:solidFill>
                  <a:srgbClr val="000082"/>
                </a:solidFill>
                <a:effectLst/>
                <a:latin typeface="Arial MT"/>
                <a:ea typeface="Arial MT"/>
                <a:cs typeface="Arial MT"/>
              </a:rPr>
              <a:t> </a:t>
            </a:r>
            <a:r>
              <a:rPr lang="en-US" sz="1400" dirty="0">
                <a:solidFill>
                  <a:srgbClr val="000082"/>
                </a:solidFill>
                <a:effectLst/>
                <a:latin typeface="Arial MT"/>
                <a:ea typeface="Arial MT"/>
                <a:cs typeface="Arial MT"/>
              </a:rPr>
              <a:t>10</a:t>
            </a:r>
            <a:r>
              <a:rPr lang="en-US" sz="1800" baseline="30000" dirty="0">
                <a:solidFill>
                  <a:srgbClr val="000082"/>
                </a:solidFill>
                <a:effectLst/>
                <a:latin typeface="Arial MT"/>
                <a:ea typeface="Arial MT"/>
                <a:cs typeface="Arial MT"/>
              </a:rPr>
              <a:t>2</a:t>
            </a:r>
          </a:p>
          <a:p>
            <a:pPr marL="12700">
              <a:spcBef>
                <a:spcPts val="405"/>
              </a:spcBef>
              <a:spcAft>
                <a:spcPts val="0"/>
              </a:spcAft>
              <a:tabLst>
                <a:tab pos="1803400" algn="l"/>
              </a:tabLst>
            </a:pPr>
            <a:endParaRPr lang="en-US" sz="900" baseline="30000" dirty="0">
              <a:solidFill>
                <a:srgbClr val="000082"/>
              </a:solidFill>
              <a:effectLst/>
              <a:latin typeface="Arial MT"/>
              <a:ea typeface="Arial MT"/>
              <a:cs typeface="Arial MT"/>
            </a:endParaRPr>
          </a:p>
          <a:p>
            <a:pPr marL="12700">
              <a:spcBef>
                <a:spcPts val="405"/>
              </a:spcBef>
              <a:spcAft>
                <a:spcPts val="0"/>
              </a:spcAft>
              <a:tabLst>
                <a:tab pos="1803400" algn="l"/>
              </a:tabLst>
            </a:pPr>
            <a:r>
              <a:rPr lang="en-US" sz="1800" dirty="0">
                <a:effectLst/>
                <a:latin typeface="Arial MT"/>
                <a:ea typeface="Wingdings" pitchFamily="2" charset="2"/>
                <a:cs typeface="Wingdings" pitchFamily="2" charset="2"/>
              </a:rPr>
              <a:t>4</a:t>
            </a:r>
            <a:r>
              <a:rPr lang="en-US" sz="1800" spc="-30" dirty="0">
                <a:effectLst/>
                <a:latin typeface="Arial MT"/>
                <a:ea typeface="Wingdings" pitchFamily="2" charset="2"/>
                <a:cs typeface="Wingdings" pitchFamily="2" charset="2"/>
              </a:rPr>
              <a:t> </a:t>
            </a:r>
            <a:r>
              <a:rPr lang="en-US" sz="1800" dirty="0">
                <a:effectLst/>
                <a:latin typeface="Arial MT"/>
                <a:ea typeface="Wingdings" pitchFamily="2" charset="2"/>
                <a:cs typeface="Wingdings" pitchFamily="2" charset="2"/>
              </a:rPr>
              <a:t>segments suboperations</a:t>
            </a:r>
            <a:endParaRPr lang="en-IN" sz="1800" dirty="0">
              <a:effectLst/>
              <a:latin typeface="Arial MT"/>
              <a:ea typeface="Wingdings" pitchFamily="2" charset="2"/>
              <a:cs typeface="Wingdings" pitchFamily="2" charset="2"/>
            </a:endParaRPr>
          </a:p>
          <a:p>
            <a:pPr marL="12700">
              <a:spcBef>
                <a:spcPts val="405"/>
              </a:spcBef>
              <a:spcAft>
                <a:spcPts val="0"/>
              </a:spcAft>
              <a:tabLst>
                <a:tab pos="1803400" algn="l"/>
              </a:tabLst>
            </a:pPr>
            <a:endParaRPr lang="en-IN" sz="1100" dirty="0">
              <a:effectLst/>
              <a:latin typeface="Arial MT"/>
              <a:ea typeface="Arial MT"/>
              <a:cs typeface="Arial MT"/>
            </a:endParaRPr>
          </a:p>
          <a:p>
            <a:endParaRPr lang="en-US" altLang="ko-KR" dirty="0"/>
          </a:p>
        </p:txBody>
      </p:sp>
      <p:grpSp>
        <p:nvGrpSpPr>
          <p:cNvPr id="21510" name="Group 97">
            <a:extLst>
              <a:ext uri="{FF2B5EF4-FFF2-40B4-BE49-F238E27FC236}">
                <a16:creationId xmlns:a16="http://schemas.microsoft.com/office/drawing/2014/main" id="{033E285C-0248-A8CA-CEB2-46B050D6D54E}"/>
              </a:ext>
            </a:extLst>
          </p:cNvPr>
          <p:cNvGrpSpPr>
            <a:grpSpLocks/>
          </p:cNvGrpSpPr>
          <p:nvPr/>
        </p:nvGrpSpPr>
        <p:grpSpPr bwMode="auto">
          <a:xfrm>
            <a:off x="5373689" y="866776"/>
            <a:ext cx="4910137" cy="5546725"/>
            <a:chOff x="2425" y="546"/>
            <a:chExt cx="3093" cy="3494"/>
          </a:xfrm>
        </p:grpSpPr>
        <p:sp>
          <p:nvSpPr>
            <p:cNvPr id="21512" name="Rectangle 9" descr="20%">
              <a:extLst>
                <a:ext uri="{FF2B5EF4-FFF2-40B4-BE49-F238E27FC236}">
                  <a16:creationId xmlns:a16="http://schemas.microsoft.com/office/drawing/2014/main" id="{8EF2F779-FFF3-1F3A-4EDF-BB7D72DAC4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6" y="3749"/>
              <a:ext cx="825" cy="96"/>
            </a:xfrm>
            <a:prstGeom prst="rect">
              <a:avLst/>
            </a:prstGeom>
            <a:blipFill dpi="0" rotWithShape="0">
              <a:blip r:embed="rId3"/>
              <a:srcRect/>
              <a:tile tx="0" ty="0" sx="100000" sy="100000" flip="none" algn="tl"/>
            </a:blipFill>
            <a:ln w="25399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1pPr>
              <a:lvl2pPr marL="742950" indent="-28575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2pPr>
              <a:lvl3pPr marL="1143000" indent="-2286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3pPr>
              <a:lvl4pPr marL="1600200" indent="-2286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4pPr>
              <a:lvl5pPr marL="2057400" indent="-2286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9pPr>
            </a:lstStyle>
            <a:p>
              <a:endParaRPr lang="en-IN" altLang="en-US"/>
            </a:p>
          </p:txBody>
        </p:sp>
        <p:sp>
          <p:nvSpPr>
            <p:cNvPr id="21513" name="Rectangle 10" descr="20%">
              <a:extLst>
                <a:ext uri="{FF2B5EF4-FFF2-40B4-BE49-F238E27FC236}">
                  <a16:creationId xmlns:a16="http://schemas.microsoft.com/office/drawing/2014/main" id="{D6401F94-03BA-FFDD-1894-E3B8830BE0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6" y="3046"/>
              <a:ext cx="825" cy="96"/>
            </a:xfrm>
            <a:prstGeom prst="rect">
              <a:avLst/>
            </a:prstGeom>
            <a:blipFill dpi="0" rotWithShape="0">
              <a:blip r:embed="rId3"/>
              <a:srcRect/>
              <a:tile tx="0" ty="0" sx="100000" sy="100000" flip="none" algn="tl"/>
            </a:blipFill>
            <a:ln w="25399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1pPr>
              <a:lvl2pPr marL="742950" indent="-28575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2pPr>
              <a:lvl3pPr marL="1143000" indent="-2286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3pPr>
              <a:lvl4pPr marL="1600200" indent="-2286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4pPr>
              <a:lvl5pPr marL="2057400" indent="-2286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9pPr>
            </a:lstStyle>
            <a:p>
              <a:endParaRPr lang="en-IN" altLang="en-US"/>
            </a:p>
          </p:txBody>
        </p:sp>
        <p:sp>
          <p:nvSpPr>
            <p:cNvPr id="21514" name="Rectangle 11" descr="20%">
              <a:extLst>
                <a:ext uri="{FF2B5EF4-FFF2-40B4-BE49-F238E27FC236}">
                  <a16:creationId xmlns:a16="http://schemas.microsoft.com/office/drawing/2014/main" id="{62D0F070-D94F-9B28-9591-7A689D2CC6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81" y="3749"/>
              <a:ext cx="834" cy="96"/>
            </a:xfrm>
            <a:prstGeom prst="rect">
              <a:avLst/>
            </a:prstGeom>
            <a:blipFill dpi="0" rotWithShape="0">
              <a:blip r:embed="rId3"/>
              <a:srcRect/>
              <a:tile tx="0" ty="0" sx="100000" sy="100000" flip="none" algn="tl"/>
            </a:blipFill>
            <a:ln w="25399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1pPr>
              <a:lvl2pPr marL="742950" indent="-28575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2pPr>
              <a:lvl3pPr marL="1143000" indent="-2286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3pPr>
              <a:lvl4pPr marL="1600200" indent="-2286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4pPr>
              <a:lvl5pPr marL="2057400" indent="-2286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9pPr>
            </a:lstStyle>
            <a:p>
              <a:endParaRPr lang="en-IN" altLang="en-US"/>
            </a:p>
          </p:txBody>
        </p:sp>
        <p:sp>
          <p:nvSpPr>
            <p:cNvPr id="21515" name="Rectangle 12" descr="20%">
              <a:extLst>
                <a:ext uri="{FF2B5EF4-FFF2-40B4-BE49-F238E27FC236}">
                  <a16:creationId xmlns:a16="http://schemas.microsoft.com/office/drawing/2014/main" id="{E8AD46D1-BD2E-6671-4FDD-2EE2AC265E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81" y="3046"/>
              <a:ext cx="834" cy="96"/>
            </a:xfrm>
            <a:prstGeom prst="rect">
              <a:avLst/>
            </a:prstGeom>
            <a:blipFill dpi="0" rotWithShape="0">
              <a:blip r:embed="rId3"/>
              <a:srcRect/>
              <a:tile tx="0" ty="0" sx="100000" sy="100000" flip="none" algn="tl"/>
            </a:blipFill>
            <a:ln w="25399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1pPr>
              <a:lvl2pPr marL="742950" indent="-28575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2pPr>
              <a:lvl3pPr marL="1143000" indent="-2286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3pPr>
              <a:lvl4pPr marL="1600200" indent="-2286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4pPr>
              <a:lvl5pPr marL="2057400" indent="-2286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9pPr>
            </a:lstStyle>
            <a:p>
              <a:endParaRPr lang="en-IN" altLang="en-US"/>
            </a:p>
          </p:txBody>
        </p:sp>
        <p:sp>
          <p:nvSpPr>
            <p:cNvPr id="21516" name="Rectangle 13" descr="20%">
              <a:extLst>
                <a:ext uri="{FF2B5EF4-FFF2-40B4-BE49-F238E27FC236}">
                  <a16:creationId xmlns:a16="http://schemas.microsoft.com/office/drawing/2014/main" id="{9B7F31D1-E863-5A67-5136-14EFDCA00D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81" y="2338"/>
              <a:ext cx="834" cy="96"/>
            </a:xfrm>
            <a:prstGeom prst="rect">
              <a:avLst/>
            </a:prstGeom>
            <a:blipFill dpi="0" rotWithShape="0">
              <a:blip r:embed="rId3"/>
              <a:srcRect/>
              <a:tile tx="0" ty="0" sx="100000" sy="100000" flip="none" algn="tl"/>
            </a:blipFill>
            <a:ln w="25399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1pPr>
              <a:lvl2pPr marL="742950" indent="-28575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2pPr>
              <a:lvl3pPr marL="1143000" indent="-2286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3pPr>
              <a:lvl4pPr marL="1600200" indent="-2286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4pPr>
              <a:lvl5pPr marL="2057400" indent="-2286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9pPr>
            </a:lstStyle>
            <a:p>
              <a:endParaRPr lang="en-IN" altLang="en-US"/>
            </a:p>
          </p:txBody>
        </p:sp>
        <p:sp>
          <p:nvSpPr>
            <p:cNvPr id="21517" name="Rectangle 14" descr="20%">
              <a:extLst>
                <a:ext uri="{FF2B5EF4-FFF2-40B4-BE49-F238E27FC236}">
                  <a16:creationId xmlns:a16="http://schemas.microsoft.com/office/drawing/2014/main" id="{91E3A9FF-C3A5-6A14-9AA1-A2E22E0F04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81" y="959"/>
              <a:ext cx="834" cy="96"/>
            </a:xfrm>
            <a:prstGeom prst="rect">
              <a:avLst/>
            </a:prstGeom>
            <a:blipFill dpi="0" rotWithShape="0">
              <a:blip r:embed="rId3"/>
              <a:srcRect/>
              <a:tile tx="0" ty="0" sx="100000" sy="100000" flip="none" algn="tl"/>
            </a:blipFill>
            <a:ln w="25399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1pPr>
              <a:lvl2pPr marL="742950" indent="-28575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2pPr>
              <a:lvl3pPr marL="1143000" indent="-2286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3pPr>
              <a:lvl4pPr marL="1600200" indent="-2286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4pPr>
              <a:lvl5pPr marL="2057400" indent="-2286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9pPr>
            </a:lstStyle>
            <a:p>
              <a:endParaRPr lang="en-IN" altLang="en-US"/>
            </a:p>
          </p:txBody>
        </p:sp>
        <p:sp>
          <p:nvSpPr>
            <p:cNvPr id="21518" name="Rectangle 15" descr="20%">
              <a:extLst>
                <a:ext uri="{FF2B5EF4-FFF2-40B4-BE49-F238E27FC236}">
                  <a16:creationId xmlns:a16="http://schemas.microsoft.com/office/drawing/2014/main" id="{21F76B96-39C2-D607-3BCC-BE6F690C24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6" y="1740"/>
              <a:ext cx="825" cy="97"/>
            </a:xfrm>
            <a:prstGeom prst="rect">
              <a:avLst/>
            </a:prstGeom>
            <a:blipFill dpi="0" rotWithShape="0">
              <a:blip r:embed="rId3"/>
              <a:srcRect/>
              <a:tile tx="0" ty="0" sx="100000" sy="100000" flip="none" algn="tl"/>
            </a:blipFill>
            <a:ln w="25399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1pPr>
              <a:lvl2pPr marL="742950" indent="-28575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2pPr>
              <a:lvl3pPr marL="1143000" indent="-2286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3pPr>
              <a:lvl4pPr marL="1600200" indent="-2286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4pPr>
              <a:lvl5pPr marL="2057400" indent="-2286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9pPr>
            </a:lstStyle>
            <a:p>
              <a:endParaRPr lang="en-IN" altLang="en-US"/>
            </a:p>
          </p:txBody>
        </p:sp>
        <p:sp>
          <p:nvSpPr>
            <p:cNvPr id="21519" name="Rectangle 16" descr="20%">
              <a:extLst>
                <a:ext uri="{FF2B5EF4-FFF2-40B4-BE49-F238E27FC236}">
                  <a16:creationId xmlns:a16="http://schemas.microsoft.com/office/drawing/2014/main" id="{B56DCF32-28B0-6431-39FE-E2A66E589E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6" y="959"/>
              <a:ext cx="825" cy="96"/>
            </a:xfrm>
            <a:prstGeom prst="rect">
              <a:avLst/>
            </a:prstGeom>
            <a:blipFill dpi="0" rotWithShape="0">
              <a:blip r:embed="rId3"/>
              <a:srcRect/>
              <a:tile tx="0" ty="0" sx="100000" sy="100000" flip="none" algn="tl"/>
            </a:blipFill>
            <a:ln w="25399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1pPr>
              <a:lvl2pPr marL="742950" indent="-28575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2pPr>
              <a:lvl3pPr marL="1143000" indent="-2286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3pPr>
              <a:lvl4pPr marL="1600200" indent="-2286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4pPr>
              <a:lvl5pPr marL="2057400" indent="-2286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9pPr>
            </a:lstStyle>
            <a:p>
              <a:endParaRPr lang="en-IN" altLang="en-US"/>
            </a:p>
          </p:txBody>
        </p:sp>
        <p:sp>
          <p:nvSpPr>
            <p:cNvPr id="21520" name="Rectangle 17">
              <a:extLst>
                <a:ext uri="{FF2B5EF4-FFF2-40B4-BE49-F238E27FC236}">
                  <a16:creationId xmlns:a16="http://schemas.microsoft.com/office/drawing/2014/main" id="{1599CD75-ED99-49EF-552B-D897C80951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96" y="936"/>
              <a:ext cx="182" cy="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1pPr>
              <a:lvl2pPr marL="742950" indent="-28575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2pPr>
              <a:lvl3pPr marL="11430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3pPr>
              <a:lvl4pPr marL="16002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4pPr>
              <a:lvl5pPr marL="20574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5pPr>
              <a:lvl6pPr marL="25146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6pPr>
              <a:lvl7pPr marL="29718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7pPr>
              <a:lvl8pPr marL="34290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8pPr>
              <a:lvl9pPr marL="38862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9pPr>
            </a:lstStyle>
            <a:p>
              <a:r>
                <a:rPr lang="en-US" altLang="ko-KR" sz="1100">
                  <a:solidFill>
                    <a:srgbClr val="000000"/>
                  </a:solidFill>
                </a:rPr>
                <a:t>R</a:t>
              </a:r>
            </a:p>
          </p:txBody>
        </p:sp>
        <p:sp>
          <p:nvSpPr>
            <p:cNvPr id="21521" name="Rectangle 18">
              <a:extLst>
                <a:ext uri="{FF2B5EF4-FFF2-40B4-BE49-F238E27FC236}">
                  <a16:creationId xmlns:a16="http://schemas.microsoft.com/office/drawing/2014/main" id="{530FBFE0-52FD-B18F-9173-551071F9FF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0" y="1254"/>
              <a:ext cx="503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1pPr>
              <a:lvl2pPr marL="742950" indent="-28575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2pPr>
              <a:lvl3pPr marL="11430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3pPr>
              <a:lvl4pPr marL="16002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4pPr>
              <a:lvl5pPr marL="20574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5pPr>
              <a:lvl6pPr marL="25146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6pPr>
              <a:lvl7pPr marL="29718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7pPr>
              <a:lvl8pPr marL="34290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8pPr>
              <a:lvl9pPr marL="38862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9pPr>
            </a:lstStyle>
            <a:p>
              <a:r>
                <a:rPr lang="en-US" altLang="ko-KR" sz="1100">
                  <a:solidFill>
                    <a:srgbClr val="000000"/>
                  </a:solidFill>
                </a:rPr>
                <a:t>Compare</a:t>
              </a:r>
            </a:p>
            <a:p>
              <a:pPr latinLnBrk="1"/>
              <a:endParaRPr lang="en-US" altLang="ko-KR" sz="1100">
                <a:solidFill>
                  <a:srgbClr val="000000"/>
                </a:solidFill>
              </a:endParaRPr>
            </a:p>
          </p:txBody>
        </p:sp>
        <p:sp>
          <p:nvSpPr>
            <p:cNvPr id="21522" name="Rectangle 19">
              <a:extLst>
                <a:ext uri="{FF2B5EF4-FFF2-40B4-BE49-F238E27FC236}">
                  <a16:creationId xmlns:a16="http://schemas.microsoft.com/office/drawing/2014/main" id="{2DA8D57D-9EF9-E726-C72C-E6F806D478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1" y="1346"/>
              <a:ext cx="562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1pPr>
              <a:lvl2pPr marL="742950" indent="-28575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2pPr>
              <a:lvl3pPr marL="11430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3pPr>
              <a:lvl4pPr marL="16002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4pPr>
              <a:lvl5pPr marL="20574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5pPr>
              <a:lvl6pPr marL="25146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6pPr>
              <a:lvl7pPr marL="29718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7pPr>
              <a:lvl8pPr marL="34290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8pPr>
              <a:lvl9pPr marL="38862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9pPr>
            </a:lstStyle>
            <a:p>
              <a:r>
                <a:rPr lang="en-US" altLang="ko-KR" sz="1100">
                  <a:solidFill>
                    <a:srgbClr val="000000"/>
                  </a:solidFill>
                </a:rPr>
                <a:t>exponents</a:t>
              </a:r>
            </a:p>
            <a:p>
              <a:pPr latinLnBrk="1"/>
              <a:endParaRPr lang="en-US" altLang="ko-KR" sz="1100">
                <a:solidFill>
                  <a:srgbClr val="000000"/>
                </a:solidFill>
              </a:endParaRPr>
            </a:p>
          </p:txBody>
        </p:sp>
        <p:sp>
          <p:nvSpPr>
            <p:cNvPr id="21523" name="Rectangle 20">
              <a:extLst>
                <a:ext uri="{FF2B5EF4-FFF2-40B4-BE49-F238E27FC236}">
                  <a16:creationId xmlns:a16="http://schemas.microsoft.com/office/drawing/2014/main" id="{85BE3D06-F247-CFE5-2619-4B88E9EBD1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12" y="1439"/>
              <a:ext cx="729" cy="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1pPr>
              <a:lvl2pPr marL="742950" indent="-28575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2pPr>
              <a:lvl3pPr marL="11430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3pPr>
              <a:lvl4pPr marL="16002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4pPr>
              <a:lvl5pPr marL="20574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5pPr>
              <a:lvl6pPr marL="25146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6pPr>
              <a:lvl7pPr marL="29718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7pPr>
              <a:lvl8pPr marL="34290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8pPr>
              <a:lvl9pPr marL="38862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9pPr>
            </a:lstStyle>
            <a:p>
              <a:r>
                <a:rPr lang="en-US" altLang="ko-KR" sz="1100">
                  <a:solidFill>
                    <a:srgbClr val="000000"/>
                  </a:solidFill>
                </a:rPr>
                <a:t>by subtraction</a:t>
              </a:r>
            </a:p>
          </p:txBody>
        </p:sp>
        <p:sp>
          <p:nvSpPr>
            <p:cNvPr id="21524" name="Rectangle 21">
              <a:extLst>
                <a:ext uri="{FF2B5EF4-FFF2-40B4-BE49-F238E27FC236}">
                  <a16:creationId xmlns:a16="http://schemas.microsoft.com/office/drawing/2014/main" id="{5230A7BD-EBC1-4341-D7FC-8DAFC9CF80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6" y="1254"/>
              <a:ext cx="831" cy="310"/>
            </a:xfrm>
            <a:prstGeom prst="rect">
              <a:avLst/>
            </a:prstGeom>
            <a:noFill/>
            <a:ln w="25399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1pPr>
              <a:lvl2pPr marL="742950" indent="-28575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2pPr>
              <a:lvl3pPr marL="1143000" indent="-2286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3pPr>
              <a:lvl4pPr marL="1600200" indent="-2286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4pPr>
              <a:lvl5pPr marL="2057400" indent="-2286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9pPr>
            </a:lstStyle>
            <a:p>
              <a:endParaRPr lang="en-IN" altLang="en-US"/>
            </a:p>
          </p:txBody>
        </p:sp>
        <p:sp>
          <p:nvSpPr>
            <p:cNvPr id="21525" name="Arc 22">
              <a:extLst>
                <a:ext uri="{FF2B5EF4-FFF2-40B4-BE49-F238E27FC236}">
                  <a16:creationId xmlns:a16="http://schemas.microsoft.com/office/drawing/2014/main" id="{C8145B68-6B86-B9C7-B9C0-94F75ACD4BC4}"/>
                </a:ext>
              </a:extLst>
            </p:cNvPr>
            <p:cNvSpPr>
              <a:spLocks/>
            </p:cNvSpPr>
            <p:nvPr/>
          </p:nvSpPr>
          <p:spPr bwMode="auto">
            <a:xfrm>
              <a:off x="3467" y="1183"/>
              <a:ext cx="56" cy="62"/>
            </a:xfrm>
            <a:custGeom>
              <a:avLst/>
              <a:gdLst>
                <a:gd name="T0" fmla="*/ 0 w 17282"/>
                <a:gd name="T1" fmla="*/ 0 h 21600"/>
                <a:gd name="T2" fmla="*/ 0 w 17282"/>
                <a:gd name="T3" fmla="*/ 0 h 21600"/>
                <a:gd name="T4" fmla="*/ 0 w 17282"/>
                <a:gd name="T5" fmla="*/ 0 h 21600"/>
                <a:gd name="T6" fmla="*/ 0 60000 65536"/>
                <a:gd name="T7" fmla="*/ 0 60000 65536"/>
                <a:gd name="T8" fmla="*/ 0 60000 65536"/>
                <a:gd name="T9" fmla="*/ 0 w 17282"/>
                <a:gd name="T10" fmla="*/ 0 h 21600"/>
                <a:gd name="T11" fmla="*/ 17282 w 17282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282" h="21600" fill="none" extrusionOk="0">
                  <a:moveTo>
                    <a:pt x="-1" y="1861"/>
                  </a:moveTo>
                  <a:cubicBezTo>
                    <a:pt x="2761" y="634"/>
                    <a:pt x="5750" y="-1"/>
                    <a:pt x="8773" y="0"/>
                  </a:cubicBezTo>
                  <a:cubicBezTo>
                    <a:pt x="11698" y="0"/>
                    <a:pt x="14593" y="594"/>
                    <a:pt x="17281" y="1746"/>
                  </a:cubicBezTo>
                </a:path>
                <a:path w="17282" h="21600" stroke="0" extrusionOk="0">
                  <a:moveTo>
                    <a:pt x="-1" y="1861"/>
                  </a:moveTo>
                  <a:cubicBezTo>
                    <a:pt x="2761" y="634"/>
                    <a:pt x="5750" y="-1"/>
                    <a:pt x="8773" y="0"/>
                  </a:cubicBezTo>
                  <a:cubicBezTo>
                    <a:pt x="11698" y="0"/>
                    <a:pt x="14593" y="594"/>
                    <a:pt x="17281" y="1746"/>
                  </a:cubicBezTo>
                  <a:lnTo>
                    <a:pt x="8773" y="216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26" name="Line 23">
              <a:extLst>
                <a:ext uri="{FF2B5EF4-FFF2-40B4-BE49-F238E27FC236}">
                  <a16:creationId xmlns:a16="http://schemas.microsoft.com/office/drawing/2014/main" id="{A2F5E6E3-EE4D-35D2-D071-4577FD17CF7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97" y="1065"/>
              <a:ext cx="0" cy="130"/>
            </a:xfrm>
            <a:prstGeom prst="line">
              <a:avLst/>
            </a:prstGeom>
            <a:noFill/>
            <a:ln w="25399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27" name="Arc 24">
              <a:extLst>
                <a:ext uri="{FF2B5EF4-FFF2-40B4-BE49-F238E27FC236}">
                  <a16:creationId xmlns:a16="http://schemas.microsoft.com/office/drawing/2014/main" id="{3EFC4190-4620-EBF3-9CAA-692C3F1D0C36}"/>
                </a:ext>
              </a:extLst>
            </p:cNvPr>
            <p:cNvSpPr>
              <a:spLocks/>
            </p:cNvSpPr>
            <p:nvPr/>
          </p:nvSpPr>
          <p:spPr bwMode="auto">
            <a:xfrm>
              <a:off x="3295" y="887"/>
              <a:ext cx="56" cy="62"/>
            </a:xfrm>
            <a:custGeom>
              <a:avLst/>
              <a:gdLst>
                <a:gd name="T0" fmla="*/ 0 w 17282"/>
                <a:gd name="T1" fmla="*/ 0 h 21600"/>
                <a:gd name="T2" fmla="*/ 0 w 17282"/>
                <a:gd name="T3" fmla="*/ 0 h 21600"/>
                <a:gd name="T4" fmla="*/ 0 w 17282"/>
                <a:gd name="T5" fmla="*/ 0 h 21600"/>
                <a:gd name="T6" fmla="*/ 0 60000 65536"/>
                <a:gd name="T7" fmla="*/ 0 60000 65536"/>
                <a:gd name="T8" fmla="*/ 0 60000 65536"/>
                <a:gd name="T9" fmla="*/ 0 w 17282"/>
                <a:gd name="T10" fmla="*/ 0 h 21600"/>
                <a:gd name="T11" fmla="*/ 17282 w 17282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282" h="21600" fill="none" extrusionOk="0">
                  <a:moveTo>
                    <a:pt x="-1" y="1861"/>
                  </a:moveTo>
                  <a:cubicBezTo>
                    <a:pt x="2761" y="634"/>
                    <a:pt x="5750" y="-1"/>
                    <a:pt x="8773" y="0"/>
                  </a:cubicBezTo>
                  <a:cubicBezTo>
                    <a:pt x="11698" y="0"/>
                    <a:pt x="14593" y="594"/>
                    <a:pt x="17281" y="1746"/>
                  </a:cubicBezTo>
                </a:path>
                <a:path w="17282" h="21600" stroke="0" extrusionOk="0">
                  <a:moveTo>
                    <a:pt x="-1" y="1861"/>
                  </a:moveTo>
                  <a:cubicBezTo>
                    <a:pt x="2761" y="634"/>
                    <a:pt x="5750" y="-1"/>
                    <a:pt x="8773" y="0"/>
                  </a:cubicBezTo>
                  <a:cubicBezTo>
                    <a:pt x="11698" y="0"/>
                    <a:pt x="14593" y="594"/>
                    <a:pt x="17281" y="1746"/>
                  </a:cubicBezTo>
                  <a:lnTo>
                    <a:pt x="8773" y="216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28" name="Line 25">
              <a:extLst>
                <a:ext uri="{FF2B5EF4-FFF2-40B4-BE49-F238E27FC236}">
                  <a16:creationId xmlns:a16="http://schemas.microsoft.com/office/drawing/2014/main" id="{1C4DE852-5192-B005-374A-6ED8762792D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25" y="768"/>
              <a:ext cx="0" cy="131"/>
            </a:xfrm>
            <a:prstGeom prst="line">
              <a:avLst/>
            </a:prstGeom>
            <a:noFill/>
            <a:ln w="25399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29" name="Arc 26">
              <a:extLst>
                <a:ext uri="{FF2B5EF4-FFF2-40B4-BE49-F238E27FC236}">
                  <a16:creationId xmlns:a16="http://schemas.microsoft.com/office/drawing/2014/main" id="{7BF03B93-E37E-B3E4-B080-9CDBE837906F}"/>
                </a:ext>
              </a:extLst>
            </p:cNvPr>
            <p:cNvSpPr>
              <a:spLocks/>
            </p:cNvSpPr>
            <p:nvPr/>
          </p:nvSpPr>
          <p:spPr bwMode="auto">
            <a:xfrm>
              <a:off x="3631" y="887"/>
              <a:ext cx="56" cy="62"/>
            </a:xfrm>
            <a:custGeom>
              <a:avLst/>
              <a:gdLst>
                <a:gd name="T0" fmla="*/ 0 w 17282"/>
                <a:gd name="T1" fmla="*/ 0 h 21600"/>
                <a:gd name="T2" fmla="*/ 0 w 17282"/>
                <a:gd name="T3" fmla="*/ 0 h 21600"/>
                <a:gd name="T4" fmla="*/ 0 w 17282"/>
                <a:gd name="T5" fmla="*/ 0 h 21600"/>
                <a:gd name="T6" fmla="*/ 0 60000 65536"/>
                <a:gd name="T7" fmla="*/ 0 60000 65536"/>
                <a:gd name="T8" fmla="*/ 0 60000 65536"/>
                <a:gd name="T9" fmla="*/ 0 w 17282"/>
                <a:gd name="T10" fmla="*/ 0 h 21600"/>
                <a:gd name="T11" fmla="*/ 17282 w 17282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282" h="21600" fill="none" extrusionOk="0">
                  <a:moveTo>
                    <a:pt x="-1" y="1861"/>
                  </a:moveTo>
                  <a:cubicBezTo>
                    <a:pt x="2761" y="634"/>
                    <a:pt x="5750" y="-1"/>
                    <a:pt x="8773" y="0"/>
                  </a:cubicBezTo>
                  <a:cubicBezTo>
                    <a:pt x="11698" y="0"/>
                    <a:pt x="14593" y="594"/>
                    <a:pt x="17281" y="1746"/>
                  </a:cubicBezTo>
                </a:path>
                <a:path w="17282" h="21600" stroke="0" extrusionOk="0">
                  <a:moveTo>
                    <a:pt x="-1" y="1861"/>
                  </a:moveTo>
                  <a:cubicBezTo>
                    <a:pt x="2761" y="634"/>
                    <a:pt x="5750" y="-1"/>
                    <a:pt x="8773" y="0"/>
                  </a:cubicBezTo>
                  <a:cubicBezTo>
                    <a:pt x="11698" y="0"/>
                    <a:pt x="14593" y="594"/>
                    <a:pt x="17281" y="1746"/>
                  </a:cubicBezTo>
                  <a:lnTo>
                    <a:pt x="8773" y="216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30" name="Line 27">
              <a:extLst>
                <a:ext uri="{FF2B5EF4-FFF2-40B4-BE49-F238E27FC236}">
                  <a16:creationId xmlns:a16="http://schemas.microsoft.com/office/drawing/2014/main" id="{4AE2B7A2-134B-3DCA-3C4A-C1245FA3524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61" y="768"/>
              <a:ext cx="0" cy="131"/>
            </a:xfrm>
            <a:prstGeom prst="line">
              <a:avLst/>
            </a:prstGeom>
            <a:noFill/>
            <a:ln w="25399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31" name="Rectangle 28">
              <a:extLst>
                <a:ext uri="{FF2B5EF4-FFF2-40B4-BE49-F238E27FC236}">
                  <a16:creationId xmlns:a16="http://schemas.microsoft.com/office/drawing/2014/main" id="{1E6F8F3A-ED5A-16DB-2F9E-C98A01D93B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0" y="658"/>
              <a:ext cx="167" cy="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1pPr>
              <a:lvl2pPr marL="742950" indent="-28575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2pPr>
              <a:lvl3pPr marL="11430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3pPr>
              <a:lvl4pPr marL="16002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4pPr>
              <a:lvl5pPr marL="20574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5pPr>
              <a:lvl6pPr marL="25146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6pPr>
              <a:lvl7pPr marL="29718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7pPr>
              <a:lvl8pPr marL="34290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8pPr>
              <a:lvl9pPr marL="38862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9pPr>
            </a:lstStyle>
            <a:p>
              <a:r>
                <a:rPr lang="en-US" altLang="ko-KR" sz="1100">
                  <a:solidFill>
                    <a:srgbClr val="000000"/>
                  </a:solidFill>
                </a:rPr>
                <a:t>a</a:t>
              </a:r>
            </a:p>
          </p:txBody>
        </p:sp>
        <p:sp>
          <p:nvSpPr>
            <p:cNvPr id="21532" name="Rectangle 29">
              <a:extLst>
                <a:ext uri="{FF2B5EF4-FFF2-40B4-BE49-F238E27FC236}">
                  <a16:creationId xmlns:a16="http://schemas.microsoft.com/office/drawing/2014/main" id="{FA4FBC61-F207-574C-80DE-4587FBE10B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4" y="658"/>
              <a:ext cx="172" cy="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1pPr>
              <a:lvl2pPr marL="742950" indent="-28575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2pPr>
              <a:lvl3pPr marL="11430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3pPr>
              <a:lvl4pPr marL="16002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4pPr>
              <a:lvl5pPr marL="20574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5pPr>
              <a:lvl6pPr marL="25146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6pPr>
              <a:lvl7pPr marL="29718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7pPr>
              <a:lvl8pPr marL="34290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8pPr>
              <a:lvl9pPr marL="38862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9pPr>
            </a:lstStyle>
            <a:p>
              <a:r>
                <a:rPr lang="en-US" altLang="ko-KR" sz="1100">
                  <a:solidFill>
                    <a:srgbClr val="000000"/>
                  </a:solidFill>
                </a:rPr>
                <a:t>b</a:t>
              </a:r>
            </a:p>
          </p:txBody>
        </p:sp>
        <p:sp>
          <p:nvSpPr>
            <p:cNvPr id="21533" name="Arc 30">
              <a:extLst>
                <a:ext uri="{FF2B5EF4-FFF2-40B4-BE49-F238E27FC236}">
                  <a16:creationId xmlns:a16="http://schemas.microsoft.com/office/drawing/2014/main" id="{1EB69CEB-8E4E-0944-18E6-AF9ECCCAC7BC}"/>
                </a:ext>
              </a:extLst>
            </p:cNvPr>
            <p:cNvSpPr>
              <a:spLocks/>
            </p:cNvSpPr>
            <p:nvPr/>
          </p:nvSpPr>
          <p:spPr bwMode="auto">
            <a:xfrm>
              <a:off x="3470" y="1680"/>
              <a:ext cx="56" cy="61"/>
            </a:xfrm>
            <a:custGeom>
              <a:avLst/>
              <a:gdLst>
                <a:gd name="T0" fmla="*/ 0 w 17282"/>
                <a:gd name="T1" fmla="*/ 0 h 21600"/>
                <a:gd name="T2" fmla="*/ 0 w 17282"/>
                <a:gd name="T3" fmla="*/ 0 h 21600"/>
                <a:gd name="T4" fmla="*/ 0 w 17282"/>
                <a:gd name="T5" fmla="*/ 0 h 21600"/>
                <a:gd name="T6" fmla="*/ 0 60000 65536"/>
                <a:gd name="T7" fmla="*/ 0 60000 65536"/>
                <a:gd name="T8" fmla="*/ 0 60000 65536"/>
                <a:gd name="T9" fmla="*/ 0 w 17282"/>
                <a:gd name="T10" fmla="*/ 0 h 21600"/>
                <a:gd name="T11" fmla="*/ 17282 w 17282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282" h="21600" fill="none" extrusionOk="0">
                  <a:moveTo>
                    <a:pt x="-1" y="1861"/>
                  </a:moveTo>
                  <a:cubicBezTo>
                    <a:pt x="2761" y="634"/>
                    <a:pt x="5750" y="-1"/>
                    <a:pt x="8773" y="0"/>
                  </a:cubicBezTo>
                  <a:cubicBezTo>
                    <a:pt x="11698" y="0"/>
                    <a:pt x="14593" y="594"/>
                    <a:pt x="17281" y="1746"/>
                  </a:cubicBezTo>
                </a:path>
                <a:path w="17282" h="21600" stroke="0" extrusionOk="0">
                  <a:moveTo>
                    <a:pt x="-1" y="1861"/>
                  </a:moveTo>
                  <a:cubicBezTo>
                    <a:pt x="2761" y="634"/>
                    <a:pt x="5750" y="-1"/>
                    <a:pt x="8773" y="0"/>
                  </a:cubicBezTo>
                  <a:cubicBezTo>
                    <a:pt x="11698" y="0"/>
                    <a:pt x="14593" y="594"/>
                    <a:pt x="17281" y="1746"/>
                  </a:cubicBezTo>
                  <a:lnTo>
                    <a:pt x="8773" y="216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34" name="Line 31">
              <a:extLst>
                <a:ext uri="{FF2B5EF4-FFF2-40B4-BE49-F238E27FC236}">
                  <a16:creationId xmlns:a16="http://schemas.microsoft.com/office/drawing/2014/main" id="{9EE91253-A9D9-C8FE-4459-E599CB395E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94" y="1560"/>
              <a:ext cx="0" cy="130"/>
            </a:xfrm>
            <a:prstGeom prst="line">
              <a:avLst/>
            </a:prstGeom>
            <a:noFill/>
            <a:ln w="25399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35" name="Rectangle 32">
              <a:extLst>
                <a:ext uri="{FF2B5EF4-FFF2-40B4-BE49-F238E27FC236}">
                  <a16:creationId xmlns:a16="http://schemas.microsoft.com/office/drawing/2014/main" id="{4DA5CE49-49C9-1722-6E37-33D0A4F9EA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6" y="1717"/>
              <a:ext cx="182" cy="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1pPr>
              <a:lvl2pPr marL="742950" indent="-28575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2pPr>
              <a:lvl3pPr marL="11430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3pPr>
              <a:lvl4pPr marL="16002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4pPr>
              <a:lvl5pPr marL="20574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5pPr>
              <a:lvl6pPr marL="25146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6pPr>
              <a:lvl7pPr marL="29718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7pPr>
              <a:lvl8pPr marL="34290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8pPr>
              <a:lvl9pPr marL="38862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9pPr>
            </a:lstStyle>
            <a:p>
              <a:r>
                <a:rPr lang="en-US" altLang="ko-KR" sz="1100">
                  <a:solidFill>
                    <a:srgbClr val="000000"/>
                  </a:solidFill>
                </a:rPr>
                <a:t>R</a:t>
              </a:r>
            </a:p>
          </p:txBody>
        </p:sp>
        <p:sp>
          <p:nvSpPr>
            <p:cNvPr id="21536" name="Rectangle 33">
              <a:extLst>
                <a:ext uri="{FF2B5EF4-FFF2-40B4-BE49-F238E27FC236}">
                  <a16:creationId xmlns:a16="http://schemas.microsoft.com/office/drawing/2014/main" id="{CEBD134B-B16E-FF43-F222-F005AC4FDE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52" y="2024"/>
              <a:ext cx="864" cy="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1pPr>
              <a:lvl2pPr marL="742950" indent="-28575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2pPr>
              <a:lvl3pPr marL="11430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3pPr>
              <a:lvl4pPr marL="16002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4pPr>
              <a:lvl5pPr marL="20574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5pPr>
              <a:lvl6pPr marL="25146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6pPr>
              <a:lvl7pPr marL="29718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7pPr>
              <a:lvl8pPr marL="34290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8pPr>
              <a:lvl9pPr marL="38862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9pPr>
            </a:lstStyle>
            <a:p>
              <a:r>
                <a:rPr lang="en-US" altLang="ko-KR" sz="1100">
                  <a:solidFill>
                    <a:srgbClr val="000000"/>
                  </a:solidFill>
                </a:rPr>
                <a:t>Choose exponent</a:t>
              </a:r>
            </a:p>
          </p:txBody>
        </p:sp>
        <p:sp>
          <p:nvSpPr>
            <p:cNvPr id="21537" name="Rectangle 34">
              <a:extLst>
                <a:ext uri="{FF2B5EF4-FFF2-40B4-BE49-F238E27FC236}">
                  <a16:creationId xmlns:a16="http://schemas.microsoft.com/office/drawing/2014/main" id="{5F79797C-C336-2DE5-E3FA-7166ACFFF5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6" y="2036"/>
              <a:ext cx="828" cy="114"/>
            </a:xfrm>
            <a:prstGeom prst="rect">
              <a:avLst/>
            </a:prstGeom>
            <a:noFill/>
            <a:ln w="25399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1pPr>
              <a:lvl2pPr marL="742950" indent="-28575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2pPr>
              <a:lvl3pPr marL="1143000" indent="-2286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3pPr>
              <a:lvl4pPr marL="1600200" indent="-2286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4pPr>
              <a:lvl5pPr marL="2057400" indent="-2286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9pPr>
            </a:lstStyle>
            <a:p>
              <a:endParaRPr lang="en-IN" altLang="en-US"/>
            </a:p>
          </p:txBody>
        </p:sp>
        <p:sp>
          <p:nvSpPr>
            <p:cNvPr id="21538" name="Arc 35">
              <a:extLst>
                <a:ext uri="{FF2B5EF4-FFF2-40B4-BE49-F238E27FC236}">
                  <a16:creationId xmlns:a16="http://schemas.microsoft.com/office/drawing/2014/main" id="{7DD2A379-96B4-AB0E-0B60-2523AB18094C}"/>
                </a:ext>
              </a:extLst>
            </p:cNvPr>
            <p:cNvSpPr>
              <a:spLocks/>
            </p:cNvSpPr>
            <p:nvPr/>
          </p:nvSpPr>
          <p:spPr bwMode="auto">
            <a:xfrm>
              <a:off x="3470" y="1972"/>
              <a:ext cx="56" cy="62"/>
            </a:xfrm>
            <a:custGeom>
              <a:avLst/>
              <a:gdLst>
                <a:gd name="T0" fmla="*/ 0 w 17282"/>
                <a:gd name="T1" fmla="*/ 0 h 21600"/>
                <a:gd name="T2" fmla="*/ 0 w 17282"/>
                <a:gd name="T3" fmla="*/ 0 h 21600"/>
                <a:gd name="T4" fmla="*/ 0 w 17282"/>
                <a:gd name="T5" fmla="*/ 0 h 21600"/>
                <a:gd name="T6" fmla="*/ 0 60000 65536"/>
                <a:gd name="T7" fmla="*/ 0 60000 65536"/>
                <a:gd name="T8" fmla="*/ 0 60000 65536"/>
                <a:gd name="T9" fmla="*/ 0 w 17282"/>
                <a:gd name="T10" fmla="*/ 0 h 21600"/>
                <a:gd name="T11" fmla="*/ 17282 w 17282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282" h="21600" fill="none" extrusionOk="0">
                  <a:moveTo>
                    <a:pt x="-1" y="1861"/>
                  </a:moveTo>
                  <a:cubicBezTo>
                    <a:pt x="2761" y="634"/>
                    <a:pt x="5750" y="-1"/>
                    <a:pt x="8773" y="0"/>
                  </a:cubicBezTo>
                  <a:cubicBezTo>
                    <a:pt x="11698" y="0"/>
                    <a:pt x="14593" y="594"/>
                    <a:pt x="17281" y="1746"/>
                  </a:cubicBezTo>
                </a:path>
                <a:path w="17282" h="21600" stroke="0" extrusionOk="0">
                  <a:moveTo>
                    <a:pt x="-1" y="1861"/>
                  </a:moveTo>
                  <a:cubicBezTo>
                    <a:pt x="2761" y="634"/>
                    <a:pt x="5750" y="-1"/>
                    <a:pt x="8773" y="0"/>
                  </a:cubicBezTo>
                  <a:cubicBezTo>
                    <a:pt x="11698" y="0"/>
                    <a:pt x="14593" y="594"/>
                    <a:pt x="17281" y="1746"/>
                  </a:cubicBezTo>
                  <a:lnTo>
                    <a:pt x="8773" y="216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39" name="Line 36">
              <a:extLst>
                <a:ext uri="{FF2B5EF4-FFF2-40B4-BE49-F238E27FC236}">
                  <a16:creationId xmlns:a16="http://schemas.microsoft.com/office/drawing/2014/main" id="{985ABC98-6728-7D23-D425-AD31F562A7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97" y="1844"/>
              <a:ext cx="0" cy="130"/>
            </a:xfrm>
            <a:prstGeom prst="line">
              <a:avLst/>
            </a:prstGeom>
            <a:noFill/>
            <a:ln w="25399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40" name="Rectangle 37">
              <a:extLst>
                <a:ext uri="{FF2B5EF4-FFF2-40B4-BE49-F238E27FC236}">
                  <a16:creationId xmlns:a16="http://schemas.microsoft.com/office/drawing/2014/main" id="{1ABE5B20-795D-7219-0DC0-822C8A5877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87" y="546"/>
              <a:ext cx="573" cy="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1pPr>
              <a:lvl2pPr marL="742950" indent="-28575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2pPr>
              <a:lvl3pPr marL="11430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3pPr>
              <a:lvl4pPr marL="16002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4pPr>
              <a:lvl5pPr marL="20574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5pPr>
              <a:lvl6pPr marL="25146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6pPr>
              <a:lvl7pPr marL="29718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7pPr>
              <a:lvl8pPr marL="34290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8pPr>
              <a:lvl9pPr marL="38862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9pPr>
            </a:lstStyle>
            <a:p>
              <a:r>
                <a:rPr lang="en-US" altLang="ko-KR" sz="1100">
                  <a:solidFill>
                    <a:srgbClr val="000000"/>
                  </a:solidFill>
                </a:rPr>
                <a:t>Exponents</a:t>
              </a:r>
            </a:p>
          </p:txBody>
        </p:sp>
        <p:sp>
          <p:nvSpPr>
            <p:cNvPr id="21541" name="Rectangle 38">
              <a:extLst>
                <a:ext uri="{FF2B5EF4-FFF2-40B4-BE49-F238E27FC236}">
                  <a16:creationId xmlns:a16="http://schemas.microsoft.com/office/drawing/2014/main" id="{C078E937-1026-01C8-E003-4E033258D4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07" y="936"/>
              <a:ext cx="182" cy="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1pPr>
              <a:lvl2pPr marL="742950" indent="-28575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2pPr>
              <a:lvl3pPr marL="11430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3pPr>
              <a:lvl4pPr marL="16002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4pPr>
              <a:lvl5pPr marL="20574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5pPr>
              <a:lvl6pPr marL="25146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6pPr>
              <a:lvl7pPr marL="29718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7pPr>
              <a:lvl8pPr marL="34290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8pPr>
              <a:lvl9pPr marL="38862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9pPr>
            </a:lstStyle>
            <a:p>
              <a:r>
                <a:rPr lang="en-US" altLang="ko-KR" sz="1100">
                  <a:solidFill>
                    <a:srgbClr val="000000"/>
                  </a:solidFill>
                </a:rPr>
                <a:t>R</a:t>
              </a:r>
            </a:p>
          </p:txBody>
        </p:sp>
        <p:sp>
          <p:nvSpPr>
            <p:cNvPr id="21542" name="Arc 39">
              <a:extLst>
                <a:ext uri="{FF2B5EF4-FFF2-40B4-BE49-F238E27FC236}">
                  <a16:creationId xmlns:a16="http://schemas.microsoft.com/office/drawing/2014/main" id="{C66A0863-C552-079C-B552-FCB7EE314EA9}"/>
                </a:ext>
              </a:extLst>
            </p:cNvPr>
            <p:cNvSpPr>
              <a:spLocks/>
            </p:cNvSpPr>
            <p:nvPr/>
          </p:nvSpPr>
          <p:spPr bwMode="auto">
            <a:xfrm>
              <a:off x="5075" y="1972"/>
              <a:ext cx="56" cy="62"/>
            </a:xfrm>
            <a:custGeom>
              <a:avLst/>
              <a:gdLst>
                <a:gd name="T0" fmla="*/ 0 w 17282"/>
                <a:gd name="T1" fmla="*/ 0 h 21600"/>
                <a:gd name="T2" fmla="*/ 0 w 17282"/>
                <a:gd name="T3" fmla="*/ 0 h 21600"/>
                <a:gd name="T4" fmla="*/ 0 w 17282"/>
                <a:gd name="T5" fmla="*/ 0 h 21600"/>
                <a:gd name="T6" fmla="*/ 0 60000 65536"/>
                <a:gd name="T7" fmla="*/ 0 60000 65536"/>
                <a:gd name="T8" fmla="*/ 0 60000 65536"/>
                <a:gd name="T9" fmla="*/ 0 w 17282"/>
                <a:gd name="T10" fmla="*/ 0 h 21600"/>
                <a:gd name="T11" fmla="*/ 17282 w 17282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282" h="21600" fill="none" extrusionOk="0">
                  <a:moveTo>
                    <a:pt x="-1" y="1861"/>
                  </a:moveTo>
                  <a:cubicBezTo>
                    <a:pt x="2761" y="634"/>
                    <a:pt x="5750" y="-1"/>
                    <a:pt x="8773" y="0"/>
                  </a:cubicBezTo>
                  <a:cubicBezTo>
                    <a:pt x="11698" y="0"/>
                    <a:pt x="14593" y="594"/>
                    <a:pt x="17281" y="1746"/>
                  </a:cubicBezTo>
                </a:path>
                <a:path w="17282" h="21600" stroke="0" extrusionOk="0">
                  <a:moveTo>
                    <a:pt x="-1" y="1861"/>
                  </a:moveTo>
                  <a:cubicBezTo>
                    <a:pt x="2761" y="634"/>
                    <a:pt x="5750" y="-1"/>
                    <a:pt x="8773" y="0"/>
                  </a:cubicBezTo>
                  <a:cubicBezTo>
                    <a:pt x="11698" y="0"/>
                    <a:pt x="14593" y="594"/>
                    <a:pt x="17281" y="1746"/>
                  </a:cubicBezTo>
                  <a:lnTo>
                    <a:pt x="8773" y="216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43" name="Line 40">
              <a:extLst>
                <a:ext uri="{FF2B5EF4-FFF2-40B4-BE49-F238E27FC236}">
                  <a16:creationId xmlns:a16="http://schemas.microsoft.com/office/drawing/2014/main" id="{7F93D3FA-E997-BB5F-356A-94B3ECA057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02" y="1065"/>
              <a:ext cx="0" cy="909"/>
            </a:xfrm>
            <a:prstGeom prst="line">
              <a:avLst/>
            </a:prstGeom>
            <a:noFill/>
            <a:ln w="25399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44" name="Arc 41">
              <a:extLst>
                <a:ext uri="{FF2B5EF4-FFF2-40B4-BE49-F238E27FC236}">
                  <a16:creationId xmlns:a16="http://schemas.microsoft.com/office/drawing/2014/main" id="{4EABBB19-B702-CE52-5FEE-F2409B1A24B4}"/>
                </a:ext>
              </a:extLst>
            </p:cNvPr>
            <p:cNvSpPr>
              <a:spLocks/>
            </p:cNvSpPr>
            <p:nvPr/>
          </p:nvSpPr>
          <p:spPr bwMode="auto">
            <a:xfrm>
              <a:off x="4901" y="887"/>
              <a:ext cx="56" cy="62"/>
            </a:xfrm>
            <a:custGeom>
              <a:avLst/>
              <a:gdLst>
                <a:gd name="T0" fmla="*/ 0 w 17282"/>
                <a:gd name="T1" fmla="*/ 0 h 21600"/>
                <a:gd name="T2" fmla="*/ 0 w 17282"/>
                <a:gd name="T3" fmla="*/ 0 h 21600"/>
                <a:gd name="T4" fmla="*/ 0 w 17282"/>
                <a:gd name="T5" fmla="*/ 0 h 21600"/>
                <a:gd name="T6" fmla="*/ 0 60000 65536"/>
                <a:gd name="T7" fmla="*/ 0 60000 65536"/>
                <a:gd name="T8" fmla="*/ 0 60000 65536"/>
                <a:gd name="T9" fmla="*/ 0 w 17282"/>
                <a:gd name="T10" fmla="*/ 0 h 21600"/>
                <a:gd name="T11" fmla="*/ 17282 w 17282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282" h="21600" fill="none" extrusionOk="0">
                  <a:moveTo>
                    <a:pt x="-1" y="1861"/>
                  </a:moveTo>
                  <a:cubicBezTo>
                    <a:pt x="2761" y="634"/>
                    <a:pt x="5750" y="-1"/>
                    <a:pt x="8773" y="0"/>
                  </a:cubicBezTo>
                  <a:cubicBezTo>
                    <a:pt x="11698" y="0"/>
                    <a:pt x="14593" y="594"/>
                    <a:pt x="17281" y="1746"/>
                  </a:cubicBezTo>
                </a:path>
                <a:path w="17282" h="21600" stroke="0" extrusionOk="0">
                  <a:moveTo>
                    <a:pt x="-1" y="1861"/>
                  </a:moveTo>
                  <a:cubicBezTo>
                    <a:pt x="2761" y="634"/>
                    <a:pt x="5750" y="-1"/>
                    <a:pt x="8773" y="0"/>
                  </a:cubicBezTo>
                  <a:cubicBezTo>
                    <a:pt x="11698" y="0"/>
                    <a:pt x="14593" y="594"/>
                    <a:pt x="17281" y="1746"/>
                  </a:cubicBezTo>
                  <a:lnTo>
                    <a:pt x="8773" y="216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45" name="Line 42">
              <a:extLst>
                <a:ext uri="{FF2B5EF4-FFF2-40B4-BE49-F238E27FC236}">
                  <a16:creationId xmlns:a16="http://schemas.microsoft.com/office/drawing/2014/main" id="{FCFEF137-3F10-C452-67C3-E0807589A2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30" y="768"/>
              <a:ext cx="0" cy="131"/>
            </a:xfrm>
            <a:prstGeom prst="line">
              <a:avLst/>
            </a:prstGeom>
            <a:noFill/>
            <a:ln w="25399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46" name="Arc 43">
              <a:extLst>
                <a:ext uri="{FF2B5EF4-FFF2-40B4-BE49-F238E27FC236}">
                  <a16:creationId xmlns:a16="http://schemas.microsoft.com/office/drawing/2014/main" id="{9F9594E4-DC90-D4BC-E359-661E059A4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5244" y="887"/>
              <a:ext cx="56" cy="62"/>
            </a:xfrm>
            <a:custGeom>
              <a:avLst/>
              <a:gdLst>
                <a:gd name="T0" fmla="*/ 0 w 17282"/>
                <a:gd name="T1" fmla="*/ 0 h 21600"/>
                <a:gd name="T2" fmla="*/ 0 w 17282"/>
                <a:gd name="T3" fmla="*/ 0 h 21600"/>
                <a:gd name="T4" fmla="*/ 0 w 17282"/>
                <a:gd name="T5" fmla="*/ 0 h 21600"/>
                <a:gd name="T6" fmla="*/ 0 60000 65536"/>
                <a:gd name="T7" fmla="*/ 0 60000 65536"/>
                <a:gd name="T8" fmla="*/ 0 60000 65536"/>
                <a:gd name="T9" fmla="*/ 0 w 17282"/>
                <a:gd name="T10" fmla="*/ 0 h 21600"/>
                <a:gd name="T11" fmla="*/ 17282 w 17282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282" h="21600" fill="none" extrusionOk="0">
                  <a:moveTo>
                    <a:pt x="-1" y="1861"/>
                  </a:moveTo>
                  <a:cubicBezTo>
                    <a:pt x="2761" y="634"/>
                    <a:pt x="5750" y="-1"/>
                    <a:pt x="8773" y="0"/>
                  </a:cubicBezTo>
                  <a:cubicBezTo>
                    <a:pt x="11698" y="0"/>
                    <a:pt x="14593" y="594"/>
                    <a:pt x="17281" y="1746"/>
                  </a:cubicBezTo>
                </a:path>
                <a:path w="17282" h="21600" stroke="0" extrusionOk="0">
                  <a:moveTo>
                    <a:pt x="-1" y="1861"/>
                  </a:moveTo>
                  <a:cubicBezTo>
                    <a:pt x="2761" y="634"/>
                    <a:pt x="5750" y="-1"/>
                    <a:pt x="8773" y="0"/>
                  </a:cubicBezTo>
                  <a:cubicBezTo>
                    <a:pt x="11698" y="0"/>
                    <a:pt x="14593" y="594"/>
                    <a:pt x="17281" y="1746"/>
                  </a:cubicBezTo>
                  <a:lnTo>
                    <a:pt x="8773" y="216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47" name="Line 44">
              <a:extLst>
                <a:ext uri="{FF2B5EF4-FFF2-40B4-BE49-F238E27FC236}">
                  <a16:creationId xmlns:a16="http://schemas.microsoft.com/office/drawing/2014/main" id="{82DF074B-352B-A402-0E03-88CC7FAE53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74" y="768"/>
              <a:ext cx="0" cy="131"/>
            </a:xfrm>
            <a:prstGeom prst="line">
              <a:avLst/>
            </a:prstGeom>
            <a:noFill/>
            <a:ln w="25399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48" name="Rectangle 45">
              <a:extLst>
                <a:ext uri="{FF2B5EF4-FFF2-40B4-BE49-F238E27FC236}">
                  <a16:creationId xmlns:a16="http://schemas.microsoft.com/office/drawing/2014/main" id="{47B6D30F-B42D-4F4F-8D4E-9D9474DF9B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37" y="658"/>
              <a:ext cx="182" cy="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1pPr>
              <a:lvl2pPr marL="742950" indent="-28575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2pPr>
              <a:lvl3pPr marL="11430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3pPr>
              <a:lvl4pPr marL="16002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4pPr>
              <a:lvl5pPr marL="20574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5pPr>
              <a:lvl6pPr marL="25146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6pPr>
              <a:lvl7pPr marL="29718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7pPr>
              <a:lvl8pPr marL="34290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8pPr>
              <a:lvl9pPr marL="38862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9pPr>
            </a:lstStyle>
            <a:p>
              <a:r>
                <a:rPr lang="en-US" altLang="ko-KR" sz="1100">
                  <a:solidFill>
                    <a:srgbClr val="000000"/>
                  </a:solidFill>
                </a:rPr>
                <a:t>A</a:t>
              </a:r>
            </a:p>
          </p:txBody>
        </p:sp>
        <p:sp>
          <p:nvSpPr>
            <p:cNvPr id="21549" name="Rectangle 46">
              <a:extLst>
                <a:ext uri="{FF2B5EF4-FFF2-40B4-BE49-F238E27FC236}">
                  <a16:creationId xmlns:a16="http://schemas.microsoft.com/office/drawing/2014/main" id="{F62AF287-7B06-A281-AA5F-1CE5BB351B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04" y="663"/>
              <a:ext cx="182" cy="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1pPr>
              <a:lvl2pPr marL="742950" indent="-28575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2pPr>
              <a:lvl3pPr marL="11430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3pPr>
              <a:lvl4pPr marL="16002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4pPr>
              <a:lvl5pPr marL="20574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5pPr>
              <a:lvl6pPr marL="25146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6pPr>
              <a:lvl7pPr marL="29718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7pPr>
              <a:lvl8pPr marL="34290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8pPr>
              <a:lvl9pPr marL="38862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9pPr>
            </a:lstStyle>
            <a:p>
              <a:r>
                <a:rPr lang="en-US" altLang="ko-KR" sz="1100">
                  <a:solidFill>
                    <a:srgbClr val="000000"/>
                  </a:solidFill>
                </a:rPr>
                <a:t>B</a:t>
              </a:r>
            </a:p>
          </p:txBody>
        </p:sp>
        <p:sp>
          <p:nvSpPr>
            <p:cNvPr id="21550" name="Rectangle 47">
              <a:extLst>
                <a:ext uri="{FF2B5EF4-FFF2-40B4-BE49-F238E27FC236}">
                  <a16:creationId xmlns:a16="http://schemas.microsoft.com/office/drawing/2014/main" id="{709CF2B4-AEB8-DD2F-8FBC-F955F83101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2018"/>
              <a:ext cx="748" cy="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1pPr>
              <a:lvl2pPr marL="742950" indent="-28575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2pPr>
              <a:lvl3pPr marL="11430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3pPr>
              <a:lvl4pPr marL="16002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4pPr>
              <a:lvl5pPr marL="20574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5pPr>
              <a:lvl6pPr marL="25146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6pPr>
              <a:lvl7pPr marL="29718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7pPr>
              <a:lvl8pPr marL="34290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8pPr>
              <a:lvl9pPr marL="38862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9pPr>
            </a:lstStyle>
            <a:p>
              <a:r>
                <a:rPr lang="en-US" altLang="ko-KR" sz="1100">
                  <a:solidFill>
                    <a:srgbClr val="000000"/>
                  </a:solidFill>
                </a:rPr>
                <a:t>Align mantissa</a:t>
              </a:r>
            </a:p>
          </p:txBody>
        </p:sp>
        <p:sp>
          <p:nvSpPr>
            <p:cNvPr id="21551" name="Rectangle 48">
              <a:extLst>
                <a:ext uri="{FF2B5EF4-FFF2-40B4-BE49-F238E27FC236}">
                  <a16:creationId xmlns:a16="http://schemas.microsoft.com/office/drawing/2014/main" id="{319B6D30-D8C4-7A49-290F-8E0F4786EA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81" y="2036"/>
              <a:ext cx="837" cy="114"/>
            </a:xfrm>
            <a:prstGeom prst="rect">
              <a:avLst/>
            </a:prstGeom>
            <a:noFill/>
            <a:ln w="25399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1pPr>
              <a:lvl2pPr marL="742950" indent="-28575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2pPr>
              <a:lvl3pPr marL="1143000" indent="-2286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3pPr>
              <a:lvl4pPr marL="1600200" indent="-2286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4pPr>
              <a:lvl5pPr marL="2057400" indent="-2286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9pPr>
            </a:lstStyle>
            <a:p>
              <a:endParaRPr lang="en-IN" altLang="en-US"/>
            </a:p>
          </p:txBody>
        </p:sp>
        <p:sp>
          <p:nvSpPr>
            <p:cNvPr id="21552" name="Rectangle 49">
              <a:extLst>
                <a:ext uri="{FF2B5EF4-FFF2-40B4-BE49-F238E27FC236}">
                  <a16:creationId xmlns:a16="http://schemas.microsoft.com/office/drawing/2014/main" id="{3B71A319-EC00-4072-8B52-8DE1C3914C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99" y="546"/>
              <a:ext cx="546" cy="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1pPr>
              <a:lvl2pPr marL="742950" indent="-28575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2pPr>
              <a:lvl3pPr marL="11430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3pPr>
              <a:lvl4pPr marL="16002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4pPr>
              <a:lvl5pPr marL="20574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5pPr>
              <a:lvl6pPr marL="25146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6pPr>
              <a:lvl7pPr marL="29718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7pPr>
              <a:lvl8pPr marL="34290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8pPr>
              <a:lvl9pPr marL="38862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9pPr>
            </a:lstStyle>
            <a:p>
              <a:r>
                <a:rPr lang="en-US" altLang="ko-KR" sz="1100">
                  <a:solidFill>
                    <a:srgbClr val="000000"/>
                  </a:solidFill>
                </a:rPr>
                <a:t>Mantissas</a:t>
              </a:r>
            </a:p>
          </p:txBody>
        </p:sp>
        <p:sp>
          <p:nvSpPr>
            <p:cNvPr id="21553" name="Rectangle 50">
              <a:extLst>
                <a:ext uri="{FF2B5EF4-FFF2-40B4-BE49-F238E27FC236}">
                  <a16:creationId xmlns:a16="http://schemas.microsoft.com/office/drawing/2014/main" id="{22E0CCB1-059C-F8CC-BD76-08621D7506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03" y="1275"/>
              <a:ext cx="551" cy="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1pPr>
              <a:lvl2pPr marL="742950" indent="-28575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2pPr>
              <a:lvl3pPr marL="11430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3pPr>
              <a:lvl4pPr marL="16002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4pPr>
              <a:lvl5pPr marL="20574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5pPr>
              <a:lvl6pPr marL="25146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6pPr>
              <a:lvl7pPr marL="29718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7pPr>
              <a:lvl8pPr marL="34290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8pPr>
              <a:lvl9pPr marL="38862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9pPr>
            </a:lstStyle>
            <a:p>
              <a:r>
                <a:rPr lang="en-US" altLang="ko-KR" sz="1100">
                  <a:solidFill>
                    <a:srgbClr val="000000"/>
                  </a:solidFill>
                </a:rPr>
                <a:t>Difference</a:t>
              </a:r>
            </a:p>
          </p:txBody>
        </p:sp>
        <p:sp>
          <p:nvSpPr>
            <p:cNvPr id="21554" name="Freeform 51">
              <a:extLst>
                <a:ext uri="{FF2B5EF4-FFF2-40B4-BE49-F238E27FC236}">
                  <a16:creationId xmlns:a16="http://schemas.microsoft.com/office/drawing/2014/main" id="{455D772D-1D4F-A7DC-777A-6B84D0F69934}"/>
                </a:ext>
              </a:extLst>
            </p:cNvPr>
            <p:cNvSpPr>
              <a:spLocks/>
            </p:cNvSpPr>
            <p:nvPr/>
          </p:nvSpPr>
          <p:spPr bwMode="auto">
            <a:xfrm>
              <a:off x="3911" y="1399"/>
              <a:ext cx="554" cy="708"/>
            </a:xfrm>
            <a:custGeom>
              <a:avLst/>
              <a:gdLst>
                <a:gd name="T0" fmla="*/ 0 w 534"/>
                <a:gd name="T1" fmla="*/ 0 h 778"/>
                <a:gd name="T2" fmla="*/ 640 w 534"/>
                <a:gd name="T3" fmla="*/ 0 h 778"/>
                <a:gd name="T4" fmla="*/ 640 w 534"/>
                <a:gd name="T5" fmla="*/ 484 h 778"/>
                <a:gd name="T6" fmla="*/ 0 60000 65536"/>
                <a:gd name="T7" fmla="*/ 0 60000 65536"/>
                <a:gd name="T8" fmla="*/ 0 60000 65536"/>
                <a:gd name="T9" fmla="*/ 0 w 534"/>
                <a:gd name="T10" fmla="*/ 0 h 778"/>
                <a:gd name="T11" fmla="*/ 534 w 534"/>
                <a:gd name="T12" fmla="*/ 778 h 77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34" h="778">
                  <a:moveTo>
                    <a:pt x="0" y="0"/>
                  </a:moveTo>
                  <a:lnTo>
                    <a:pt x="533" y="0"/>
                  </a:lnTo>
                  <a:lnTo>
                    <a:pt x="533" y="777"/>
                  </a:lnTo>
                </a:path>
              </a:pathLst>
            </a:custGeom>
            <a:noFill/>
            <a:ln w="25399" cap="rnd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55" name="Arc 52">
              <a:extLst>
                <a:ext uri="{FF2B5EF4-FFF2-40B4-BE49-F238E27FC236}">
                  <a16:creationId xmlns:a16="http://schemas.microsoft.com/office/drawing/2014/main" id="{39B15978-2EE5-0734-1340-5DCCA8F9C182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7" y="2084"/>
              <a:ext cx="70" cy="48"/>
            </a:xfrm>
            <a:custGeom>
              <a:avLst/>
              <a:gdLst>
                <a:gd name="T0" fmla="*/ 0 w 21600"/>
                <a:gd name="T1" fmla="*/ 0 h 17282"/>
                <a:gd name="T2" fmla="*/ 0 w 21600"/>
                <a:gd name="T3" fmla="*/ 0 h 17282"/>
                <a:gd name="T4" fmla="*/ 0 w 21600"/>
                <a:gd name="T5" fmla="*/ 0 h 17282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82"/>
                <a:gd name="T11" fmla="*/ 21600 w 21600"/>
                <a:gd name="T12" fmla="*/ 17282 h 1728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82" fill="none" extrusionOk="0">
                  <a:moveTo>
                    <a:pt x="1746" y="17281"/>
                  </a:moveTo>
                  <a:cubicBezTo>
                    <a:pt x="594" y="14593"/>
                    <a:pt x="0" y="11698"/>
                    <a:pt x="0" y="8773"/>
                  </a:cubicBezTo>
                  <a:cubicBezTo>
                    <a:pt x="-1" y="5750"/>
                    <a:pt x="634" y="2761"/>
                    <a:pt x="1861" y="-1"/>
                  </a:cubicBezTo>
                </a:path>
                <a:path w="21600" h="17282" stroke="0" extrusionOk="0">
                  <a:moveTo>
                    <a:pt x="1746" y="17281"/>
                  </a:moveTo>
                  <a:cubicBezTo>
                    <a:pt x="594" y="14593"/>
                    <a:pt x="0" y="11698"/>
                    <a:pt x="0" y="8773"/>
                  </a:cubicBezTo>
                  <a:cubicBezTo>
                    <a:pt x="-1" y="5750"/>
                    <a:pt x="634" y="2761"/>
                    <a:pt x="1861" y="-1"/>
                  </a:cubicBezTo>
                  <a:lnTo>
                    <a:pt x="21600" y="877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56" name="Line 53">
              <a:extLst>
                <a:ext uri="{FF2B5EF4-FFF2-40B4-BE49-F238E27FC236}">
                  <a16:creationId xmlns:a16="http://schemas.microsoft.com/office/drawing/2014/main" id="{48D02DEE-1B78-4B7F-1175-6ACEF114504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64" y="2110"/>
              <a:ext cx="148" cy="0"/>
            </a:xfrm>
            <a:prstGeom prst="line">
              <a:avLst/>
            </a:prstGeom>
            <a:noFill/>
            <a:ln w="25399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57" name="Arc 54">
              <a:extLst>
                <a:ext uri="{FF2B5EF4-FFF2-40B4-BE49-F238E27FC236}">
                  <a16:creationId xmlns:a16="http://schemas.microsoft.com/office/drawing/2014/main" id="{6B1842C2-14C0-823F-AC2A-65C552117576}"/>
                </a:ext>
              </a:extLst>
            </p:cNvPr>
            <p:cNvSpPr>
              <a:spLocks/>
            </p:cNvSpPr>
            <p:nvPr/>
          </p:nvSpPr>
          <p:spPr bwMode="auto">
            <a:xfrm>
              <a:off x="5075" y="2271"/>
              <a:ext cx="56" cy="61"/>
            </a:xfrm>
            <a:custGeom>
              <a:avLst/>
              <a:gdLst>
                <a:gd name="T0" fmla="*/ 0 w 17282"/>
                <a:gd name="T1" fmla="*/ 0 h 21600"/>
                <a:gd name="T2" fmla="*/ 0 w 17282"/>
                <a:gd name="T3" fmla="*/ 0 h 21600"/>
                <a:gd name="T4" fmla="*/ 0 w 17282"/>
                <a:gd name="T5" fmla="*/ 0 h 21600"/>
                <a:gd name="T6" fmla="*/ 0 60000 65536"/>
                <a:gd name="T7" fmla="*/ 0 60000 65536"/>
                <a:gd name="T8" fmla="*/ 0 60000 65536"/>
                <a:gd name="T9" fmla="*/ 0 w 17282"/>
                <a:gd name="T10" fmla="*/ 0 h 21600"/>
                <a:gd name="T11" fmla="*/ 17282 w 17282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282" h="21600" fill="none" extrusionOk="0">
                  <a:moveTo>
                    <a:pt x="-1" y="1861"/>
                  </a:moveTo>
                  <a:cubicBezTo>
                    <a:pt x="2761" y="634"/>
                    <a:pt x="5750" y="-1"/>
                    <a:pt x="8773" y="0"/>
                  </a:cubicBezTo>
                  <a:cubicBezTo>
                    <a:pt x="11698" y="0"/>
                    <a:pt x="14593" y="594"/>
                    <a:pt x="17281" y="1746"/>
                  </a:cubicBezTo>
                </a:path>
                <a:path w="17282" h="21600" stroke="0" extrusionOk="0">
                  <a:moveTo>
                    <a:pt x="-1" y="1861"/>
                  </a:moveTo>
                  <a:cubicBezTo>
                    <a:pt x="2761" y="634"/>
                    <a:pt x="5750" y="-1"/>
                    <a:pt x="8773" y="0"/>
                  </a:cubicBezTo>
                  <a:cubicBezTo>
                    <a:pt x="11698" y="0"/>
                    <a:pt x="14593" y="594"/>
                    <a:pt x="17281" y="1746"/>
                  </a:cubicBezTo>
                  <a:lnTo>
                    <a:pt x="8773" y="216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58" name="Line 55">
              <a:extLst>
                <a:ext uri="{FF2B5EF4-FFF2-40B4-BE49-F238E27FC236}">
                  <a16:creationId xmlns:a16="http://schemas.microsoft.com/office/drawing/2014/main" id="{221B69C5-5C1C-099F-64E3-B0DE02A5206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102" y="2151"/>
              <a:ext cx="0" cy="126"/>
            </a:xfrm>
            <a:prstGeom prst="line">
              <a:avLst/>
            </a:prstGeom>
            <a:noFill/>
            <a:ln w="25399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59" name="Rectangle 56">
              <a:extLst>
                <a:ext uri="{FF2B5EF4-FFF2-40B4-BE49-F238E27FC236}">
                  <a16:creationId xmlns:a16="http://schemas.microsoft.com/office/drawing/2014/main" id="{D1F4BD2F-1585-F3D3-BCC6-CFB5DBCE41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07" y="2319"/>
              <a:ext cx="182" cy="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1pPr>
              <a:lvl2pPr marL="742950" indent="-28575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2pPr>
              <a:lvl3pPr marL="11430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3pPr>
              <a:lvl4pPr marL="16002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4pPr>
              <a:lvl5pPr marL="20574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5pPr>
              <a:lvl6pPr marL="25146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6pPr>
              <a:lvl7pPr marL="29718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7pPr>
              <a:lvl8pPr marL="34290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8pPr>
              <a:lvl9pPr marL="38862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9pPr>
            </a:lstStyle>
            <a:p>
              <a:r>
                <a:rPr lang="en-US" altLang="ko-KR" sz="1100">
                  <a:solidFill>
                    <a:srgbClr val="000000"/>
                  </a:solidFill>
                </a:rPr>
                <a:t>R</a:t>
              </a:r>
            </a:p>
          </p:txBody>
        </p:sp>
        <p:sp>
          <p:nvSpPr>
            <p:cNvPr id="21560" name="Arc 57">
              <a:extLst>
                <a:ext uri="{FF2B5EF4-FFF2-40B4-BE49-F238E27FC236}">
                  <a16:creationId xmlns:a16="http://schemas.microsoft.com/office/drawing/2014/main" id="{4360CA87-CC83-F620-C35A-2011C535AE31}"/>
                </a:ext>
              </a:extLst>
            </p:cNvPr>
            <p:cNvSpPr>
              <a:spLocks/>
            </p:cNvSpPr>
            <p:nvPr/>
          </p:nvSpPr>
          <p:spPr bwMode="auto">
            <a:xfrm>
              <a:off x="5072" y="2560"/>
              <a:ext cx="56" cy="63"/>
            </a:xfrm>
            <a:custGeom>
              <a:avLst/>
              <a:gdLst>
                <a:gd name="T0" fmla="*/ 0 w 17282"/>
                <a:gd name="T1" fmla="*/ 0 h 21600"/>
                <a:gd name="T2" fmla="*/ 0 w 17282"/>
                <a:gd name="T3" fmla="*/ 0 h 21600"/>
                <a:gd name="T4" fmla="*/ 0 w 17282"/>
                <a:gd name="T5" fmla="*/ 0 h 21600"/>
                <a:gd name="T6" fmla="*/ 0 60000 65536"/>
                <a:gd name="T7" fmla="*/ 0 60000 65536"/>
                <a:gd name="T8" fmla="*/ 0 60000 65536"/>
                <a:gd name="T9" fmla="*/ 0 w 17282"/>
                <a:gd name="T10" fmla="*/ 0 h 21600"/>
                <a:gd name="T11" fmla="*/ 17282 w 17282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282" h="21600" fill="none" extrusionOk="0">
                  <a:moveTo>
                    <a:pt x="-1" y="1861"/>
                  </a:moveTo>
                  <a:cubicBezTo>
                    <a:pt x="2761" y="634"/>
                    <a:pt x="5750" y="-1"/>
                    <a:pt x="8773" y="0"/>
                  </a:cubicBezTo>
                  <a:cubicBezTo>
                    <a:pt x="11698" y="0"/>
                    <a:pt x="14593" y="594"/>
                    <a:pt x="17281" y="1746"/>
                  </a:cubicBezTo>
                </a:path>
                <a:path w="17282" h="21600" stroke="0" extrusionOk="0">
                  <a:moveTo>
                    <a:pt x="-1" y="1861"/>
                  </a:moveTo>
                  <a:cubicBezTo>
                    <a:pt x="2761" y="634"/>
                    <a:pt x="5750" y="-1"/>
                    <a:pt x="8773" y="0"/>
                  </a:cubicBezTo>
                  <a:cubicBezTo>
                    <a:pt x="11698" y="0"/>
                    <a:pt x="14593" y="594"/>
                    <a:pt x="17281" y="1746"/>
                  </a:cubicBezTo>
                  <a:lnTo>
                    <a:pt x="8773" y="216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61" name="Line 58">
              <a:extLst>
                <a:ext uri="{FF2B5EF4-FFF2-40B4-BE49-F238E27FC236}">
                  <a16:creationId xmlns:a16="http://schemas.microsoft.com/office/drawing/2014/main" id="{39F2AF81-A634-78AF-4FC0-62D773BBD76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02" y="2442"/>
              <a:ext cx="0" cy="130"/>
            </a:xfrm>
            <a:prstGeom prst="line">
              <a:avLst/>
            </a:prstGeom>
            <a:noFill/>
            <a:ln w="25399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62" name="Rectangle 59">
              <a:extLst>
                <a:ext uri="{FF2B5EF4-FFF2-40B4-BE49-F238E27FC236}">
                  <a16:creationId xmlns:a16="http://schemas.microsoft.com/office/drawing/2014/main" id="{BABE8B78-618F-A635-3409-366B59561D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81" y="2633"/>
              <a:ext cx="834" cy="208"/>
            </a:xfrm>
            <a:prstGeom prst="rect">
              <a:avLst/>
            </a:prstGeom>
            <a:noFill/>
            <a:ln w="25399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1pPr>
              <a:lvl2pPr marL="742950" indent="-28575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2pPr>
              <a:lvl3pPr marL="1143000" indent="-2286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3pPr>
              <a:lvl4pPr marL="1600200" indent="-2286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4pPr>
              <a:lvl5pPr marL="2057400" indent="-2286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9pPr>
            </a:lstStyle>
            <a:p>
              <a:endParaRPr lang="en-IN" altLang="en-US"/>
            </a:p>
          </p:txBody>
        </p:sp>
        <p:sp>
          <p:nvSpPr>
            <p:cNvPr id="21563" name="Rectangle 60">
              <a:extLst>
                <a:ext uri="{FF2B5EF4-FFF2-40B4-BE49-F238E27FC236}">
                  <a16:creationId xmlns:a16="http://schemas.microsoft.com/office/drawing/2014/main" id="{A60AFB19-CDDD-7889-2CD4-6573A7B2DE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25" y="2633"/>
              <a:ext cx="779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1pPr>
              <a:lvl2pPr marL="742950" indent="-28575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2pPr>
              <a:lvl3pPr marL="11430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3pPr>
              <a:lvl4pPr marL="16002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4pPr>
              <a:lvl5pPr marL="20574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5pPr>
              <a:lvl6pPr marL="25146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6pPr>
              <a:lvl7pPr marL="29718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7pPr>
              <a:lvl8pPr marL="34290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8pPr>
              <a:lvl9pPr marL="38862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9pPr>
            </a:lstStyle>
            <a:p>
              <a:r>
                <a:rPr lang="en-US" altLang="ko-KR" sz="1100">
                  <a:solidFill>
                    <a:srgbClr val="000000"/>
                  </a:solidFill>
                </a:rPr>
                <a:t>Add or subtract</a:t>
              </a:r>
            </a:p>
            <a:p>
              <a:pPr latinLnBrk="1"/>
              <a:endParaRPr lang="en-US" altLang="ko-KR" sz="1100">
                <a:solidFill>
                  <a:srgbClr val="000000"/>
                </a:solidFill>
              </a:endParaRPr>
            </a:p>
          </p:txBody>
        </p:sp>
        <p:sp>
          <p:nvSpPr>
            <p:cNvPr id="21564" name="Rectangle 61">
              <a:extLst>
                <a:ext uri="{FF2B5EF4-FFF2-40B4-BE49-F238E27FC236}">
                  <a16:creationId xmlns:a16="http://schemas.microsoft.com/office/drawing/2014/main" id="{2C5D7214-D33B-B894-35D7-84E6E0BD01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43" y="2725"/>
              <a:ext cx="551" cy="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1pPr>
              <a:lvl2pPr marL="742950" indent="-28575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2pPr>
              <a:lvl3pPr marL="11430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3pPr>
              <a:lvl4pPr marL="16002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4pPr>
              <a:lvl5pPr marL="20574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5pPr>
              <a:lvl6pPr marL="25146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6pPr>
              <a:lvl7pPr marL="29718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7pPr>
              <a:lvl8pPr marL="34290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8pPr>
              <a:lvl9pPr marL="38862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9pPr>
            </a:lstStyle>
            <a:p>
              <a:r>
                <a:rPr lang="en-US" altLang="ko-KR" sz="1100">
                  <a:solidFill>
                    <a:srgbClr val="000000"/>
                  </a:solidFill>
                </a:rPr>
                <a:t>mantissas</a:t>
              </a:r>
            </a:p>
          </p:txBody>
        </p:sp>
        <p:sp>
          <p:nvSpPr>
            <p:cNvPr id="21565" name="Arc 62">
              <a:extLst>
                <a:ext uri="{FF2B5EF4-FFF2-40B4-BE49-F238E27FC236}">
                  <a16:creationId xmlns:a16="http://schemas.microsoft.com/office/drawing/2014/main" id="{A383D334-D180-399A-90B4-7E76DAECDE0D}"/>
                </a:ext>
              </a:extLst>
            </p:cNvPr>
            <p:cNvSpPr>
              <a:spLocks/>
            </p:cNvSpPr>
            <p:nvPr/>
          </p:nvSpPr>
          <p:spPr bwMode="auto">
            <a:xfrm>
              <a:off x="5072" y="2975"/>
              <a:ext cx="56" cy="62"/>
            </a:xfrm>
            <a:custGeom>
              <a:avLst/>
              <a:gdLst>
                <a:gd name="T0" fmla="*/ 0 w 17282"/>
                <a:gd name="T1" fmla="*/ 0 h 21600"/>
                <a:gd name="T2" fmla="*/ 0 w 17282"/>
                <a:gd name="T3" fmla="*/ 0 h 21600"/>
                <a:gd name="T4" fmla="*/ 0 w 17282"/>
                <a:gd name="T5" fmla="*/ 0 h 21600"/>
                <a:gd name="T6" fmla="*/ 0 60000 65536"/>
                <a:gd name="T7" fmla="*/ 0 60000 65536"/>
                <a:gd name="T8" fmla="*/ 0 60000 65536"/>
                <a:gd name="T9" fmla="*/ 0 w 17282"/>
                <a:gd name="T10" fmla="*/ 0 h 21600"/>
                <a:gd name="T11" fmla="*/ 17282 w 17282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282" h="21600" fill="none" extrusionOk="0">
                  <a:moveTo>
                    <a:pt x="-1" y="1861"/>
                  </a:moveTo>
                  <a:cubicBezTo>
                    <a:pt x="2761" y="634"/>
                    <a:pt x="5750" y="-1"/>
                    <a:pt x="8773" y="0"/>
                  </a:cubicBezTo>
                  <a:cubicBezTo>
                    <a:pt x="11698" y="0"/>
                    <a:pt x="14593" y="594"/>
                    <a:pt x="17281" y="1746"/>
                  </a:cubicBezTo>
                </a:path>
                <a:path w="17282" h="21600" stroke="0" extrusionOk="0">
                  <a:moveTo>
                    <a:pt x="-1" y="1861"/>
                  </a:moveTo>
                  <a:cubicBezTo>
                    <a:pt x="2761" y="634"/>
                    <a:pt x="5750" y="-1"/>
                    <a:pt x="8773" y="0"/>
                  </a:cubicBezTo>
                  <a:cubicBezTo>
                    <a:pt x="11698" y="0"/>
                    <a:pt x="14593" y="594"/>
                    <a:pt x="17281" y="1746"/>
                  </a:cubicBezTo>
                  <a:lnTo>
                    <a:pt x="8773" y="216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66" name="Line 63">
              <a:extLst>
                <a:ext uri="{FF2B5EF4-FFF2-40B4-BE49-F238E27FC236}">
                  <a16:creationId xmlns:a16="http://schemas.microsoft.com/office/drawing/2014/main" id="{14B423F3-DFCD-BBDB-D05E-4B7D100068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02" y="2849"/>
              <a:ext cx="0" cy="136"/>
            </a:xfrm>
            <a:prstGeom prst="line">
              <a:avLst/>
            </a:prstGeom>
            <a:noFill/>
            <a:ln w="25399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67" name="Rectangle 64">
              <a:extLst>
                <a:ext uri="{FF2B5EF4-FFF2-40B4-BE49-F238E27FC236}">
                  <a16:creationId xmlns:a16="http://schemas.microsoft.com/office/drawing/2014/main" id="{435C0DBE-7A56-5464-916E-6C2BB0C8DB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07" y="3027"/>
              <a:ext cx="182" cy="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1pPr>
              <a:lvl2pPr marL="742950" indent="-28575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2pPr>
              <a:lvl3pPr marL="11430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3pPr>
              <a:lvl4pPr marL="16002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4pPr>
              <a:lvl5pPr marL="20574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5pPr>
              <a:lvl6pPr marL="25146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6pPr>
              <a:lvl7pPr marL="29718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7pPr>
              <a:lvl8pPr marL="34290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8pPr>
              <a:lvl9pPr marL="38862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9pPr>
            </a:lstStyle>
            <a:p>
              <a:r>
                <a:rPr lang="en-US" altLang="ko-KR" sz="1100">
                  <a:solidFill>
                    <a:srgbClr val="000000"/>
                  </a:solidFill>
                </a:rPr>
                <a:t>R</a:t>
              </a:r>
            </a:p>
          </p:txBody>
        </p:sp>
        <p:sp>
          <p:nvSpPr>
            <p:cNvPr id="21568" name="Arc 65">
              <a:extLst>
                <a:ext uri="{FF2B5EF4-FFF2-40B4-BE49-F238E27FC236}">
                  <a16:creationId xmlns:a16="http://schemas.microsoft.com/office/drawing/2014/main" id="{C0205CDA-5B7F-B526-72A2-231A1A1CFCE6}"/>
                </a:ext>
              </a:extLst>
            </p:cNvPr>
            <p:cNvSpPr>
              <a:spLocks/>
            </p:cNvSpPr>
            <p:nvPr/>
          </p:nvSpPr>
          <p:spPr bwMode="auto">
            <a:xfrm>
              <a:off x="5072" y="3270"/>
              <a:ext cx="56" cy="62"/>
            </a:xfrm>
            <a:custGeom>
              <a:avLst/>
              <a:gdLst>
                <a:gd name="T0" fmla="*/ 0 w 17282"/>
                <a:gd name="T1" fmla="*/ 0 h 21600"/>
                <a:gd name="T2" fmla="*/ 0 w 17282"/>
                <a:gd name="T3" fmla="*/ 0 h 21600"/>
                <a:gd name="T4" fmla="*/ 0 w 17282"/>
                <a:gd name="T5" fmla="*/ 0 h 21600"/>
                <a:gd name="T6" fmla="*/ 0 60000 65536"/>
                <a:gd name="T7" fmla="*/ 0 60000 65536"/>
                <a:gd name="T8" fmla="*/ 0 60000 65536"/>
                <a:gd name="T9" fmla="*/ 0 w 17282"/>
                <a:gd name="T10" fmla="*/ 0 h 21600"/>
                <a:gd name="T11" fmla="*/ 17282 w 17282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282" h="21600" fill="none" extrusionOk="0">
                  <a:moveTo>
                    <a:pt x="-1" y="1861"/>
                  </a:moveTo>
                  <a:cubicBezTo>
                    <a:pt x="2761" y="634"/>
                    <a:pt x="5750" y="-1"/>
                    <a:pt x="8773" y="0"/>
                  </a:cubicBezTo>
                  <a:cubicBezTo>
                    <a:pt x="11698" y="0"/>
                    <a:pt x="14593" y="594"/>
                    <a:pt x="17281" y="1746"/>
                  </a:cubicBezTo>
                </a:path>
                <a:path w="17282" h="21600" stroke="0" extrusionOk="0">
                  <a:moveTo>
                    <a:pt x="-1" y="1861"/>
                  </a:moveTo>
                  <a:cubicBezTo>
                    <a:pt x="2761" y="634"/>
                    <a:pt x="5750" y="-1"/>
                    <a:pt x="8773" y="0"/>
                  </a:cubicBezTo>
                  <a:cubicBezTo>
                    <a:pt x="11698" y="0"/>
                    <a:pt x="14593" y="594"/>
                    <a:pt x="17281" y="1746"/>
                  </a:cubicBezTo>
                  <a:lnTo>
                    <a:pt x="8773" y="216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69" name="Line 66">
              <a:extLst>
                <a:ext uri="{FF2B5EF4-FFF2-40B4-BE49-F238E27FC236}">
                  <a16:creationId xmlns:a16="http://schemas.microsoft.com/office/drawing/2014/main" id="{0111F520-CE26-382D-01C2-1F6DA7EA11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02" y="3150"/>
              <a:ext cx="0" cy="130"/>
            </a:xfrm>
            <a:prstGeom prst="line">
              <a:avLst/>
            </a:prstGeom>
            <a:noFill/>
            <a:ln w="25399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70" name="Rectangle 67">
              <a:extLst>
                <a:ext uri="{FF2B5EF4-FFF2-40B4-BE49-F238E27FC236}">
                  <a16:creationId xmlns:a16="http://schemas.microsoft.com/office/drawing/2014/main" id="{17D3D0B7-ECC2-A023-D63D-1550D6BCA9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81" y="3342"/>
              <a:ext cx="834" cy="208"/>
            </a:xfrm>
            <a:prstGeom prst="rect">
              <a:avLst/>
            </a:prstGeom>
            <a:noFill/>
            <a:ln w="25399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1pPr>
              <a:lvl2pPr marL="742950" indent="-28575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2pPr>
              <a:lvl3pPr marL="1143000" indent="-2286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3pPr>
              <a:lvl4pPr marL="1600200" indent="-2286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4pPr>
              <a:lvl5pPr marL="2057400" indent="-2286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9pPr>
            </a:lstStyle>
            <a:p>
              <a:endParaRPr lang="en-IN" altLang="en-US"/>
            </a:p>
          </p:txBody>
        </p:sp>
        <p:sp>
          <p:nvSpPr>
            <p:cNvPr id="21571" name="Rectangle 68">
              <a:extLst>
                <a:ext uri="{FF2B5EF4-FFF2-40B4-BE49-F238E27FC236}">
                  <a16:creationId xmlns:a16="http://schemas.microsoft.com/office/drawing/2014/main" id="{7AF01C33-81E0-87F5-5CA5-00FC2E62FA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43" y="3342"/>
              <a:ext cx="541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1pPr>
              <a:lvl2pPr marL="742950" indent="-28575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2pPr>
              <a:lvl3pPr marL="11430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3pPr>
              <a:lvl4pPr marL="16002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4pPr>
              <a:lvl5pPr marL="20574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5pPr>
              <a:lvl6pPr marL="25146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6pPr>
              <a:lvl7pPr marL="29718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7pPr>
              <a:lvl8pPr marL="34290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8pPr>
              <a:lvl9pPr marL="38862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9pPr>
            </a:lstStyle>
            <a:p>
              <a:r>
                <a:rPr lang="en-US" altLang="ko-KR" sz="1100">
                  <a:solidFill>
                    <a:srgbClr val="000000"/>
                  </a:solidFill>
                </a:rPr>
                <a:t>Normalize</a:t>
              </a:r>
            </a:p>
            <a:p>
              <a:pPr latinLnBrk="1"/>
              <a:endParaRPr lang="en-US" altLang="ko-KR" sz="1100">
                <a:solidFill>
                  <a:srgbClr val="000000"/>
                </a:solidFill>
              </a:endParaRPr>
            </a:p>
          </p:txBody>
        </p:sp>
        <p:sp>
          <p:nvSpPr>
            <p:cNvPr id="21572" name="Rectangle 69">
              <a:extLst>
                <a:ext uri="{FF2B5EF4-FFF2-40B4-BE49-F238E27FC236}">
                  <a16:creationId xmlns:a16="http://schemas.microsoft.com/office/drawing/2014/main" id="{B5F11325-B4EC-FCA7-0A3C-8E57B5C1D7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47" y="3434"/>
              <a:ext cx="358" cy="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1pPr>
              <a:lvl2pPr marL="742950" indent="-28575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2pPr>
              <a:lvl3pPr marL="11430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3pPr>
              <a:lvl4pPr marL="16002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4pPr>
              <a:lvl5pPr marL="20574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5pPr>
              <a:lvl6pPr marL="25146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6pPr>
              <a:lvl7pPr marL="29718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7pPr>
              <a:lvl8pPr marL="34290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8pPr>
              <a:lvl9pPr marL="38862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9pPr>
            </a:lstStyle>
            <a:p>
              <a:r>
                <a:rPr lang="en-US" altLang="ko-KR" sz="1100">
                  <a:solidFill>
                    <a:srgbClr val="000000"/>
                  </a:solidFill>
                </a:rPr>
                <a:t>result</a:t>
              </a:r>
            </a:p>
          </p:txBody>
        </p:sp>
        <p:sp>
          <p:nvSpPr>
            <p:cNvPr id="21573" name="Arc 70">
              <a:extLst>
                <a:ext uri="{FF2B5EF4-FFF2-40B4-BE49-F238E27FC236}">
                  <a16:creationId xmlns:a16="http://schemas.microsoft.com/office/drawing/2014/main" id="{0BF16984-3D48-A8B3-F4B3-5985242AB458}"/>
                </a:ext>
              </a:extLst>
            </p:cNvPr>
            <p:cNvSpPr>
              <a:spLocks/>
            </p:cNvSpPr>
            <p:nvPr/>
          </p:nvSpPr>
          <p:spPr bwMode="auto">
            <a:xfrm>
              <a:off x="5072" y="3677"/>
              <a:ext cx="56" cy="62"/>
            </a:xfrm>
            <a:custGeom>
              <a:avLst/>
              <a:gdLst>
                <a:gd name="T0" fmla="*/ 0 w 17282"/>
                <a:gd name="T1" fmla="*/ 0 h 21600"/>
                <a:gd name="T2" fmla="*/ 0 w 17282"/>
                <a:gd name="T3" fmla="*/ 0 h 21600"/>
                <a:gd name="T4" fmla="*/ 0 w 17282"/>
                <a:gd name="T5" fmla="*/ 0 h 21600"/>
                <a:gd name="T6" fmla="*/ 0 60000 65536"/>
                <a:gd name="T7" fmla="*/ 0 60000 65536"/>
                <a:gd name="T8" fmla="*/ 0 60000 65536"/>
                <a:gd name="T9" fmla="*/ 0 w 17282"/>
                <a:gd name="T10" fmla="*/ 0 h 21600"/>
                <a:gd name="T11" fmla="*/ 17282 w 17282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282" h="21600" fill="none" extrusionOk="0">
                  <a:moveTo>
                    <a:pt x="-1" y="1861"/>
                  </a:moveTo>
                  <a:cubicBezTo>
                    <a:pt x="2761" y="634"/>
                    <a:pt x="5750" y="-1"/>
                    <a:pt x="8773" y="0"/>
                  </a:cubicBezTo>
                  <a:cubicBezTo>
                    <a:pt x="11698" y="0"/>
                    <a:pt x="14593" y="594"/>
                    <a:pt x="17281" y="1746"/>
                  </a:cubicBezTo>
                </a:path>
                <a:path w="17282" h="21600" stroke="0" extrusionOk="0">
                  <a:moveTo>
                    <a:pt x="-1" y="1861"/>
                  </a:moveTo>
                  <a:cubicBezTo>
                    <a:pt x="2761" y="634"/>
                    <a:pt x="5750" y="-1"/>
                    <a:pt x="8773" y="0"/>
                  </a:cubicBezTo>
                  <a:cubicBezTo>
                    <a:pt x="11698" y="0"/>
                    <a:pt x="14593" y="594"/>
                    <a:pt x="17281" y="1746"/>
                  </a:cubicBezTo>
                  <a:lnTo>
                    <a:pt x="8773" y="216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74" name="Line 71">
              <a:extLst>
                <a:ext uri="{FF2B5EF4-FFF2-40B4-BE49-F238E27FC236}">
                  <a16:creationId xmlns:a16="http://schemas.microsoft.com/office/drawing/2014/main" id="{9F9F885B-0B34-B919-178C-962453A338E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02" y="3558"/>
              <a:ext cx="0" cy="130"/>
            </a:xfrm>
            <a:prstGeom prst="line">
              <a:avLst/>
            </a:prstGeom>
            <a:noFill/>
            <a:ln w="25399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75" name="Rectangle 72">
              <a:extLst>
                <a:ext uri="{FF2B5EF4-FFF2-40B4-BE49-F238E27FC236}">
                  <a16:creationId xmlns:a16="http://schemas.microsoft.com/office/drawing/2014/main" id="{ABAED71C-A52A-BDBE-4322-42B38652FD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13" y="3730"/>
              <a:ext cx="182" cy="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1pPr>
              <a:lvl2pPr marL="742950" indent="-28575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2pPr>
              <a:lvl3pPr marL="11430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3pPr>
              <a:lvl4pPr marL="16002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4pPr>
              <a:lvl5pPr marL="20574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5pPr>
              <a:lvl6pPr marL="25146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6pPr>
              <a:lvl7pPr marL="29718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7pPr>
              <a:lvl8pPr marL="34290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8pPr>
              <a:lvl9pPr marL="38862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9pPr>
            </a:lstStyle>
            <a:p>
              <a:r>
                <a:rPr lang="en-US" altLang="ko-KR" sz="1100">
                  <a:solidFill>
                    <a:srgbClr val="000000"/>
                  </a:solidFill>
                </a:rPr>
                <a:t>R</a:t>
              </a:r>
            </a:p>
          </p:txBody>
        </p:sp>
        <p:sp>
          <p:nvSpPr>
            <p:cNvPr id="21576" name="Arc 73">
              <a:extLst>
                <a:ext uri="{FF2B5EF4-FFF2-40B4-BE49-F238E27FC236}">
                  <a16:creationId xmlns:a16="http://schemas.microsoft.com/office/drawing/2014/main" id="{CD0809C2-634B-DDDF-9466-EEFFDF94D9F8}"/>
                </a:ext>
              </a:extLst>
            </p:cNvPr>
            <p:cNvSpPr>
              <a:spLocks/>
            </p:cNvSpPr>
            <p:nvPr/>
          </p:nvSpPr>
          <p:spPr bwMode="auto">
            <a:xfrm>
              <a:off x="5072" y="3978"/>
              <a:ext cx="56" cy="62"/>
            </a:xfrm>
            <a:custGeom>
              <a:avLst/>
              <a:gdLst>
                <a:gd name="T0" fmla="*/ 0 w 17282"/>
                <a:gd name="T1" fmla="*/ 0 h 21600"/>
                <a:gd name="T2" fmla="*/ 0 w 17282"/>
                <a:gd name="T3" fmla="*/ 0 h 21600"/>
                <a:gd name="T4" fmla="*/ 0 w 17282"/>
                <a:gd name="T5" fmla="*/ 0 h 21600"/>
                <a:gd name="T6" fmla="*/ 0 60000 65536"/>
                <a:gd name="T7" fmla="*/ 0 60000 65536"/>
                <a:gd name="T8" fmla="*/ 0 60000 65536"/>
                <a:gd name="T9" fmla="*/ 0 w 17282"/>
                <a:gd name="T10" fmla="*/ 0 h 21600"/>
                <a:gd name="T11" fmla="*/ 17282 w 17282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282" h="21600" fill="none" extrusionOk="0">
                  <a:moveTo>
                    <a:pt x="-1" y="1861"/>
                  </a:moveTo>
                  <a:cubicBezTo>
                    <a:pt x="2761" y="634"/>
                    <a:pt x="5750" y="-1"/>
                    <a:pt x="8773" y="0"/>
                  </a:cubicBezTo>
                  <a:cubicBezTo>
                    <a:pt x="11698" y="0"/>
                    <a:pt x="14593" y="594"/>
                    <a:pt x="17281" y="1746"/>
                  </a:cubicBezTo>
                </a:path>
                <a:path w="17282" h="21600" stroke="0" extrusionOk="0">
                  <a:moveTo>
                    <a:pt x="-1" y="1861"/>
                  </a:moveTo>
                  <a:cubicBezTo>
                    <a:pt x="2761" y="634"/>
                    <a:pt x="5750" y="-1"/>
                    <a:pt x="8773" y="0"/>
                  </a:cubicBezTo>
                  <a:cubicBezTo>
                    <a:pt x="11698" y="0"/>
                    <a:pt x="14593" y="594"/>
                    <a:pt x="17281" y="1746"/>
                  </a:cubicBezTo>
                  <a:lnTo>
                    <a:pt x="8773" y="216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77" name="Line 74">
              <a:extLst>
                <a:ext uri="{FF2B5EF4-FFF2-40B4-BE49-F238E27FC236}">
                  <a16:creationId xmlns:a16="http://schemas.microsoft.com/office/drawing/2014/main" id="{A4E808ED-55D1-6625-40AC-13FDDCCD4AF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02" y="3853"/>
              <a:ext cx="0" cy="137"/>
            </a:xfrm>
            <a:prstGeom prst="line">
              <a:avLst/>
            </a:prstGeom>
            <a:noFill/>
            <a:ln w="25399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78" name="Arc 75">
              <a:extLst>
                <a:ext uri="{FF2B5EF4-FFF2-40B4-BE49-F238E27FC236}">
                  <a16:creationId xmlns:a16="http://schemas.microsoft.com/office/drawing/2014/main" id="{14869A83-5AD9-3948-86A4-FCAD442DE450}"/>
                </a:ext>
              </a:extLst>
            </p:cNvPr>
            <p:cNvSpPr>
              <a:spLocks/>
            </p:cNvSpPr>
            <p:nvPr/>
          </p:nvSpPr>
          <p:spPr bwMode="auto">
            <a:xfrm>
              <a:off x="3467" y="2975"/>
              <a:ext cx="56" cy="62"/>
            </a:xfrm>
            <a:custGeom>
              <a:avLst/>
              <a:gdLst>
                <a:gd name="T0" fmla="*/ 0 w 17282"/>
                <a:gd name="T1" fmla="*/ 0 h 21600"/>
                <a:gd name="T2" fmla="*/ 0 w 17282"/>
                <a:gd name="T3" fmla="*/ 0 h 21600"/>
                <a:gd name="T4" fmla="*/ 0 w 17282"/>
                <a:gd name="T5" fmla="*/ 0 h 21600"/>
                <a:gd name="T6" fmla="*/ 0 60000 65536"/>
                <a:gd name="T7" fmla="*/ 0 60000 65536"/>
                <a:gd name="T8" fmla="*/ 0 60000 65536"/>
                <a:gd name="T9" fmla="*/ 0 w 17282"/>
                <a:gd name="T10" fmla="*/ 0 h 21600"/>
                <a:gd name="T11" fmla="*/ 17282 w 17282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282" h="21600" fill="none" extrusionOk="0">
                  <a:moveTo>
                    <a:pt x="-1" y="1861"/>
                  </a:moveTo>
                  <a:cubicBezTo>
                    <a:pt x="2761" y="634"/>
                    <a:pt x="5750" y="-1"/>
                    <a:pt x="8773" y="0"/>
                  </a:cubicBezTo>
                  <a:cubicBezTo>
                    <a:pt x="11698" y="0"/>
                    <a:pt x="14593" y="594"/>
                    <a:pt x="17281" y="1746"/>
                  </a:cubicBezTo>
                </a:path>
                <a:path w="17282" h="21600" stroke="0" extrusionOk="0">
                  <a:moveTo>
                    <a:pt x="-1" y="1861"/>
                  </a:moveTo>
                  <a:cubicBezTo>
                    <a:pt x="2761" y="634"/>
                    <a:pt x="5750" y="-1"/>
                    <a:pt x="8773" y="0"/>
                  </a:cubicBezTo>
                  <a:cubicBezTo>
                    <a:pt x="11698" y="0"/>
                    <a:pt x="14593" y="594"/>
                    <a:pt x="17281" y="1746"/>
                  </a:cubicBezTo>
                  <a:lnTo>
                    <a:pt x="8773" y="216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79" name="Line 76">
              <a:extLst>
                <a:ext uri="{FF2B5EF4-FFF2-40B4-BE49-F238E27FC236}">
                  <a16:creationId xmlns:a16="http://schemas.microsoft.com/office/drawing/2014/main" id="{4587849D-ED08-D313-E070-3A7C105975A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97" y="2151"/>
              <a:ext cx="0" cy="845"/>
            </a:xfrm>
            <a:prstGeom prst="line">
              <a:avLst/>
            </a:prstGeom>
            <a:noFill/>
            <a:ln w="25399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80" name="Rectangle 77">
              <a:extLst>
                <a:ext uri="{FF2B5EF4-FFF2-40B4-BE49-F238E27FC236}">
                  <a16:creationId xmlns:a16="http://schemas.microsoft.com/office/drawing/2014/main" id="{1729669F-9213-BCF3-E9AA-91D0967C25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2" y="3027"/>
              <a:ext cx="182" cy="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1pPr>
              <a:lvl2pPr marL="742950" indent="-28575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2pPr>
              <a:lvl3pPr marL="11430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3pPr>
              <a:lvl4pPr marL="16002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4pPr>
              <a:lvl5pPr marL="20574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5pPr>
              <a:lvl6pPr marL="25146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6pPr>
              <a:lvl7pPr marL="29718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7pPr>
              <a:lvl8pPr marL="34290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8pPr>
              <a:lvl9pPr marL="38862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9pPr>
            </a:lstStyle>
            <a:p>
              <a:r>
                <a:rPr lang="en-US" altLang="ko-KR" sz="1100">
                  <a:solidFill>
                    <a:srgbClr val="000000"/>
                  </a:solidFill>
                </a:rPr>
                <a:t>R</a:t>
              </a:r>
            </a:p>
          </p:txBody>
        </p:sp>
        <p:sp>
          <p:nvSpPr>
            <p:cNvPr id="21581" name="Arc 78">
              <a:extLst>
                <a:ext uri="{FF2B5EF4-FFF2-40B4-BE49-F238E27FC236}">
                  <a16:creationId xmlns:a16="http://schemas.microsoft.com/office/drawing/2014/main" id="{E950BB71-D677-26A5-579A-04EC082AED0A}"/>
                </a:ext>
              </a:extLst>
            </p:cNvPr>
            <p:cNvSpPr>
              <a:spLocks/>
            </p:cNvSpPr>
            <p:nvPr/>
          </p:nvSpPr>
          <p:spPr bwMode="auto">
            <a:xfrm>
              <a:off x="3467" y="3270"/>
              <a:ext cx="56" cy="62"/>
            </a:xfrm>
            <a:custGeom>
              <a:avLst/>
              <a:gdLst>
                <a:gd name="T0" fmla="*/ 0 w 17282"/>
                <a:gd name="T1" fmla="*/ 0 h 21600"/>
                <a:gd name="T2" fmla="*/ 0 w 17282"/>
                <a:gd name="T3" fmla="*/ 0 h 21600"/>
                <a:gd name="T4" fmla="*/ 0 w 17282"/>
                <a:gd name="T5" fmla="*/ 0 h 21600"/>
                <a:gd name="T6" fmla="*/ 0 60000 65536"/>
                <a:gd name="T7" fmla="*/ 0 60000 65536"/>
                <a:gd name="T8" fmla="*/ 0 60000 65536"/>
                <a:gd name="T9" fmla="*/ 0 w 17282"/>
                <a:gd name="T10" fmla="*/ 0 h 21600"/>
                <a:gd name="T11" fmla="*/ 17282 w 17282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282" h="21600" fill="none" extrusionOk="0">
                  <a:moveTo>
                    <a:pt x="-1" y="1861"/>
                  </a:moveTo>
                  <a:cubicBezTo>
                    <a:pt x="2761" y="634"/>
                    <a:pt x="5750" y="-1"/>
                    <a:pt x="8773" y="0"/>
                  </a:cubicBezTo>
                  <a:cubicBezTo>
                    <a:pt x="11698" y="0"/>
                    <a:pt x="14593" y="594"/>
                    <a:pt x="17281" y="1746"/>
                  </a:cubicBezTo>
                </a:path>
                <a:path w="17282" h="21600" stroke="0" extrusionOk="0">
                  <a:moveTo>
                    <a:pt x="-1" y="1861"/>
                  </a:moveTo>
                  <a:cubicBezTo>
                    <a:pt x="2761" y="634"/>
                    <a:pt x="5750" y="-1"/>
                    <a:pt x="8773" y="0"/>
                  </a:cubicBezTo>
                  <a:cubicBezTo>
                    <a:pt x="11698" y="0"/>
                    <a:pt x="14593" y="594"/>
                    <a:pt x="17281" y="1746"/>
                  </a:cubicBezTo>
                  <a:lnTo>
                    <a:pt x="8773" y="216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82" name="Line 79">
              <a:extLst>
                <a:ext uri="{FF2B5EF4-FFF2-40B4-BE49-F238E27FC236}">
                  <a16:creationId xmlns:a16="http://schemas.microsoft.com/office/drawing/2014/main" id="{BFEFFE40-7617-9DC5-54F1-D65227A512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97" y="3150"/>
              <a:ext cx="0" cy="130"/>
            </a:xfrm>
            <a:prstGeom prst="line">
              <a:avLst/>
            </a:prstGeom>
            <a:noFill/>
            <a:ln w="25399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83" name="Rectangle 80">
              <a:extLst>
                <a:ext uri="{FF2B5EF4-FFF2-40B4-BE49-F238E27FC236}">
                  <a16:creationId xmlns:a16="http://schemas.microsoft.com/office/drawing/2014/main" id="{81A3E527-DEDF-D4B5-8AC5-4B041D0D85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6" y="3342"/>
              <a:ext cx="831" cy="224"/>
            </a:xfrm>
            <a:prstGeom prst="rect">
              <a:avLst/>
            </a:prstGeom>
            <a:noFill/>
            <a:ln w="25399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1pPr>
              <a:lvl2pPr marL="742950" indent="-28575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2pPr>
              <a:lvl3pPr marL="1143000" indent="-2286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3pPr>
              <a:lvl4pPr marL="1600200" indent="-2286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4pPr>
              <a:lvl5pPr marL="2057400" indent="-2286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9pPr>
            </a:lstStyle>
            <a:p>
              <a:endParaRPr lang="en-IN" altLang="en-US"/>
            </a:p>
          </p:txBody>
        </p:sp>
        <p:sp>
          <p:nvSpPr>
            <p:cNvPr id="21584" name="Rectangle 81">
              <a:extLst>
                <a:ext uri="{FF2B5EF4-FFF2-40B4-BE49-F238E27FC236}">
                  <a16:creationId xmlns:a16="http://schemas.microsoft.com/office/drawing/2014/main" id="{A35B5B47-9634-57F0-91D4-7E67936648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76" y="3342"/>
              <a:ext cx="394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1pPr>
              <a:lvl2pPr marL="742950" indent="-28575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2pPr>
              <a:lvl3pPr marL="11430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3pPr>
              <a:lvl4pPr marL="16002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4pPr>
              <a:lvl5pPr marL="20574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5pPr>
              <a:lvl6pPr marL="25146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6pPr>
              <a:lvl7pPr marL="29718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7pPr>
              <a:lvl8pPr marL="34290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8pPr>
              <a:lvl9pPr marL="38862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9pPr>
            </a:lstStyle>
            <a:p>
              <a:r>
                <a:rPr lang="en-US" altLang="ko-KR" sz="1100">
                  <a:solidFill>
                    <a:srgbClr val="000000"/>
                  </a:solidFill>
                </a:rPr>
                <a:t>Adjust</a:t>
              </a:r>
            </a:p>
            <a:p>
              <a:pPr latinLnBrk="1"/>
              <a:endParaRPr lang="en-US" altLang="ko-KR" sz="1100">
                <a:solidFill>
                  <a:srgbClr val="000000"/>
                </a:solidFill>
              </a:endParaRPr>
            </a:p>
          </p:txBody>
        </p:sp>
        <p:sp>
          <p:nvSpPr>
            <p:cNvPr id="21585" name="Rectangle 82">
              <a:extLst>
                <a:ext uri="{FF2B5EF4-FFF2-40B4-BE49-F238E27FC236}">
                  <a16:creationId xmlns:a16="http://schemas.microsoft.com/office/drawing/2014/main" id="{CD38CA95-FFDC-CEA3-4F50-780D6639BD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9" y="3434"/>
              <a:ext cx="513" cy="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1pPr>
              <a:lvl2pPr marL="742950" indent="-28575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2pPr>
              <a:lvl3pPr marL="11430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3pPr>
              <a:lvl4pPr marL="16002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4pPr>
              <a:lvl5pPr marL="20574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5pPr>
              <a:lvl6pPr marL="25146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6pPr>
              <a:lvl7pPr marL="29718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7pPr>
              <a:lvl8pPr marL="34290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8pPr>
              <a:lvl9pPr marL="38862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9pPr>
            </a:lstStyle>
            <a:p>
              <a:r>
                <a:rPr lang="en-US" altLang="ko-KR" sz="1100">
                  <a:solidFill>
                    <a:srgbClr val="000000"/>
                  </a:solidFill>
                </a:rPr>
                <a:t>exponent</a:t>
              </a:r>
            </a:p>
          </p:txBody>
        </p:sp>
        <p:sp>
          <p:nvSpPr>
            <p:cNvPr id="21586" name="Arc 83">
              <a:extLst>
                <a:ext uri="{FF2B5EF4-FFF2-40B4-BE49-F238E27FC236}">
                  <a16:creationId xmlns:a16="http://schemas.microsoft.com/office/drawing/2014/main" id="{03039CAC-C51C-38AE-EA9D-B3876ED1096F}"/>
                </a:ext>
              </a:extLst>
            </p:cNvPr>
            <p:cNvSpPr>
              <a:spLocks/>
            </p:cNvSpPr>
            <p:nvPr/>
          </p:nvSpPr>
          <p:spPr bwMode="auto">
            <a:xfrm>
              <a:off x="3470" y="3679"/>
              <a:ext cx="56" cy="62"/>
            </a:xfrm>
            <a:custGeom>
              <a:avLst/>
              <a:gdLst>
                <a:gd name="T0" fmla="*/ 0 w 17282"/>
                <a:gd name="T1" fmla="*/ 0 h 21600"/>
                <a:gd name="T2" fmla="*/ 0 w 17282"/>
                <a:gd name="T3" fmla="*/ 0 h 21600"/>
                <a:gd name="T4" fmla="*/ 0 w 17282"/>
                <a:gd name="T5" fmla="*/ 0 h 21600"/>
                <a:gd name="T6" fmla="*/ 0 60000 65536"/>
                <a:gd name="T7" fmla="*/ 0 60000 65536"/>
                <a:gd name="T8" fmla="*/ 0 60000 65536"/>
                <a:gd name="T9" fmla="*/ 0 w 17282"/>
                <a:gd name="T10" fmla="*/ 0 h 21600"/>
                <a:gd name="T11" fmla="*/ 17282 w 17282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282" h="21600" fill="none" extrusionOk="0">
                  <a:moveTo>
                    <a:pt x="-1" y="1861"/>
                  </a:moveTo>
                  <a:cubicBezTo>
                    <a:pt x="2761" y="634"/>
                    <a:pt x="5750" y="-1"/>
                    <a:pt x="8773" y="0"/>
                  </a:cubicBezTo>
                  <a:cubicBezTo>
                    <a:pt x="11698" y="0"/>
                    <a:pt x="14593" y="594"/>
                    <a:pt x="17281" y="1746"/>
                  </a:cubicBezTo>
                </a:path>
                <a:path w="17282" h="21600" stroke="0" extrusionOk="0">
                  <a:moveTo>
                    <a:pt x="-1" y="1861"/>
                  </a:moveTo>
                  <a:cubicBezTo>
                    <a:pt x="2761" y="634"/>
                    <a:pt x="5750" y="-1"/>
                    <a:pt x="8773" y="0"/>
                  </a:cubicBezTo>
                  <a:cubicBezTo>
                    <a:pt x="11698" y="0"/>
                    <a:pt x="14593" y="594"/>
                    <a:pt x="17281" y="1746"/>
                  </a:cubicBezTo>
                  <a:lnTo>
                    <a:pt x="8773" y="216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87" name="Line 84">
              <a:extLst>
                <a:ext uri="{FF2B5EF4-FFF2-40B4-BE49-F238E27FC236}">
                  <a16:creationId xmlns:a16="http://schemas.microsoft.com/office/drawing/2014/main" id="{0B3AE123-2B61-31E6-8BEC-2109318A45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97" y="3563"/>
              <a:ext cx="0" cy="131"/>
            </a:xfrm>
            <a:prstGeom prst="line">
              <a:avLst/>
            </a:prstGeom>
            <a:noFill/>
            <a:ln w="25399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88" name="Rectangle 85">
              <a:extLst>
                <a:ext uri="{FF2B5EF4-FFF2-40B4-BE49-F238E27FC236}">
                  <a16:creationId xmlns:a16="http://schemas.microsoft.com/office/drawing/2014/main" id="{C15E9EDC-754D-4CB1-05E9-3E5703324F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2" y="3730"/>
              <a:ext cx="182" cy="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1pPr>
              <a:lvl2pPr marL="742950" indent="-28575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2pPr>
              <a:lvl3pPr marL="11430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3pPr>
              <a:lvl4pPr marL="16002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4pPr>
              <a:lvl5pPr marL="20574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5pPr>
              <a:lvl6pPr marL="25146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6pPr>
              <a:lvl7pPr marL="29718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7pPr>
              <a:lvl8pPr marL="34290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8pPr>
              <a:lvl9pPr marL="38862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9pPr>
            </a:lstStyle>
            <a:p>
              <a:r>
                <a:rPr lang="en-US" altLang="ko-KR" sz="1100">
                  <a:solidFill>
                    <a:srgbClr val="000000"/>
                  </a:solidFill>
                </a:rPr>
                <a:t>R</a:t>
              </a:r>
            </a:p>
          </p:txBody>
        </p:sp>
        <p:sp>
          <p:nvSpPr>
            <p:cNvPr id="21589" name="Arc 86">
              <a:extLst>
                <a:ext uri="{FF2B5EF4-FFF2-40B4-BE49-F238E27FC236}">
                  <a16:creationId xmlns:a16="http://schemas.microsoft.com/office/drawing/2014/main" id="{627F19A3-5F44-BC1B-A382-CC7580697233}"/>
                </a:ext>
              </a:extLst>
            </p:cNvPr>
            <p:cNvSpPr>
              <a:spLocks/>
            </p:cNvSpPr>
            <p:nvPr/>
          </p:nvSpPr>
          <p:spPr bwMode="auto">
            <a:xfrm>
              <a:off x="3467" y="3978"/>
              <a:ext cx="56" cy="62"/>
            </a:xfrm>
            <a:custGeom>
              <a:avLst/>
              <a:gdLst>
                <a:gd name="T0" fmla="*/ 0 w 17282"/>
                <a:gd name="T1" fmla="*/ 0 h 21600"/>
                <a:gd name="T2" fmla="*/ 0 w 17282"/>
                <a:gd name="T3" fmla="*/ 0 h 21600"/>
                <a:gd name="T4" fmla="*/ 0 w 17282"/>
                <a:gd name="T5" fmla="*/ 0 h 21600"/>
                <a:gd name="T6" fmla="*/ 0 60000 65536"/>
                <a:gd name="T7" fmla="*/ 0 60000 65536"/>
                <a:gd name="T8" fmla="*/ 0 60000 65536"/>
                <a:gd name="T9" fmla="*/ 0 w 17282"/>
                <a:gd name="T10" fmla="*/ 0 h 21600"/>
                <a:gd name="T11" fmla="*/ 17282 w 17282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282" h="21600" fill="none" extrusionOk="0">
                  <a:moveTo>
                    <a:pt x="-1" y="1861"/>
                  </a:moveTo>
                  <a:cubicBezTo>
                    <a:pt x="2761" y="634"/>
                    <a:pt x="5750" y="-1"/>
                    <a:pt x="8773" y="0"/>
                  </a:cubicBezTo>
                  <a:cubicBezTo>
                    <a:pt x="11698" y="0"/>
                    <a:pt x="14593" y="594"/>
                    <a:pt x="17281" y="1746"/>
                  </a:cubicBezTo>
                </a:path>
                <a:path w="17282" h="21600" stroke="0" extrusionOk="0">
                  <a:moveTo>
                    <a:pt x="-1" y="1861"/>
                  </a:moveTo>
                  <a:cubicBezTo>
                    <a:pt x="2761" y="634"/>
                    <a:pt x="5750" y="-1"/>
                    <a:pt x="8773" y="0"/>
                  </a:cubicBezTo>
                  <a:cubicBezTo>
                    <a:pt x="11698" y="0"/>
                    <a:pt x="14593" y="594"/>
                    <a:pt x="17281" y="1746"/>
                  </a:cubicBezTo>
                  <a:lnTo>
                    <a:pt x="8773" y="216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90" name="Line 87">
              <a:extLst>
                <a:ext uri="{FF2B5EF4-FFF2-40B4-BE49-F238E27FC236}">
                  <a16:creationId xmlns:a16="http://schemas.microsoft.com/office/drawing/2014/main" id="{D69773C7-9DB3-F115-3A4A-61AD51BFEFA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97" y="3853"/>
              <a:ext cx="0" cy="137"/>
            </a:xfrm>
            <a:prstGeom prst="line">
              <a:avLst/>
            </a:prstGeom>
            <a:noFill/>
            <a:ln w="25399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91" name="Rectangle 88">
              <a:extLst>
                <a:ext uri="{FF2B5EF4-FFF2-40B4-BE49-F238E27FC236}">
                  <a16:creationId xmlns:a16="http://schemas.microsoft.com/office/drawing/2014/main" id="{890829B1-77BE-5207-9FC3-02D67537E9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25" y="1327"/>
              <a:ext cx="596" cy="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1pPr>
              <a:lvl2pPr marL="742950" indent="-28575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2pPr>
              <a:lvl3pPr marL="11430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3pPr>
              <a:lvl4pPr marL="16002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4pPr>
              <a:lvl5pPr marL="20574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5pPr>
              <a:lvl6pPr marL="25146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6pPr>
              <a:lvl7pPr marL="29718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7pPr>
              <a:lvl8pPr marL="34290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8pPr>
              <a:lvl9pPr marL="38862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9pPr>
            </a:lstStyle>
            <a:p>
              <a:r>
                <a:rPr lang="en-US" altLang="ko-KR" sz="1100">
                  <a:solidFill>
                    <a:srgbClr val="000000"/>
                  </a:solidFill>
                </a:rPr>
                <a:t>Segment 1:</a:t>
              </a:r>
            </a:p>
          </p:txBody>
        </p:sp>
        <p:sp>
          <p:nvSpPr>
            <p:cNvPr id="21592" name="Rectangle 89">
              <a:extLst>
                <a:ext uri="{FF2B5EF4-FFF2-40B4-BE49-F238E27FC236}">
                  <a16:creationId xmlns:a16="http://schemas.microsoft.com/office/drawing/2014/main" id="{BA571703-3B61-058C-F155-63EC3C4E64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25" y="2036"/>
              <a:ext cx="596" cy="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1pPr>
              <a:lvl2pPr marL="742950" indent="-28575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2pPr>
              <a:lvl3pPr marL="11430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3pPr>
              <a:lvl4pPr marL="16002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4pPr>
              <a:lvl5pPr marL="20574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5pPr>
              <a:lvl6pPr marL="25146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6pPr>
              <a:lvl7pPr marL="29718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7pPr>
              <a:lvl8pPr marL="34290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8pPr>
              <a:lvl9pPr marL="38862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9pPr>
            </a:lstStyle>
            <a:p>
              <a:r>
                <a:rPr lang="en-US" altLang="ko-KR" sz="1100">
                  <a:solidFill>
                    <a:srgbClr val="000000"/>
                  </a:solidFill>
                </a:rPr>
                <a:t>Segment 2:</a:t>
              </a:r>
            </a:p>
          </p:txBody>
        </p:sp>
        <p:sp>
          <p:nvSpPr>
            <p:cNvPr id="21593" name="Rectangle 90">
              <a:extLst>
                <a:ext uri="{FF2B5EF4-FFF2-40B4-BE49-F238E27FC236}">
                  <a16:creationId xmlns:a16="http://schemas.microsoft.com/office/drawing/2014/main" id="{73287FAA-4A55-8D15-CE64-D09EF48A11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25" y="2672"/>
              <a:ext cx="596" cy="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1pPr>
              <a:lvl2pPr marL="742950" indent="-28575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2pPr>
              <a:lvl3pPr marL="11430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3pPr>
              <a:lvl4pPr marL="16002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4pPr>
              <a:lvl5pPr marL="20574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5pPr>
              <a:lvl6pPr marL="25146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6pPr>
              <a:lvl7pPr marL="29718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7pPr>
              <a:lvl8pPr marL="34290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8pPr>
              <a:lvl9pPr marL="38862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9pPr>
            </a:lstStyle>
            <a:p>
              <a:r>
                <a:rPr lang="en-US" altLang="ko-KR" sz="1100">
                  <a:solidFill>
                    <a:srgbClr val="000000"/>
                  </a:solidFill>
                </a:rPr>
                <a:t>Segment 3:</a:t>
              </a:r>
            </a:p>
          </p:txBody>
        </p:sp>
        <p:sp>
          <p:nvSpPr>
            <p:cNvPr id="21594" name="Rectangle 91">
              <a:extLst>
                <a:ext uri="{FF2B5EF4-FFF2-40B4-BE49-F238E27FC236}">
                  <a16:creationId xmlns:a16="http://schemas.microsoft.com/office/drawing/2014/main" id="{1A198732-49E5-A5DC-27C0-841D1001F0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25" y="3375"/>
              <a:ext cx="596" cy="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1pPr>
              <a:lvl2pPr marL="742950" indent="-28575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2pPr>
              <a:lvl3pPr marL="11430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3pPr>
              <a:lvl4pPr marL="16002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4pPr>
              <a:lvl5pPr marL="20574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5pPr>
              <a:lvl6pPr marL="25146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6pPr>
              <a:lvl7pPr marL="29718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7pPr>
              <a:lvl8pPr marL="34290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8pPr>
              <a:lvl9pPr marL="38862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9pPr>
            </a:lstStyle>
            <a:p>
              <a:r>
                <a:rPr lang="en-US" altLang="ko-KR" sz="1100">
                  <a:solidFill>
                    <a:srgbClr val="000000"/>
                  </a:solidFill>
                </a:rPr>
                <a:t>Segment 4:</a:t>
              </a:r>
            </a:p>
          </p:txBody>
        </p:sp>
        <p:sp>
          <p:nvSpPr>
            <p:cNvPr id="21595" name="Arc 92">
              <a:extLst>
                <a:ext uri="{FF2B5EF4-FFF2-40B4-BE49-F238E27FC236}">
                  <a16:creationId xmlns:a16="http://schemas.microsoft.com/office/drawing/2014/main" id="{C85839DE-4C99-87E2-EF92-906919487184}"/>
                </a:ext>
              </a:extLst>
            </p:cNvPr>
            <p:cNvSpPr>
              <a:spLocks/>
            </p:cNvSpPr>
            <p:nvPr/>
          </p:nvSpPr>
          <p:spPr bwMode="auto">
            <a:xfrm>
              <a:off x="3914" y="3425"/>
              <a:ext cx="71" cy="52"/>
            </a:xfrm>
            <a:custGeom>
              <a:avLst/>
              <a:gdLst>
                <a:gd name="T0" fmla="*/ 0 w 21600"/>
                <a:gd name="T1" fmla="*/ 0 h 17514"/>
                <a:gd name="T2" fmla="*/ 0 w 21600"/>
                <a:gd name="T3" fmla="*/ 0 h 17514"/>
                <a:gd name="T4" fmla="*/ 0 w 21600"/>
                <a:gd name="T5" fmla="*/ 0 h 17514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514"/>
                <a:gd name="T11" fmla="*/ 21600 w 21600"/>
                <a:gd name="T12" fmla="*/ 17514 h 1751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514" fill="none" extrusionOk="0">
                  <a:moveTo>
                    <a:pt x="19685" y="0"/>
                  </a:moveTo>
                  <a:cubicBezTo>
                    <a:pt x="20947" y="2793"/>
                    <a:pt x="21600" y="5824"/>
                    <a:pt x="21600" y="8890"/>
                  </a:cubicBezTo>
                  <a:cubicBezTo>
                    <a:pt x="21600" y="11857"/>
                    <a:pt x="20988" y="14793"/>
                    <a:pt x="19803" y="17513"/>
                  </a:cubicBezTo>
                </a:path>
                <a:path w="21600" h="17514" stroke="0" extrusionOk="0">
                  <a:moveTo>
                    <a:pt x="19685" y="0"/>
                  </a:moveTo>
                  <a:cubicBezTo>
                    <a:pt x="20947" y="2793"/>
                    <a:pt x="21600" y="5824"/>
                    <a:pt x="21600" y="8890"/>
                  </a:cubicBezTo>
                  <a:cubicBezTo>
                    <a:pt x="21600" y="11857"/>
                    <a:pt x="20988" y="14793"/>
                    <a:pt x="19803" y="17513"/>
                  </a:cubicBezTo>
                  <a:lnTo>
                    <a:pt x="0" y="889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96" name="Line 93">
              <a:extLst>
                <a:ext uri="{FF2B5EF4-FFF2-40B4-BE49-F238E27FC236}">
                  <a16:creationId xmlns:a16="http://schemas.microsoft.com/office/drawing/2014/main" id="{5DDFF86A-F97C-6BF0-3D2C-5F2F8B6F416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968" y="3449"/>
              <a:ext cx="701" cy="0"/>
            </a:xfrm>
            <a:prstGeom prst="line">
              <a:avLst/>
            </a:prstGeom>
            <a:noFill/>
            <a:ln w="25399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DD46283-5FB6-7E67-2BB4-044167CB5A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7222981"/>
              </p:ext>
            </p:extLst>
          </p:nvPr>
        </p:nvGraphicFramePr>
        <p:xfrm>
          <a:off x="423144" y="2771143"/>
          <a:ext cx="4822247" cy="2504440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4822247">
                  <a:extLst>
                    <a:ext uri="{9D8B030D-6E8A-4147-A177-3AD203B41FA5}">
                      <a16:colId xmlns:a16="http://schemas.microsoft.com/office/drawing/2014/main" val="2661303900"/>
                    </a:ext>
                  </a:extLst>
                </a:gridCol>
              </a:tblGrid>
              <a:tr h="518283">
                <a:tc>
                  <a:txBody>
                    <a:bodyPr/>
                    <a:lstStyle/>
                    <a:p>
                      <a:pPr marL="407035" indent="-342900">
                        <a:lnSpc>
                          <a:spcPts val="1570"/>
                        </a:lnSpc>
                        <a:buAutoNum type="arabicParenR"/>
                      </a:pPr>
                      <a:r>
                        <a:rPr lang="en-US" sz="1400" dirty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</a:rPr>
                        <a:t>Compare</a:t>
                      </a:r>
                      <a:r>
                        <a:rPr lang="en-US" sz="1400" spc="-20" dirty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</a:rPr>
                        <a:t> </a:t>
                      </a:r>
                      <a:r>
                        <a:rPr lang="en-US" sz="1400" dirty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</a:rPr>
                        <a:t>exponents</a:t>
                      </a:r>
                      <a:r>
                        <a:rPr lang="en-US" sz="1400" spc="-20" dirty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</a:rPr>
                        <a:t> </a:t>
                      </a:r>
                      <a:r>
                        <a:rPr lang="en-US" sz="1400" dirty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</a:rPr>
                        <a:t>by</a:t>
                      </a:r>
                      <a:r>
                        <a:rPr lang="en-US" sz="1400" spc="-15" dirty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</a:rPr>
                        <a:t> </a:t>
                      </a:r>
                      <a:r>
                        <a:rPr lang="en-US" sz="1400" dirty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</a:rPr>
                        <a:t>subtraction</a:t>
                      </a:r>
                      <a:r>
                        <a:rPr lang="en-US" sz="1400" spc="-55" dirty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</a:rPr>
                        <a:t> </a:t>
                      </a:r>
                      <a:r>
                        <a:rPr lang="en-US" sz="1400" dirty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</a:rPr>
                        <a:t>:  </a:t>
                      </a:r>
                    </a:p>
                    <a:p>
                      <a:pPr marL="64135" indent="0">
                        <a:lnSpc>
                          <a:spcPts val="1570"/>
                        </a:lnSpc>
                        <a:buFontTx/>
                        <a:buNone/>
                      </a:pPr>
                      <a:r>
                        <a:rPr lang="en-US" sz="1100" dirty="0">
                          <a:solidFill>
                            <a:srgbClr val="FF6600"/>
                          </a:solidFill>
                          <a:effectLst/>
                          <a:latin typeface="Arial MT"/>
                          <a:ea typeface="Arial MT"/>
                          <a:cs typeface="Arial MT"/>
                        </a:rPr>
                        <a:t>         </a:t>
                      </a:r>
                      <a:r>
                        <a:rPr lang="en-US" sz="1600" dirty="0">
                          <a:solidFill>
                            <a:srgbClr val="FF6600"/>
                          </a:solidFill>
                          <a:effectLst/>
                          <a:latin typeface="Arial MT"/>
                          <a:ea typeface="Arial MT"/>
                          <a:cs typeface="Arial MT"/>
                        </a:rPr>
                        <a:t>3</a:t>
                      </a:r>
                      <a:r>
                        <a:rPr lang="en-US" sz="1600" spc="-25" dirty="0">
                          <a:solidFill>
                            <a:srgbClr val="FF6600"/>
                          </a:solidFill>
                          <a:effectLst/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lang="en-US" sz="1600" dirty="0">
                          <a:solidFill>
                            <a:srgbClr val="FF6600"/>
                          </a:solidFill>
                          <a:effectLst/>
                          <a:latin typeface="Arial MT"/>
                          <a:ea typeface="Arial MT"/>
                          <a:cs typeface="Arial MT"/>
                        </a:rPr>
                        <a:t>-</a:t>
                      </a:r>
                      <a:r>
                        <a:rPr lang="en-US" sz="1600" spc="10" dirty="0">
                          <a:solidFill>
                            <a:srgbClr val="FF6600"/>
                          </a:solidFill>
                          <a:effectLst/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lang="en-US" sz="1600" dirty="0">
                          <a:solidFill>
                            <a:srgbClr val="FF6600"/>
                          </a:solidFill>
                          <a:effectLst/>
                          <a:latin typeface="Arial MT"/>
                          <a:ea typeface="Arial MT"/>
                          <a:cs typeface="Arial MT"/>
                        </a:rPr>
                        <a:t>2</a:t>
                      </a:r>
                      <a:r>
                        <a:rPr lang="en-US" sz="1600" spc="-10" dirty="0">
                          <a:solidFill>
                            <a:srgbClr val="FF6600"/>
                          </a:solidFill>
                          <a:effectLst/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lang="en-US" sz="1600" dirty="0">
                          <a:solidFill>
                            <a:srgbClr val="FF6600"/>
                          </a:solidFill>
                          <a:effectLst/>
                          <a:latin typeface="Arial MT"/>
                          <a:ea typeface="Arial MT"/>
                          <a:cs typeface="Arial MT"/>
                        </a:rPr>
                        <a:t>=</a:t>
                      </a:r>
                      <a:r>
                        <a:rPr lang="en-US" sz="1600" spc="5" dirty="0">
                          <a:solidFill>
                            <a:srgbClr val="FF6600"/>
                          </a:solidFill>
                          <a:effectLst/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lang="en-US" sz="1600" dirty="0">
                          <a:solidFill>
                            <a:srgbClr val="FF6600"/>
                          </a:solidFill>
                          <a:effectLst/>
                          <a:latin typeface="Arial MT"/>
                          <a:ea typeface="Arial MT"/>
                          <a:cs typeface="Arial MT"/>
                        </a:rPr>
                        <a:t>1</a:t>
                      </a:r>
                      <a:r>
                        <a:rPr lang="en-IN" sz="1600" dirty="0">
                          <a:effectLst/>
                        </a:rPr>
                        <a:t> </a:t>
                      </a:r>
                    </a:p>
                    <a:p>
                      <a:pPr marL="0" lvl="0" indent="400050">
                        <a:spcBef>
                          <a:spcPts val="180"/>
                        </a:spcBef>
                        <a:spcAft>
                          <a:spcPts val="0"/>
                        </a:spcAft>
                        <a:buClr>
                          <a:srgbClr val="000082"/>
                        </a:buClr>
                        <a:buSzPts val="750"/>
                        <a:buFontTx/>
                        <a:buNone/>
                        <a:tabLst>
                          <a:tab pos="520700" algn="l"/>
                        </a:tabLst>
                      </a:pPr>
                      <a:r>
                        <a:rPr lang="en-US" sz="1400" dirty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Arial MT"/>
                          <a:ea typeface="Wingdings" pitchFamily="2" charset="2"/>
                          <a:cs typeface="Wingdings" pitchFamily="2" charset="2"/>
                        </a:rPr>
                        <a:t>X</a:t>
                      </a:r>
                      <a:r>
                        <a:rPr lang="en-US" sz="1400" spc="-10" dirty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Arial MT"/>
                          <a:ea typeface="Wingdings" pitchFamily="2" charset="2"/>
                          <a:cs typeface="Wingdings" pitchFamily="2" charset="2"/>
                        </a:rPr>
                        <a:t> </a:t>
                      </a:r>
                      <a:r>
                        <a:rPr lang="en-US" sz="1400" dirty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Arial MT"/>
                          <a:ea typeface="Wingdings" pitchFamily="2" charset="2"/>
                          <a:cs typeface="Wingdings" pitchFamily="2" charset="2"/>
                        </a:rPr>
                        <a:t>=</a:t>
                      </a:r>
                      <a:r>
                        <a:rPr lang="en-US" sz="1400" spc="5" dirty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Arial MT"/>
                          <a:ea typeface="Wingdings" pitchFamily="2" charset="2"/>
                          <a:cs typeface="Wingdings" pitchFamily="2" charset="2"/>
                        </a:rPr>
                        <a:t> </a:t>
                      </a:r>
                      <a:r>
                        <a:rPr lang="en-US" sz="1400" dirty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Arial MT"/>
                          <a:ea typeface="Wingdings" pitchFamily="2" charset="2"/>
                          <a:cs typeface="Wingdings" pitchFamily="2" charset="2"/>
                        </a:rPr>
                        <a:t>0.9504</a:t>
                      </a:r>
                      <a:r>
                        <a:rPr lang="en-US" sz="1400" spc="315" dirty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Arial MT"/>
                          <a:ea typeface="Wingdings" pitchFamily="2" charset="2"/>
                          <a:cs typeface="Wingdings" pitchFamily="2" charset="2"/>
                        </a:rPr>
                        <a:t> </a:t>
                      </a:r>
                      <a:r>
                        <a:rPr lang="en-US" sz="1400" dirty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Arial MT"/>
                          <a:ea typeface="Wingdings" pitchFamily="2" charset="2"/>
                          <a:cs typeface="Wingdings" pitchFamily="2" charset="2"/>
                        </a:rPr>
                        <a:t>x 10</a:t>
                      </a:r>
                      <a:r>
                        <a:rPr lang="en-US" sz="1400" baseline="30000" dirty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Arial MT"/>
                          <a:ea typeface="Wingdings" pitchFamily="2" charset="2"/>
                          <a:cs typeface="Wingdings" pitchFamily="2" charset="2"/>
                        </a:rPr>
                        <a:t>3</a:t>
                      </a:r>
                      <a:endParaRPr lang="en-IN" sz="1200" dirty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Arial MT"/>
                        <a:ea typeface="Wingdings" pitchFamily="2" charset="2"/>
                        <a:cs typeface="Wingdings" pitchFamily="2" charset="2"/>
                      </a:endParaRPr>
                    </a:p>
                    <a:p>
                      <a:pPr marL="0" indent="400050">
                        <a:tabLst>
                          <a:tab pos="520700" algn="l"/>
                        </a:tabLst>
                      </a:pPr>
                      <a:r>
                        <a:rPr lang="en-US" sz="1400" dirty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Arial MT"/>
                          <a:ea typeface="Arial MT"/>
                          <a:cs typeface="Arial MT"/>
                        </a:rPr>
                        <a:t>Y</a:t>
                      </a:r>
                      <a:r>
                        <a:rPr lang="en-US" sz="1400" spc="-5" dirty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lang="en-US" sz="1400" dirty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Arial MT"/>
                          <a:ea typeface="Arial MT"/>
                          <a:cs typeface="Arial MT"/>
                        </a:rPr>
                        <a:t>= 0.8200</a:t>
                      </a:r>
                      <a:r>
                        <a:rPr lang="en-US" sz="1400" spc="320" dirty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lang="en-US" sz="1400" dirty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Arial MT"/>
                          <a:ea typeface="Arial MT"/>
                          <a:cs typeface="Arial MT"/>
                        </a:rPr>
                        <a:t>x</a:t>
                      </a:r>
                      <a:r>
                        <a:rPr lang="en-US" sz="1400" spc="10" dirty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lang="en-US" sz="1400" dirty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Arial MT"/>
                          <a:ea typeface="Arial MT"/>
                          <a:cs typeface="Arial MT"/>
                        </a:rPr>
                        <a:t>10</a:t>
                      </a:r>
                      <a:r>
                        <a:rPr lang="en-US" sz="1400" baseline="30000" dirty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Arial MT"/>
                          <a:ea typeface="Arial MT"/>
                          <a:cs typeface="Arial MT"/>
                        </a:rPr>
                        <a:t>2</a:t>
                      </a:r>
                      <a:r>
                        <a:rPr lang="en-IN" sz="1400" dirty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</a:rPr>
                        <a:t> </a:t>
                      </a:r>
                      <a:endParaRPr lang="en-IN" sz="1400" dirty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0672410"/>
                  </a:ext>
                </a:extLst>
              </a:tr>
              <a:tr h="518283">
                <a:tc>
                  <a:txBody>
                    <a:bodyPr/>
                    <a:lstStyle/>
                    <a:p>
                      <a:pPr marL="342900" lvl="0" indent="-342900">
                        <a:spcBef>
                          <a:spcPts val="175"/>
                        </a:spcBef>
                        <a:spcAft>
                          <a:spcPts val="0"/>
                        </a:spcAft>
                        <a:buClr>
                          <a:srgbClr val="000082"/>
                        </a:buClr>
                        <a:buSzPts val="1400"/>
                        <a:buFont typeface="Arial MT"/>
                        <a:buAutoNum type="arabicParenR" startAt="2"/>
                        <a:tabLst>
                          <a:tab pos="269240" algn="l"/>
                        </a:tabLst>
                      </a:pPr>
                      <a:r>
                        <a:rPr lang="en-US" sz="1400" dirty="0">
                          <a:solidFill>
                            <a:srgbClr val="000082"/>
                          </a:solidFill>
                          <a:effectLst/>
                          <a:latin typeface="Arial MT"/>
                          <a:ea typeface="Arial MT"/>
                          <a:cs typeface="Arial MT"/>
                        </a:rPr>
                        <a:t>Align</a:t>
                      </a:r>
                      <a:r>
                        <a:rPr lang="en-US" sz="1400" spc="-5" dirty="0">
                          <a:solidFill>
                            <a:srgbClr val="000082"/>
                          </a:solidFill>
                          <a:effectLst/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lang="en-US" sz="1400" dirty="0">
                          <a:solidFill>
                            <a:srgbClr val="000082"/>
                          </a:solidFill>
                          <a:effectLst/>
                          <a:latin typeface="Arial MT"/>
                          <a:ea typeface="Arial MT"/>
                          <a:cs typeface="Arial MT"/>
                        </a:rPr>
                        <a:t>mantissas</a:t>
                      </a:r>
                      <a:endParaRPr lang="en-IN" sz="1100" dirty="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  <a:p>
                      <a:pPr marL="457200" lvl="1" indent="0">
                        <a:spcBef>
                          <a:spcPts val="355"/>
                        </a:spcBef>
                        <a:spcAft>
                          <a:spcPts val="0"/>
                        </a:spcAft>
                        <a:buClr>
                          <a:srgbClr val="000082"/>
                        </a:buClr>
                        <a:buSzPts val="750"/>
                        <a:buFontTx/>
                        <a:buNone/>
                        <a:tabLst>
                          <a:tab pos="521335" algn="l"/>
                          <a:tab pos="521970" algn="l"/>
                        </a:tabLst>
                      </a:pPr>
                      <a:r>
                        <a:rPr lang="en-US" sz="1400" b="1" kern="1200" dirty="0">
                          <a:solidFill>
                            <a:srgbClr val="FF6600"/>
                          </a:solidFill>
                          <a:effectLst/>
                          <a:latin typeface="Arial MT"/>
                          <a:ea typeface="Wingdings" pitchFamily="2" charset="2"/>
                          <a:cs typeface="Wingdings" pitchFamily="2" charset="2"/>
                        </a:rPr>
                        <a:t>X = 0.9504 x 10</a:t>
                      </a:r>
                      <a:r>
                        <a:rPr lang="en-US" sz="1400" b="1" kern="1200" baseline="30000" dirty="0">
                          <a:solidFill>
                            <a:srgbClr val="FF6600"/>
                          </a:solidFill>
                          <a:effectLst/>
                          <a:latin typeface="Arial MT"/>
                          <a:ea typeface="Wingdings" pitchFamily="2" charset="2"/>
                          <a:cs typeface="Wingdings" pitchFamily="2" charset="2"/>
                        </a:rPr>
                        <a:t>3</a:t>
                      </a:r>
                      <a:endParaRPr lang="en-IN" sz="1400" b="1" kern="1200" baseline="30000" dirty="0">
                        <a:solidFill>
                          <a:srgbClr val="FF6600"/>
                        </a:solidFill>
                        <a:effectLst/>
                        <a:latin typeface="Arial MT"/>
                        <a:ea typeface="Wingdings" pitchFamily="2" charset="2"/>
                        <a:cs typeface="Wingdings" pitchFamily="2" charset="2"/>
                      </a:endParaRPr>
                    </a:p>
                    <a:p>
                      <a:r>
                        <a:rPr lang="en-US" sz="1400" b="1" kern="1200" dirty="0">
                          <a:solidFill>
                            <a:srgbClr val="FF6600"/>
                          </a:solidFill>
                          <a:effectLst/>
                          <a:latin typeface="Arial MT"/>
                          <a:ea typeface="Arial MT"/>
                          <a:cs typeface="Arial MT"/>
                        </a:rPr>
                        <a:t>         Y = </a:t>
                      </a:r>
                      <a:r>
                        <a:rPr lang="en-US" sz="1400" dirty="0">
                          <a:solidFill>
                            <a:srgbClr val="FF6600"/>
                          </a:solidFill>
                          <a:effectLst/>
                          <a:latin typeface="Arial MT"/>
                          <a:ea typeface="Arial MT"/>
                          <a:cs typeface="Arial MT"/>
                        </a:rPr>
                        <a:t>0.08200</a:t>
                      </a:r>
                      <a:r>
                        <a:rPr lang="en-US" sz="1400" spc="295" dirty="0">
                          <a:solidFill>
                            <a:srgbClr val="FF6600"/>
                          </a:solidFill>
                          <a:effectLst/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lang="en-US" sz="1400" dirty="0">
                          <a:solidFill>
                            <a:srgbClr val="FF6600"/>
                          </a:solidFill>
                          <a:effectLst/>
                          <a:latin typeface="Arial MT"/>
                          <a:ea typeface="Arial MT"/>
                          <a:cs typeface="Arial MT"/>
                        </a:rPr>
                        <a:t>x</a:t>
                      </a:r>
                      <a:r>
                        <a:rPr lang="en-US" sz="1400" spc="5" dirty="0">
                          <a:solidFill>
                            <a:srgbClr val="FF6600"/>
                          </a:solidFill>
                          <a:effectLst/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lang="en-US" sz="1400" dirty="0">
                          <a:solidFill>
                            <a:srgbClr val="FF6600"/>
                          </a:solidFill>
                          <a:effectLst/>
                          <a:latin typeface="Arial MT"/>
                          <a:ea typeface="Arial MT"/>
                          <a:cs typeface="Arial MT"/>
                        </a:rPr>
                        <a:t>10</a:t>
                      </a:r>
                      <a:r>
                        <a:rPr lang="en-US" sz="1600" baseline="30000" dirty="0">
                          <a:solidFill>
                            <a:srgbClr val="FF6600"/>
                          </a:solidFill>
                          <a:effectLst/>
                          <a:latin typeface="Arial MT"/>
                          <a:ea typeface="Arial MT"/>
                          <a:cs typeface="Arial MT"/>
                        </a:rPr>
                        <a:t>3</a:t>
                      </a:r>
                      <a:r>
                        <a:rPr lang="en-IN" sz="1400" dirty="0">
                          <a:effectLst/>
                        </a:rPr>
                        <a:t> </a:t>
                      </a:r>
                    </a:p>
                    <a:p>
                      <a:pPr marL="342900" lvl="0" indent="-342900">
                        <a:spcBef>
                          <a:spcPts val="180"/>
                        </a:spcBef>
                        <a:spcAft>
                          <a:spcPts val="0"/>
                        </a:spcAft>
                        <a:buClr>
                          <a:srgbClr val="000082"/>
                        </a:buClr>
                        <a:buSzPts val="1400"/>
                        <a:buFont typeface="Arial MT"/>
                        <a:buAutoNum type="arabicParenR" startAt="3"/>
                        <a:tabLst>
                          <a:tab pos="269240" algn="l"/>
                        </a:tabLst>
                      </a:pPr>
                      <a:r>
                        <a:rPr lang="en-US" sz="1400" dirty="0">
                          <a:solidFill>
                            <a:srgbClr val="000082"/>
                          </a:solidFill>
                          <a:effectLst/>
                          <a:latin typeface="Arial MT"/>
                          <a:ea typeface="Arial MT"/>
                          <a:cs typeface="Arial MT"/>
                        </a:rPr>
                        <a:t>Add</a:t>
                      </a:r>
                      <a:r>
                        <a:rPr lang="en-US" sz="1400" spc="-5" dirty="0">
                          <a:solidFill>
                            <a:srgbClr val="000082"/>
                          </a:solidFill>
                          <a:effectLst/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lang="en-US" sz="1400" dirty="0">
                          <a:solidFill>
                            <a:srgbClr val="000082"/>
                          </a:solidFill>
                          <a:effectLst/>
                          <a:latin typeface="Arial MT"/>
                          <a:ea typeface="Arial MT"/>
                          <a:cs typeface="Arial MT"/>
                        </a:rPr>
                        <a:t>mantissas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80"/>
                        </a:spcBef>
                        <a:spcAft>
                          <a:spcPts val="0"/>
                        </a:spcAft>
                        <a:buClr>
                          <a:srgbClr val="000082"/>
                        </a:buClr>
                        <a:buSzPts val="1400"/>
                        <a:buFontTx/>
                        <a:buNone/>
                        <a:tabLst>
                          <a:tab pos="269240" algn="l"/>
                        </a:tabLst>
                        <a:defRPr/>
                      </a:pPr>
                      <a:r>
                        <a:rPr lang="en-US" sz="1400" b="1" kern="1200" dirty="0">
                          <a:solidFill>
                            <a:srgbClr val="FF6600"/>
                          </a:solidFill>
                          <a:effectLst/>
                          <a:latin typeface="Arial MT"/>
                          <a:ea typeface="Arial MT"/>
                          <a:cs typeface="Arial MT"/>
                        </a:rPr>
                        <a:t>         Z = 1.0324 x 10</a:t>
                      </a:r>
                      <a:r>
                        <a:rPr lang="en-US" sz="1400" b="1" kern="1200" baseline="30000" dirty="0">
                          <a:solidFill>
                            <a:srgbClr val="FF6600"/>
                          </a:solidFill>
                          <a:effectLst/>
                          <a:latin typeface="Arial MT"/>
                          <a:ea typeface="Arial MT"/>
                          <a:cs typeface="Arial MT"/>
                        </a:rPr>
                        <a:t>3</a:t>
                      </a:r>
                      <a:r>
                        <a:rPr lang="en-IN" sz="1400" b="1" kern="1200" dirty="0">
                          <a:solidFill>
                            <a:srgbClr val="FF6600"/>
                          </a:solidFill>
                          <a:effectLst/>
                          <a:latin typeface="Arial MT"/>
                        </a:rPr>
                        <a:t> </a:t>
                      </a:r>
                      <a:endParaRPr lang="en-IN" sz="1400" b="1" kern="1200" dirty="0">
                        <a:solidFill>
                          <a:srgbClr val="FF6600"/>
                        </a:solidFill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  <a:p>
                      <a:pPr marL="342900" lvl="0" indent="-342900">
                        <a:spcBef>
                          <a:spcPts val="180"/>
                        </a:spcBef>
                        <a:spcAft>
                          <a:spcPts val="0"/>
                        </a:spcAft>
                        <a:buClr>
                          <a:srgbClr val="000082"/>
                        </a:buClr>
                        <a:buSzPts val="1400"/>
                        <a:buFont typeface="Arial MT"/>
                        <a:buAutoNum type="arabicParenR" startAt="4"/>
                        <a:tabLst>
                          <a:tab pos="269240" algn="l"/>
                        </a:tabLst>
                      </a:pPr>
                      <a:r>
                        <a:rPr lang="en-US" sz="1400" dirty="0">
                          <a:solidFill>
                            <a:srgbClr val="000082"/>
                          </a:solidFill>
                          <a:effectLst/>
                          <a:latin typeface="Arial MT"/>
                          <a:ea typeface="Arial MT"/>
                          <a:cs typeface="Arial MT"/>
                        </a:rPr>
                        <a:t>Normalize</a:t>
                      </a:r>
                      <a:r>
                        <a:rPr lang="en-US" sz="1400" spc="-20" dirty="0">
                          <a:solidFill>
                            <a:srgbClr val="000082"/>
                          </a:solidFill>
                          <a:effectLst/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lang="en-US" sz="1400" dirty="0">
                          <a:solidFill>
                            <a:srgbClr val="000082"/>
                          </a:solidFill>
                          <a:effectLst/>
                          <a:latin typeface="Arial MT"/>
                          <a:ea typeface="Arial MT"/>
                          <a:cs typeface="Arial MT"/>
                        </a:rPr>
                        <a:t>result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80"/>
                        </a:spcBef>
                        <a:spcAft>
                          <a:spcPts val="0"/>
                        </a:spcAft>
                        <a:buClr>
                          <a:srgbClr val="000082"/>
                        </a:buClr>
                        <a:buSzPts val="1400"/>
                        <a:buFontTx/>
                        <a:buNone/>
                        <a:tabLst>
                          <a:tab pos="269240" algn="l"/>
                        </a:tabLst>
                        <a:defRPr/>
                      </a:pPr>
                      <a:r>
                        <a:rPr lang="en-US" sz="1400" b="1" kern="1200" dirty="0">
                          <a:solidFill>
                            <a:srgbClr val="FF6600"/>
                          </a:solidFill>
                          <a:effectLst/>
                          <a:latin typeface="Arial MT"/>
                          <a:ea typeface="Arial MT"/>
                          <a:cs typeface="Arial MT"/>
                        </a:rPr>
                        <a:t>         Z = 0.1324 x 10</a:t>
                      </a:r>
                      <a:r>
                        <a:rPr lang="en-US" sz="1800" b="1" kern="1200" baseline="30000" dirty="0">
                          <a:solidFill>
                            <a:srgbClr val="FF6600"/>
                          </a:solidFill>
                          <a:effectLst/>
                          <a:latin typeface="Arial MT"/>
                          <a:ea typeface="Arial MT"/>
                          <a:cs typeface="Arial MT"/>
                        </a:rPr>
                        <a:t>4</a:t>
                      </a:r>
                      <a:r>
                        <a:rPr lang="en-IN" sz="1400" b="1" kern="1200" dirty="0">
                          <a:solidFill>
                            <a:srgbClr val="FF6600"/>
                          </a:solidFill>
                          <a:effectLst/>
                          <a:latin typeface="Arial MT"/>
                        </a:rPr>
                        <a:t> </a:t>
                      </a:r>
                      <a:endParaRPr lang="en-IN" sz="1400" b="1" kern="1200" dirty="0">
                        <a:solidFill>
                          <a:srgbClr val="FF6600"/>
                        </a:solidFill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6324120"/>
                  </a:ext>
                </a:extLst>
              </a:tr>
            </a:tbl>
          </a:graphicData>
        </a:graphic>
      </p:graphicFrame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D1EC35FA-E224-05B4-0FE7-4929F8ED948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454275" y="308216"/>
            <a:ext cx="7385050" cy="383695"/>
          </a:xfrm>
          <a:noFill/>
        </p:spPr>
        <p:txBody>
          <a:bodyPr anchor="ctr"/>
          <a:lstStyle/>
          <a:p>
            <a:r>
              <a:rPr lang="en-US" altLang="ko-KR" sz="2400">
                <a:solidFill>
                  <a:schemeClr val="tx1"/>
                </a:solidFill>
              </a:rPr>
              <a:t>INSTRUCTION  CYCLE</a:t>
            </a:r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9F6F2611-0E39-5781-739E-8FFF2D885B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1650" y="948193"/>
            <a:ext cx="3994150" cy="587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r>
              <a:rPr lang="en-US" altLang="ko-KR" sz="1800" dirty="0">
                <a:solidFill>
                  <a:srgbClr val="0070C0"/>
                </a:solidFill>
              </a:rPr>
              <a:t>Six Phases* in an Instruction Cycle</a:t>
            </a:r>
          </a:p>
          <a:p>
            <a:pPr latinLnBrk="1"/>
            <a:endParaRPr lang="en-US" altLang="ko-KR" sz="1800" dirty="0">
              <a:solidFill>
                <a:srgbClr val="0070C0"/>
              </a:solidFill>
            </a:endParaRPr>
          </a:p>
        </p:txBody>
      </p:sp>
      <p:sp>
        <p:nvSpPr>
          <p:cNvPr id="23556" name="Rectangle 4">
            <a:extLst>
              <a:ext uri="{FF2B5EF4-FFF2-40B4-BE49-F238E27FC236}">
                <a16:creationId xmlns:a16="http://schemas.microsoft.com/office/drawing/2014/main" id="{8C0A0B42-A7B4-BD72-15C8-2028D592D6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1650" y="1417865"/>
            <a:ext cx="10726644" cy="3416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075" tIns="46038" rIns="92075" bIns="46038">
            <a:spAutoFit/>
          </a:bodyPr>
          <a:lstStyle>
            <a:lvl1pPr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ko-KR" sz="1800" dirty="0"/>
              <a:t>[1]  Fetch an instruction from memory</a:t>
            </a:r>
          </a:p>
          <a:p>
            <a:pPr>
              <a:lnSpc>
                <a:spcPct val="100000"/>
              </a:lnSpc>
            </a:pPr>
            <a:r>
              <a:rPr lang="en-US" altLang="ko-KR" sz="1800" dirty="0"/>
              <a:t>[2]  Decode the instruction</a:t>
            </a:r>
          </a:p>
          <a:p>
            <a:pPr>
              <a:lnSpc>
                <a:spcPct val="100000"/>
              </a:lnSpc>
            </a:pPr>
            <a:r>
              <a:rPr lang="en-US" altLang="ko-KR" sz="1800" dirty="0"/>
              <a:t>[3]  Calculate the effective address of the operand</a:t>
            </a:r>
          </a:p>
          <a:p>
            <a:pPr>
              <a:lnSpc>
                <a:spcPct val="100000"/>
              </a:lnSpc>
            </a:pPr>
            <a:r>
              <a:rPr lang="en-US" altLang="ko-KR" sz="1800" dirty="0"/>
              <a:t>[4]  Fetch the operands from memory</a:t>
            </a:r>
          </a:p>
          <a:p>
            <a:pPr>
              <a:lnSpc>
                <a:spcPct val="100000"/>
              </a:lnSpc>
            </a:pPr>
            <a:r>
              <a:rPr lang="en-US" altLang="ko-KR" sz="1800" dirty="0"/>
              <a:t>[5]  Execute the instruction</a:t>
            </a:r>
          </a:p>
          <a:p>
            <a:pPr>
              <a:lnSpc>
                <a:spcPct val="100000"/>
              </a:lnSpc>
            </a:pPr>
            <a:r>
              <a:rPr lang="en-US" altLang="ko-KR" sz="1800" dirty="0"/>
              <a:t>[6]  Store the result in the proper place</a:t>
            </a:r>
          </a:p>
          <a:p>
            <a:pPr>
              <a:lnSpc>
                <a:spcPct val="100000"/>
              </a:lnSpc>
            </a:pPr>
            <a:endParaRPr lang="en-US" altLang="ko-KR" sz="1800" dirty="0"/>
          </a:p>
          <a:p>
            <a:pPr>
              <a:lnSpc>
                <a:spcPct val="100000"/>
              </a:lnSpc>
            </a:pPr>
            <a:r>
              <a:rPr lang="en-US" altLang="ko-KR" sz="1800" dirty="0"/>
              <a:t>* Some instructions skip some phases</a:t>
            </a:r>
          </a:p>
          <a:p>
            <a:pPr>
              <a:lnSpc>
                <a:spcPct val="100000"/>
              </a:lnSpc>
            </a:pPr>
            <a:r>
              <a:rPr lang="en-US" altLang="ko-KR" sz="1800" dirty="0"/>
              <a:t>* Effective address calculation can be done in the part of the decoding phase</a:t>
            </a:r>
          </a:p>
          <a:p>
            <a:pPr>
              <a:lnSpc>
                <a:spcPct val="100000"/>
              </a:lnSpc>
            </a:pPr>
            <a:r>
              <a:rPr lang="en-US" altLang="ko-KR" sz="1800" dirty="0"/>
              <a:t>* Storage of the operation result into a register is done automatically in the execution phase</a:t>
            </a:r>
          </a:p>
          <a:p>
            <a:pPr>
              <a:lnSpc>
                <a:spcPct val="100000"/>
              </a:lnSpc>
            </a:pPr>
            <a:endParaRPr lang="en-US" altLang="ko-KR" sz="1800" dirty="0"/>
          </a:p>
          <a:p>
            <a:pPr>
              <a:lnSpc>
                <a:spcPct val="100000"/>
              </a:lnSpc>
            </a:pPr>
            <a:endParaRPr lang="en-US" altLang="ko-KR" sz="1800" dirty="0"/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4E6B3F1D-48D1-8F34-23D4-2867368878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97150" y="314566"/>
            <a:ext cx="6985000" cy="383695"/>
          </a:xfrm>
          <a:noFill/>
        </p:spPr>
        <p:txBody>
          <a:bodyPr anchor="ctr"/>
          <a:lstStyle/>
          <a:p>
            <a:r>
              <a:rPr lang="en-US" altLang="ko-KR" sz="2400" dirty="0">
                <a:solidFill>
                  <a:schemeClr val="tx1"/>
                </a:solidFill>
              </a:rPr>
              <a:t>INSTRUCTION  PIPELINE</a:t>
            </a: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CB766BBF-3D43-F5A8-BE35-44E6EEF11D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60891" y="1171656"/>
            <a:ext cx="5963171" cy="5498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3500" tIns="25400" rIns="63500" bIns="25400">
            <a:spAutoFit/>
          </a:bodyPr>
          <a:lstStyle>
            <a:lvl1pPr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r>
              <a:rPr lang="en-US" altLang="ko-KR" sz="1800" dirty="0"/>
              <a:t>Execution of Three Instructions in a 4-Stage Pipeline </a:t>
            </a:r>
          </a:p>
          <a:p>
            <a:pPr latinLnBrk="1"/>
            <a:endParaRPr lang="en-US" altLang="ko-KR" sz="1800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30A4B11-D974-FE6D-FD79-B1A5CBA9800D}"/>
              </a:ext>
            </a:extLst>
          </p:cNvPr>
          <p:cNvGrpSpPr/>
          <p:nvPr/>
        </p:nvGrpSpPr>
        <p:grpSpPr>
          <a:xfrm>
            <a:off x="5760891" y="1561963"/>
            <a:ext cx="5774258" cy="2178394"/>
            <a:chOff x="2416175" y="2098676"/>
            <a:chExt cx="5774258" cy="2178394"/>
          </a:xfrm>
        </p:grpSpPr>
        <p:sp>
          <p:nvSpPr>
            <p:cNvPr id="24614" name="Rectangle 40">
              <a:extLst>
                <a:ext uri="{FF2B5EF4-FFF2-40B4-BE49-F238E27FC236}">
                  <a16:creationId xmlns:a16="http://schemas.microsoft.com/office/drawing/2014/main" id="{9428E032-9913-5F80-D968-DB1234E50B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16175" y="2098676"/>
              <a:ext cx="1631950" cy="339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1pPr>
              <a:lvl2pPr marL="742950" indent="-28575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2pPr>
              <a:lvl3pPr marL="11430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3pPr>
              <a:lvl4pPr marL="16002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4pPr>
              <a:lvl5pPr marL="20574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5pPr>
              <a:lvl6pPr marL="25146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6pPr>
              <a:lvl7pPr marL="29718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7pPr>
              <a:lvl8pPr marL="34290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8pPr>
              <a:lvl9pPr marL="38862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9pPr>
            </a:lstStyle>
            <a:p>
              <a:r>
                <a:rPr lang="en-US" altLang="ko-KR" sz="1800">
                  <a:solidFill>
                    <a:srgbClr val="000000"/>
                  </a:solidFill>
                </a:rPr>
                <a:t>Conventional</a:t>
              </a:r>
            </a:p>
          </p:txBody>
        </p: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CAD9C9AE-92FF-184F-A370-949DB35FA05A}"/>
                </a:ext>
              </a:extLst>
            </p:cNvPr>
            <p:cNvGrpSpPr/>
            <p:nvPr/>
          </p:nvGrpSpPr>
          <p:grpSpPr>
            <a:xfrm>
              <a:off x="2886076" y="2668588"/>
              <a:ext cx="5304357" cy="1608482"/>
              <a:chOff x="2886076" y="2668588"/>
              <a:chExt cx="4706937" cy="952501"/>
            </a:xfrm>
          </p:grpSpPr>
          <p:sp>
            <p:nvSpPr>
              <p:cNvPr id="24581" name="Rectangle 4">
                <a:extLst>
                  <a:ext uri="{FF2B5EF4-FFF2-40B4-BE49-F238E27FC236}">
                    <a16:creationId xmlns:a16="http://schemas.microsoft.com/office/drawing/2014/main" id="{AE6C0196-FE72-D50F-ECDE-56795CC007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44839" y="2708276"/>
                <a:ext cx="320675" cy="2571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>
                <a:spAutoFit/>
              </a:bodyPr>
              <a:lstStyle>
                <a:lvl1pPr defTabSz="762000">
                  <a:defRPr kumimoji="1" sz="1400" b="1">
                    <a:solidFill>
                      <a:schemeClr val="tx1"/>
                    </a:solidFill>
                    <a:latin typeface="Arial" panose="020B0604020202020204" pitchFamily="34" charset="0"/>
                    <a:ea typeface="돋움" panose="020B0600000101010101" pitchFamily="34" charset="-127"/>
                  </a:defRPr>
                </a:lvl1pPr>
                <a:lvl2pPr marL="742950" indent="-285750" defTabSz="762000">
                  <a:defRPr kumimoji="1" sz="1400" b="1">
                    <a:solidFill>
                      <a:schemeClr val="tx1"/>
                    </a:solidFill>
                    <a:latin typeface="Arial" panose="020B0604020202020204" pitchFamily="34" charset="0"/>
                    <a:ea typeface="돋움" panose="020B0600000101010101" pitchFamily="34" charset="-127"/>
                  </a:defRPr>
                </a:lvl2pPr>
                <a:lvl3pPr marL="1143000" indent="-228600" defTabSz="762000">
                  <a:defRPr kumimoji="1" sz="1400" b="1">
                    <a:solidFill>
                      <a:schemeClr val="tx1"/>
                    </a:solidFill>
                    <a:latin typeface="Arial" panose="020B0604020202020204" pitchFamily="34" charset="0"/>
                    <a:ea typeface="돋움" panose="020B0600000101010101" pitchFamily="34" charset="-127"/>
                  </a:defRPr>
                </a:lvl3pPr>
                <a:lvl4pPr marL="1600200" indent="-228600" defTabSz="762000">
                  <a:defRPr kumimoji="1" sz="1400" b="1">
                    <a:solidFill>
                      <a:schemeClr val="tx1"/>
                    </a:solidFill>
                    <a:latin typeface="Arial" panose="020B0604020202020204" pitchFamily="34" charset="0"/>
                    <a:ea typeface="돋움" panose="020B0600000101010101" pitchFamily="34" charset="-127"/>
                  </a:defRPr>
                </a:lvl4pPr>
                <a:lvl5pPr marL="2057400" indent="-228600" defTabSz="762000">
                  <a:defRPr kumimoji="1" sz="1400" b="1">
                    <a:solidFill>
                      <a:schemeClr val="tx1"/>
                    </a:solidFill>
                    <a:latin typeface="Arial" panose="020B0604020202020204" pitchFamily="34" charset="0"/>
                    <a:ea typeface="돋움" panose="020B0600000101010101" pitchFamily="34" charset="-127"/>
                  </a:defRPr>
                </a:lvl5pPr>
                <a:lvl6pPr marL="2514600" indent="-228600" defTabSz="7620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1400" b="1">
                    <a:solidFill>
                      <a:schemeClr val="tx1"/>
                    </a:solidFill>
                    <a:latin typeface="Arial" panose="020B0604020202020204" pitchFamily="34" charset="0"/>
                    <a:ea typeface="돋움" panose="020B0600000101010101" pitchFamily="34" charset="-127"/>
                  </a:defRPr>
                </a:lvl6pPr>
                <a:lvl7pPr marL="2971800" indent="-228600" defTabSz="7620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1400" b="1">
                    <a:solidFill>
                      <a:schemeClr val="tx1"/>
                    </a:solidFill>
                    <a:latin typeface="Arial" panose="020B0604020202020204" pitchFamily="34" charset="0"/>
                    <a:ea typeface="돋움" panose="020B0600000101010101" pitchFamily="34" charset="-127"/>
                  </a:defRPr>
                </a:lvl7pPr>
                <a:lvl8pPr marL="3429000" indent="-228600" defTabSz="7620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1400" b="1">
                    <a:solidFill>
                      <a:schemeClr val="tx1"/>
                    </a:solidFill>
                    <a:latin typeface="Arial" panose="020B0604020202020204" pitchFamily="34" charset="0"/>
                    <a:ea typeface="돋움" panose="020B0600000101010101" pitchFamily="34" charset="-127"/>
                  </a:defRPr>
                </a:lvl8pPr>
                <a:lvl9pPr marL="3886200" indent="-228600" defTabSz="7620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1400" b="1">
                    <a:solidFill>
                      <a:schemeClr val="tx1"/>
                    </a:solidFill>
                    <a:latin typeface="Arial" panose="020B0604020202020204" pitchFamily="34" charset="0"/>
                    <a:ea typeface="돋움" panose="020B0600000101010101" pitchFamily="34" charset="-127"/>
                  </a:defRPr>
                </a:lvl9pPr>
              </a:lstStyle>
              <a:p>
                <a:r>
                  <a:rPr lang="en-US" altLang="ko-KR" sz="1200">
                    <a:solidFill>
                      <a:srgbClr val="000000"/>
                    </a:solidFill>
                  </a:rPr>
                  <a:t>FI</a:t>
                </a:r>
              </a:p>
            </p:txBody>
          </p:sp>
          <p:sp>
            <p:nvSpPr>
              <p:cNvPr id="24582" name="Line 5">
                <a:extLst>
                  <a:ext uri="{FF2B5EF4-FFF2-40B4-BE49-F238E27FC236}">
                    <a16:creationId xmlns:a16="http://schemas.microsoft.com/office/drawing/2014/main" id="{48338C79-96E7-FE59-1F3D-A9D0E43532D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09913" y="2671763"/>
                <a:ext cx="1484312" cy="0"/>
              </a:xfrm>
              <a:prstGeom prst="line">
                <a:avLst/>
              </a:prstGeom>
              <a:noFill/>
              <a:ln w="25399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583" name="Line 6">
                <a:extLst>
                  <a:ext uri="{FF2B5EF4-FFF2-40B4-BE49-F238E27FC236}">
                    <a16:creationId xmlns:a16="http://schemas.microsoft.com/office/drawing/2014/main" id="{32E1C2ED-122C-BC25-E9C5-0237A6872C6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09913" y="2935288"/>
                <a:ext cx="1490662" cy="0"/>
              </a:xfrm>
              <a:prstGeom prst="line">
                <a:avLst/>
              </a:prstGeom>
              <a:noFill/>
              <a:ln w="25399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584" name="Line 8">
                <a:extLst>
                  <a:ext uri="{FF2B5EF4-FFF2-40B4-BE49-F238E27FC236}">
                    <a16:creationId xmlns:a16="http://schemas.microsoft.com/office/drawing/2014/main" id="{4D1CCF65-B827-A927-A020-0B32AF40263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87738" y="2668588"/>
                <a:ext cx="0" cy="266700"/>
              </a:xfrm>
              <a:prstGeom prst="line">
                <a:avLst/>
              </a:prstGeom>
              <a:noFill/>
              <a:ln w="25399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585" name="Line 9">
                <a:extLst>
                  <a:ext uri="{FF2B5EF4-FFF2-40B4-BE49-F238E27FC236}">
                    <a16:creationId xmlns:a16="http://schemas.microsoft.com/office/drawing/2014/main" id="{1CF2449F-80F7-313A-01A5-B05E9BFA5FB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51275" y="2668588"/>
                <a:ext cx="0" cy="266700"/>
              </a:xfrm>
              <a:prstGeom prst="line">
                <a:avLst/>
              </a:prstGeom>
              <a:noFill/>
              <a:ln w="25399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586" name="Line 10">
                <a:extLst>
                  <a:ext uri="{FF2B5EF4-FFF2-40B4-BE49-F238E27FC236}">
                    <a16:creationId xmlns:a16="http://schemas.microsoft.com/office/drawing/2014/main" id="{12691A0E-4058-50FA-FDA4-19C3C3B00E1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30688" y="2668588"/>
                <a:ext cx="0" cy="266700"/>
              </a:xfrm>
              <a:prstGeom prst="line">
                <a:avLst/>
              </a:prstGeom>
              <a:noFill/>
              <a:ln w="25399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587" name="Line 11">
                <a:extLst>
                  <a:ext uri="{FF2B5EF4-FFF2-40B4-BE49-F238E27FC236}">
                    <a16:creationId xmlns:a16="http://schemas.microsoft.com/office/drawing/2014/main" id="{DCB3EECD-B802-C58E-5F32-7C0E5535295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94225" y="2668588"/>
                <a:ext cx="0" cy="266700"/>
              </a:xfrm>
              <a:prstGeom prst="line">
                <a:avLst/>
              </a:prstGeom>
              <a:noFill/>
              <a:ln w="25399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588" name="Rectangle 12">
                <a:extLst>
                  <a:ext uri="{FF2B5EF4-FFF2-40B4-BE49-F238E27FC236}">
                    <a16:creationId xmlns:a16="http://schemas.microsoft.com/office/drawing/2014/main" id="{68727F2E-8962-3797-E1C5-BC1431B759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76626" y="2708276"/>
                <a:ext cx="403225" cy="2571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>
                <a:spAutoFit/>
              </a:bodyPr>
              <a:lstStyle>
                <a:lvl1pPr defTabSz="762000">
                  <a:defRPr kumimoji="1" sz="1400" b="1">
                    <a:solidFill>
                      <a:schemeClr val="tx1"/>
                    </a:solidFill>
                    <a:latin typeface="Arial" panose="020B0604020202020204" pitchFamily="34" charset="0"/>
                    <a:ea typeface="돋움" panose="020B0600000101010101" pitchFamily="34" charset="-127"/>
                  </a:defRPr>
                </a:lvl1pPr>
                <a:lvl2pPr marL="742950" indent="-285750" defTabSz="762000">
                  <a:defRPr kumimoji="1" sz="1400" b="1">
                    <a:solidFill>
                      <a:schemeClr val="tx1"/>
                    </a:solidFill>
                    <a:latin typeface="Arial" panose="020B0604020202020204" pitchFamily="34" charset="0"/>
                    <a:ea typeface="돋움" panose="020B0600000101010101" pitchFamily="34" charset="-127"/>
                  </a:defRPr>
                </a:lvl2pPr>
                <a:lvl3pPr marL="1143000" indent="-228600" defTabSz="762000">
                  <a:defRPr kumimoji="1" sz="1400" b="1">
                    <a:solidFill>
                      <a:schemeClr val="tx1"/>
                    </a:solidFill>
                    <a:latin typeface="Arial" panose="020B0604020202020204" pitchFamily="34" charset="0"/>
                    <a:ea typeface="돋움" panose="020B0600000101010101" pitchFamily="34" charset="-127"/>
                  </a:defRPr>
                </a:lvl3pPr>
                <a:lvl4pPr marL="1600200" indent="-228600" defTabSz="762000">
                  <a:defRPr kumimoji="1" sz="1400" b="1">
                    <a:solidFill>
                      <a:schemeClr val="tx1"/>
                    </a:solidFill>
                    <a:latin typeface="Arial" panose="020B0604020202020204" pitchFamily="34" charset="0"/>
                    <a:ea typeface="돋움" panose="020B0600000101010101" pitchFamily="34" charset="-127"/>
                  </a:defRPr>
                </a:lvl4pPr>
                <a:lvl5pPr marL="2057400" indent="-228600" defTabSz="762000">
                  <a:defRPr kumimoji="1" sz="1400" b="1">
                    <a:solidFill>
                      <a:schemeClr val="tx1"/>
                    </a:solidFill>
                    <a:latin typeface="Arial" panose="020B0604020202020204" pitchFamily="34" charset="0"/>
                    <a:ea typeface="돋움" panose="020B0600000101010101" pitchFamily="34" charset="-127"/>
                  </a:defRPr>
                </a:lvl5pPr>
                <a:lvl6pPr marL="2514600" indent="-228600" defTabSz="7620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1400" b="1">
                    <a:solidFill>
                      <a:schemeClr val="tx1"/>
                    </a:solidFill>
                    <a:latin typeface="Arial" panose="020B0604020202020204" pitchFamily="34" charset="0"/>
                    <a:ea typeface="돋움" panose="020B0600000101010101" pitchFamily="34" charset="-127"/>
                  </a:defRPr>
                </a:lvl6pPr>
                <a:lvl7pPr marL="2971800" indent="-228600" defTabSz="7620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1400" b="1">
                    <a:solidFill>
                      <a:schemeClr val="tx1"/>
                    </a:solidFill>
                    <a:latin typeface="Arial" panose="020B0604020202020204" pitchFamily="34" charset="0"/>
                    <a:ea typeface="돋움" panose="020B0600000101010101" pitchFamily="34" charset="-127"/>
                  </a:defRPr>
                </a:lvl7pPr>
                <a:lvl8pPr marL="3429000" indent="-228600" defTabSz="7620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1400" b="1">
                    <a:solidFill>
                      <a:schemeClr val="tx1"/>
                    </a:solidFill>
                    <a:latin typeface="Arial" panose="020B0604020202020204" pitchFamily="34" charset="0"/>
                    <a:ea typeface="돋움" panose="020B0600000101010101" pitchFamily="34" charset="-127"/>
                  </a:defRPr>
                </a:lvl8pPr>
                <a:lvl9pPr marL="3886200" indent="-228600" defTabSz="7620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1400" b="1">
                    <a:solidFill>
                      <a:schemeClr val="tx1"/>
                    </a:solidFill>
                    <a:latin typeface="Arial" panose="020B0604020202020204" pitchFamily="34" charset="0"/>
                    <a:ea typeface="돋움" panose="020B0600000101010101" pitchFamily="34" charset="-127"/>
                  </a:defRPr>
                </a:lvl9pPr>
              </a:lstStyle>
              <a:p>
                <a:r>
                  <a:rPr lang="en-US" altLang="ko-KR" sz="1200">
                    <a:solidFill>
                      <a:srgbClr val="000000"/>
                    </a:solidFill>
                  </a:rPr>
                  <a:t>DA</a:t>
                </a:r>
              </a:p>
            </p:txBody>
          </p:sp>
          <p:sp>
            <p:nvSpPr>
              <p:cNvPr id="24589" name="Rectangle 13">
                <a:extLst>
                  <a:ext uri="{FF2B5EF4-FFF2-40B4-BE49-F238E27FC236}">
                    <a16:creationId xmlns:a16="http://schemas.microsoft.com/office/drawing/2014/main" id="{3D2BF9DD-1426-8DD8-B57E-C291F94F6F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51276" y="2708276"/>
                <a:ext cx="396875" cy="2571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>
                <a:spAutoFit/>
              </a:bodyPr>
              <a:lstStyle>
                <a:lvl1pPr defTabSz="762000">
                  <a:defRPr kumimoji="1" sz="1400" b="1">
                    <a:solidFill>
                      <a:schemeClr val="tx1"/>
                    </a:solidFill>
                    <a:latin typeface="Arial" panose="020B0604020202020204" pitchFamily="34" charset="0"/>
                    <a:ea typeface="돋움" panose="020B0600000101010101" pitchFamily="34" charset="-127"/>
                  </a:defRPr>
                </a:lvl1pPr>
                <a:lvl2pPr marL="742950" indent="-285750" defTabSz="762000">
                  <a:defRPr kumimoji="1" sz="1400" b="1">
                    <a:solidFill>
                      <a:schemeClr val="tx1"/>
                    </a:solidFill>
                    <a:latin typeface="Arial" panose="020B0604020202020204" pitchFamily="34" charset="0"/>
                    <a:ea typeface="돋움" panose="020B0600000101010101" pitchFamily="34" charset="-127"/>
                  </a:defRPr>
                </a:lvl2pPr>
                <a:lvl3pPr marL="1143000" indent="-228600" defTabSz="762000">
                  <a:defRPr kumimoji="1" sz="1400" b="1">
                    <a:solidFill>
                      <a:schemeClr val="tx1"/>
                    </a:solidFill>
                    <a:latin typeface="Arial" panose="020B0604020202020204" pitchFamily="34" charset="0"/>
                    <a:ea typeface="돋움" panose="020B0600000101010101" pitchFamily="34" charset="-127"/>
                  </a:defRPr>
                </a:lvl3pPr>
                <a:lvl4pPr marL="1600200" indent="-228600" defTabSz="762000">
                  <a:defRPr kumimoji="1" sz="1400" b="1">
                    <a:solidFill>
                      <a:schemeClr val="tx1"/>
                    </a:solidFill>
                    <a:latin typeface="Arial" panose="020B0604020202020204" pitchFamily="34" charset="0"/>
                    <a:ea typeface="돋움" panose="020B0600000101010101" pitchFamily="34" charset="-127"/>
                  </a:defRPr>
                </a:lvl4pPr>
                <a:lvl5pPr marL="2057400" indent="-228600" defTabSz="762000">
                  <a:defRPr kumimoji="1" sz="1400" b="1">
                    <a:solidFill>
                      <a:schemeClr val="tx1"/>
                    </a:solidFill>
                    <a:latin typeface="Arial" panose="020B0604020202020204" pitchFamily="34" charset="0"/>
                    <a:ea typeface="돋움" panose="020B0600000101010101" pitchFamily="34" charset="-127"/>
                  </a:defRPr>
                </a:lvl5pPr>
                <a:lvl6pPr marL="2514600" indent="-228600" defTabSz="7620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1400" b="1">
                    <a:solidFill>
                      <a:schemeClr val="tx1"/>
                    </a:solidFill>
                    <a:latin typeface="Arial" panose="020B0604020202020204" pitchFamily="34" charset="0"/>
                    <a:ea typeface="돋움" panose="020B0600000101010101" pitchFamily="34" charset="-127"/>
                  </a:defRPr>
                </a:lvl6pPr>
                <a:lvl7pPr marL="2971800" indent="-228600" defTabSz="7620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1400" b="1">
                    <a:solidFill>
                      <a:schemeClr val="tx1"/>
                    </a:solidFill>
                    <a:latin typeface="Arial" panose="020B0604020202020204" pitchFamily="34" charset="0"/>
                    <a:ea typeface="돋움" panose="020B0600000101010101" pitchFamily="34" charset="-127"/>
                  </a:defRPr>
                </a:lvl7pPr>
                <a:lvl8pPr marL="3429000" indent="-228600" defTabSz="7620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1400" b="1">
                    <a:solidFill>
                      <a:schemeClr val="tx1"/>
                    </a:solidFill>
                    <a:latin typeface="Arial" panose="020B0604020202020204" pitchFamily="34" charset="0"/>
                    <a:ea typeface="돋움" panose="020B0600000101010101" pitchFamily="34" charset="-127"/>
                  </a:defRPr>
                </a:lvl8pPr>
                <a:lvl9pPr marL="3886200" indent="-228600" defTabSz="7620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1400" b="1">
                    <a:solidFill>
                      <a:schemeClr val="tx1"/>
                    </a:solidFill>
                    <a:latin typeface="Arial" panose="020B0604020202020204" pitchFamily="34" charset="0"/>
                    <a:ea typeface="돋움" panose="020B0600000101010101" pitchFamily="34" charset="-127"/>
                  </a:defRPr>
                </a:lvl9pPr>
              </a:lstStyle>
              <a:p>
                <a:r>
                  <a:rPr lang="en-US" altLang="ko-KR" sz="1200">
                    <a:solidFill>
                      <a:srgbClr val="000000"/>
                    </a:solidFill>
                  </a:rPr>
                  <a:t>FO</a:t>
                </a:r>
              </a:p>
            </p:txBody>
          </p:sp>
          <p:sp>
            <p:nvSpPr>
              <p:cNvPr id="24590" name="Rectangle 14">
                <a:extLst>
                  <a:ext uri="{FF2B5EF4-FFF2-40B4-BE49-F238E27FC236}">
                    <a16:creationId xmlns:a16="http://schemas.microsoft.com/office/drawing/2014/main" id="{4D69951D-321F-ECE7-7B8D-A4BD5378D7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3225" y="2708276"/>
                <a:ext cx="387350" cy="2571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>
                <a:spAutoFit/>
              </a:bodyPr>
              <a:lstStyle>
                <a:lvl1pPr defTabSz="762000">
                  <a:defRPr kumimoji="1" sz="1400" b="1">
                    <a:solidFill>
                      <a:schemeClr val="tx1"/>
                    </a:solidFill>
                    <a:latin typeface="Arial" panose="020B0604020202020204" pitchFamily="34" charset="0"/>
                    <a:ea typeface="돋움" panose="020B0600000101010101" pitchFamily="34" charset="-127"/>
                  </a:defRPr>
                </a:lvl1pPr>
                <a:lvl2pPr marL="742950" indent="-285750" defTabSz="762000">
                  <a:defRPr kumimoji="1" sz="1400" b="1">
                    <a:solidFill>
                      <a:schemeClr val="tx1"/>
                    </a:solidFill>
                    <a:latin typeface="Arial" panose="020B0604020202020204" pitchFamily="34" charset="0"/>
                    <a:ea typeface="돋움" panose="020B0600000101010101" pitchFamily="34" charset="-127"/>
                  </a:defRPr>
                </a:lvl2pPr>
                <a:lvl3pPr marL="1143000" indent="-228600" defTabSz="762000">
                  <a:defRPr kumimoji="1" sz="1400" b="1">
                    <a:solidFill>
                      <a:schemeClr val="tx1"/>
                    </a:solidFill>
                    <a:latin typeface="Arial" panose="020B0604020202020204" pitchFamily="34" charset="0"/>
                    <a:ea typeface="돋움" panose="020B0600000101010101" pitchFamily="34" charset="-127"/>
                  </a:defRPr>
                </a:lvl3pPr>
                <a:lvl4pPr marL="1600200" indent="-228600" defTabSz="762000">
                  <a:defRPr kumimoji="1" sz="1400" b="1">
                    <a:solidFill>
                      <a:schemeClr val="tx1"/>
                    </a:solidFill>
                    <a:latin typeface="Arial" panose="020B0604020202020204" pitchFamily="34" charset="0"/>
                    <a:ea typeface="돋움" panose="020B0600000101010101" pitchFamily="34" charset="-127"/>
                  </a:defRPr>
                </a:lvl4pPr>
                <a:lvl5pPr marL="2057400" indent="-228600" defTabSz="762000">
                  <a:defRPr kumimoji="1" sz="1400" b="1">
                    <a:solidFill>
                      <a:schemeClr val="tx1"/>
                    </a:solidFill>
                    <a:latin typeface="Arial" panose="020B0604020202020204" pitchFamily="34" charset="0"/>
                    <a:ea typeface="돋움" panose="020B0600000101010101" pitchFamily="34" charset="-127"/>
                  </a:defRPr>
                </a:lvl5pPr>
                <a:lvl6pPr marL="2514600" indent="-228600" defTabSz="7620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1400" b="1">
                    <a:solidFill>
                      <a:schemeClr val="tx1"/>
                    </a:solidFill>
                    <a:latin typeface="Arial" panose="020B0604020202020204" pitchFamily="34" charset="0"/>
                    <a:ea typeface="돋움" panose="020B0600000101010101" pitchFamily="34" charset="-127"/>
                  </a:defRPr>
                </a:lvl6pPr>
                <a:lvl7pPr marL="2971800" indent="-228600" defTabSz="7620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1400" b="1">
                    <a:solidFill>
                      <a:schemeClr val="tx1"/>
                    </a:solidFill>
                    <a:latin typeface="Arial" panose="020B0604020202020204" pitchFamily="34" charset="0"/>
                    <a:ea typeface="돋움" panose="020B0600000101010101" pitchFamily="34" charset="-127"/>
                  </a:defRPr>
                </a:lvl7pPr>
                <a:lvl8pPr marL="3429000" indent="-228600" defTabSz="7620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1400" b="1">
                    <a:solidFill>
                      <a:schemeClr val="tx1"/>
                    </a:solidFill>
                    <a:latin typeface="Arial" panose="020B0604020202020204" pitchFamily="34" charset="0"/>
                    <a:ea typeface="돋움" panose="020B0600000101010101" pitchFamily="34" charset="-127"/>
                  </a:defRPr>
                </a:lvl8pPr>
                <a:lvl9pPr marL="3886200" indent="-228600" defTabSz="7620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1400" b="1">
                    <a:solidFill>
                      <a:schemeClr val="tx1"/>
                    </a:solidFill>
                    <a:latin typeface="Arial" panose="020B0604020202020204" pitchFamily="34" charset="0"/>
                    <a:ea typeface="돋움" panose="020B0600000101010101" pitchFamily="34" charset="-127"/>
                  </a:defRPr>
                </a:lvl9pPr>
              </a:lstStyle>
              <a:p>
                <a:r>
                  <a:rPr lang="en-US" altLang="ko-KR" sz="1200">
                    <a:solidFill>
                      <a:srgbClr val="000000"/>
                    </a:solidFill>
                  </a:rPr>
                  <a:t>EX</a:t>
                </a:r>
              </a:p>
            </p:txBody>
          </p:sp>
          <p:sp>
            <p:nvSpPr>
              <p:cNvPr id="24591" name="Rectangle 15">
                <a:extLst>
                  <a:ext uri="{FF2B5EF4-FFF2-40B4-BE49-F238E27FC236}">
                    <a16:creationId xmlns:a16="http://schemas.microsoft.com/office/drawing/2014/main" id="{5DC2BB83-CD7B-682B-38CB-84618D5AFD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38676" y="3030539"/>
                <a:ext cx="320675" cy="2571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>
                <a:spAutoFit/>
              </a:bodyPr>
              <a:lstStyle>
                <a:lvl1pPr defTabSz="762000">
                  <a:defRPr kumimoji="1" sz="1400" b="1">
                    <a:solidFill>
                      <a:schemeClr val="tx1"/>
                    </a:solidFill>
                    <a:latin typeface="Arial" panose="020B0604020202020204" pitchFamily="34" charset="0"/>
                    <a:ea typeface="돋움" panose="020B0600000101010101" pitchFamily="34" charset="-127"/>
                  </a:defRPr>
                </a:lvl1pPr>
                <a:lvl2pPr marL="742950" indent="-285750" defTabSz="762000">
                  <a:defRPr kumimoji="1" sz="1400" b="1">
                    <a:solidFill>
                      <a:schemeClr val="tx1"/>
                    </a:solidFill>
                    <a:latin typeface="Arial" panose="020B0604020202020204" pitchFamily="34" charset="0"/>
                    <a:ea typeface="돋움" panose="020B0600000101010101" pitchFamily="34" charset="-127"/>
                  </a:defRPr>
                </a:lvl2pPr>
                <a:lvl3pPr marL="1143000" indent="-228600" defTabSz="762000">
                  <a:defRPr kumimoji="1" sz="1400" b="1">
                    <a:solidFill>
                      <a:schemeClr val="tx1"/>
                    </a:solidFill>
                    <a:latin typeface="Arial" panose="020B0604020202020204" pitchFamily="34" charset="0"/>
                    <a:ea typeface="돋움" panose="020B0600000101010101" pitchFamily="34" charset="-127"/>
                  </a:defRPr>
                </a:lvl3pPr>
                <a:lvl4pPr marL="1600200" indent="-228600" defTabSz="762000">
                  <a:defRPr kumimoji="1" sz="1400" b="1">
                    <a:solidFill>
                      <a:schemeClr val="tx1"/>
                    </a:solidFill>
                    <a:latin typeface="Arial" panose="020B0604020202020204" pitchFamily="34" charset="0"/>
                    <a:ea typeface="돋움" panose="020B0600000101010101" pitchFamily="34" charset="-127"/>
                  </a:defRPr>
                </a:lvl4pPr>
                <a:lvl5pPr marL="2057400" indent="-228600" defTabSz="762000">
                  <a:defRPr kumimoji="1" sz="1400" b="1">
                    <a:solidFill>
                      <a:schemeClr val="tx1"/>
                    </a:solidFill>
                    <a:latin typeface="Arial" panose="020B0604020202020204" pitchFamily="34" charset="0"/>
                    <a:ea typeface="돋움" panose="020B0600000101010101" pitchFamily="34" charset="-127"/>
                  </a:defRPr>
                </a:lvl5pPr>
                <a:lvl6pPr marL="2514600" indent="-228600" defTabSz="7620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1400" b="1">
                    <a:solidFill>
                      <a:schemeClr val="tx1"/>
                    </a:solidFill>
                    <a:latin typeface="Arial" panose="020B0604020202020204" pitchFamily="34" charset="0"/>
                    <a:ea typeface="돋움" panose="020B0600000101010101" pitchFamily="34" charset="-127"/>
                  </a:defRPr>
                </a:lvl6pPr>
                <a:lvl7pPr marL="2971800" indent="-228600" defTabSz="7620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1400" b="1">
                    <a:solidFill>
                      <a:schemeClr val="tx1"/>
                    </a:solidFill>
                    <a:latin typeface="Arial" panose="020B0604020202020204" pitchFamily="34" charset="0"/>
                    <a:ea typeface="돋움" panose="020B0600000101010101" pitchFamily="34" charset="-127"/>
                  </a:defRPr>
                </a:lvl7pPr>
                <a:lvl8pPr marL="3429000" indent="-228600" defTabSz="7620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1400" b="1">
                    <a:solidFill>
                      <a:schemeClr val="tx1"/>
                    </a:solidFill>
                    <a:latin typeface="Arial" panose="020B0604020202020204" pitchFamily="34" charset="0"/>
                    <a:ea typeface="돋움" panose="020B0600000101010101" pitchFamily="34" charset="-127"/>
                  </a:defRPr>
                </a:lvl8pPr>
                <a:lvl9pPr marL="3886200" indent="-228600" defTabSz="7620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1400" b="1">
                    <a:solidFill>
                      <a:schemeClr val="tx1"/>
                    </a:solidFill>
                    <a:latin typeface="Arial" panose="020B0604020202020204" pitchFamily="34" charset="0"/>
                    <a:ea typeface="돋움" panose="020B0600000101010101" pitchFamily="34" charset="-127"/>
                  </a:defRPr>
                </a:lvl9pPr>
              </a:lstStyle>
              <a:p>
                <a:r>
                  <a:rPr lang="en-US" altLang="ko-KR" sz="1200">
                    <a:solidFill>
                      <a:srgbClr val="000000"/>
                    </a:solidFill>
                  </a:rPr>
                  <a:t>FI</a:t>
                </a:r>
              </a:p>
            </p:txBody>
          </p:sp>
          <p:sp>
            <p:nvSpPr>
              <p:cNvPr id="24592" name="Line 16">
                <a:extLst>
                  <a:ext uri="{FF2B5EF4-FFF2-40B4-BE49-F238E27FC236}">
                    <a16:creationId xmlns:a16="http://schemas.microsoft.com/office/drawing/2014/main" id="{EDE73058-1B8A-CCCC-EE50-21E75ADC2E0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94225" y="3009900"/>
                <a:ext cx="1498600" cy="0"/>
              </a:xfrm>
              <a:prstGeom prst="line">
                <a:avLst/>
              </a:prstGeom>
              <a:noFill/>
              <a:ln w="25399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593" name="Line 17">
                <a:extLst>
                  <a:ext uri="{FF2B5EF4-FFF2-40B4-BE49-F238E27FC236}">
                    <a16:creationId xmlns:a16="http://schemas.microsoft.com/office/drawing/2014/main" id="{A39CF067-DFF9-71B6-E266-216C93F2786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94225" y="3257550"/>
                <a:ext cx="1500188" cy="0"/>
              </a:xfrm>
              <a:prstGeom prst="line">
                <a:avLst/>
              </a:prstGeom>
              <a:noFill/>
              <a:ln w="25399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594" name="Line 19">
                <a:extLst>
                  <a:ext uri="{FF2B5EF4-FFF2-40B4-BE49-F238E27FC236}">
                    <a16:creationId xmlns:a16="http://schemas.microsoft.com/office/drawing/2014/main" id="{525B7E6E-2496-1602-E261-ECCEEF6A5E7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84750" y="3000376"/>
                <a:ext cx="0" cy="257175"/>
              </a:xfrm>
              <a:prstGeom prst="line">
                <a:avLst/>
              </a:prstGeom>
              <a:noFill/>
              <a:ln w="25399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595" name="Line 20">
                <a:extLst>
                  <a:ext uri="{FF2B5EF4-FFF2-40B4-BE49-F238E27FC236}">
                    <a16:creationId xmlns:a16="http://schemas.microsoft.com/office/drawing/2014/main" id="{C550A753-E4E4-A40C-5C34-4D4E4E2A7B3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349875" y="3000376"/>
                <a:ext cx="0" cy="257175"/>
              </a:xfrm>
              <a:prstGeom prst="line">
                <a:avLst/>
              </a:prstGeom>
              <a:noFill/>
              <a:ln w="25399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596" name="Line 21">
                <a:extLst>
                  <a:ext uri="{FF2B5EF4-FFF2-40B4-BE49-F238E27FC236}">
                    <a16:creationId xmlns:a16="http://schemas.microsoft.com/office/drawing/2014/main" id="{E40D886E-5C53-4C65-3EAD-D90F3D5DCA5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13413" y="3000376"/>
                <a:ext cx="0" cy="257175"/>
              </a:xfrm>
              <a:prstGeom prst="line">
                <a:avLst/>
              </a:prstGeom>
              <a:noFill/>
              <a:ln w="25399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597" name="Line 22">
                <a:extLst>
                  <a:ext uri="{FF2B5EF4-FFF2-40B4-BE49-F238E27FC236}">
                    <a16:creationId xmlns:a16="http://schemas.microsoft.com/office/drawing/2014/main" id="{D9257446-F0E5-AD66-D97E-2CEC591CB1D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092825" y="3000376"/>
                <a:ext cx="0" cy="257175"/>
              </a:xfrm>
              <a:prstGeom prst="line">
                <a:avLst/>
              </a:prstGeom>
              <a:noFill/>
              <a:ln w="25399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598" name="Rectangle 23">
                <a:extLst>
                  <a:ext uri="{FF2B5EF4-FFF2-40B4-BE49-F238E27FC236}">
                    <a16:creationId xmlns:a16="http://schemas.microsoft.com/office/drawing/2014/main" id="{78C79C5C-3428-B190-2776-CC722E86AF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87926" y="3030539"/>
                <a:ext cx="403225" cy="2571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>
                <a:spAutoFit/>
              </a:bodyPr>
              <a:lstStyle>
                <a:lvl1pPr defTabSz="762000">
                  <a:defRPr kumimoji="1" sz="1400" b="1">
                    <a:solidFill>
                      <a:schemeClr val="tx1"/>
                    </a:solidFill>
                    <a:latin typeface="Arial" panose="020B0604020202020204" pitchFamily="34" charset="0"/>
                    <a:ea typeface="돋움" panose="020B0600000101010101" pitchFamily="34" charset="-127"/>
                  </a:defRPr>
                </a:lvl1pPr>
                <a:lvl2pPr marL="742950" indent="-285750" defTabSz="762000">
                  <a:defRPr kumimoji="1" sz="1400" b="1">
                    <a:solidFill>
                      <a:schemeClr val="tx1"/>
                    </a:solidFill>
                    <a:latin typeface="Arial" panose="020B0604020202020204" pitchFamily="34" charset="0"/>
                    <a:ea typeface="돋움" panose="020B0600000101010101" pitchFamily="34" charset="-127"/>
                  </a:defRPr>
                </a:lvl2pPr>
                <a:lvl3pPr marL="1143000" indent="-228600" defTabSz="762000">
                  <a:defRPr kumimoji="1" sz="1400" b="1">
                    <a:solidFill>
                      <a:schemeClr val="tx1"/>
                    </a:solidFill>
                    <a:latin typeface="Arial" panose="020B0604020202020204" pitchFamily="34" charset="0"/>
                    <a:ea typeface="돋움" panose="020B0600000101010101" pitchFamily="34" charset="-127"/>
                  </a:defRPr>
                </a:lvl3pPr>
                <a:lvl4pPr marL="1600200" indent="-228600" defTabSz="762000">
                  <a:defRPr kumimoji="1" sz="1400" b="1">
                    <a:solidFill>
                      <a:schemeClr val="tx1"/>
                    </a:solidFill>
                    <a:latin typeface="Arial" panose="020B0604020202020204" pitchFamily="34" charset="0"/>
                    <a:ea typeface="돋움" panose="020B0600000101010101" pitchFamily="34" charset="-127"/>
                  </a:defRPr>
                </a:lvl4pPr>
                <a:lvl5pPr marL="2057400" indent="-228600" defTabSz="762000">
                  <a:defRPr kumimoji="1" sz="1400" b="1">
                    <a:solidFill>
                      <a:schemeClr val="tx1"/>
                    </a:solidFill>
                    <a:latin typeface="Arial" panose="020B0604020202020204" pitchFamily="34" charset="0"/>
                    <a:ea typeface="돋움" panose="020B0600000101010101" pitchFamily="34" charset="-127"/>
                  </a:defRPr>
                </a:lvl5pPr>
                <a:lvl6pPr marL="2514600" indent="-228600" defTabSz="7620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1400" b="1">
                    <a:solidFill>
                      <a:schemeClr val="tx1"/>
                    </a:solidFill>
                    <a:latin typeface="Arial" panose="020B0604020202020204" pitchFamily="34" charset="0"/>
                    <a:ea typeface="돋움" panose="020B0600000101010101" pitchFamily="34" charset="-127"/>
                  </a:defRPr>
                </a:lvl6pPr>
                <a:lvl7pPr marL="2971800" indent="-228600" defTabSz="7620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1400" b="1">
                    <a:solidFill>
                      <a:schemeClr val="tx1"/>
                    </a:solidFill>
                    <a:latin typeface="Arial" panose="020B0604020202020204" pitchFamily="34" charset="0"/>
                    <a:ea typeface="돋움" panose="020B0600000101010101" pitchFamily="34" charset="-127"/>
                  </a:defRPr>
                </a:lvl7pPr>
                <a:lvl8pPr marL="3429000" indent="-228600" defTabSz="7620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1400" b="1">
                    <a:solidFill>
                      <a:schemeClr val="tx1"/>
                    </a:solidFill>
                    <a:latin typeface="Arial" panose="020B0604020202020204" pitchFamily="34" charset="0"/>
                    <a:ea typeface="돋움" panose="020B0600000101010101" pitchFamily="34" charset="-127"/>
                  </a:defRPr>
                </a:lvl8pPr>
                <a:lvl9pPr marL="3886200" indent="-228600" defTabSz="7620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1400" b="1">
                    <a:solidFill>
                      <a:schemeClr val="tx1"/>
                    </a:solidFill>
                    <a:latin typeface="Arial" panose="020B0604020202020204" pitchFamily="34" charset="0"/>
                    <a:ea typeface="돋움" panose="020B0600000101010101" pitchFamily="34" charset="-127"/>
                  </a:defRPr>
                </a:lvl9pPr>
              </a:lstStyle>
              <a:p>
                <a:r>
                  <a:rPr lang="en-US" altLang="ko-KR" sz="1200">
                    <a:solidFill>
                      <a:srgbClr val="000000"/>
                    </a:solidFill>
                  </a:rPr>
                  <a:t>DA</a:t>
                </a:r>
              </a:p>
            </p:txBody>
          </p:sp>
          <p:sp>
            <p:nvSpPr>
              <p:cNvPr id="24599" name="Rectangle 24">
                <a:extLst>
                  <a:ext uri="{FF2B5EF4-FFF2-40B4-BE49-F238E27FC236}">
                    <a16:creationId xmlns:a16="http://schemas.microsoft.com/office/drawing/2014/main" id="{395FA90B-93EE-1E5C-3AB2-F0569B751A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45114" y="3030539"/>
                <a:ext cx="396875" cy="2571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>
                <a:spAutoFit/>
              </a:bodyPr>
              <a:lstStyle>
                <a:lvl1pPr defTabSz="762000">
                  <a:defRPr kumimoji="1" sz="1400" b="1">
                    <a:solidFill>
                      <a:schemeClr val="tx1"/>
                    </a:solidFill>
                    <a:latin typeface="Arial" panose="020B0604020202020204" pitchFamily="34" charset="0"/>
                    <a:ea typeface="돋움" panose="020B0600000101010101" pitchFamily="34" charset="-127"/>
                  </a:defRPr>
                </a:lvl1pPr>
                <a:lvl2pPr marL="742950" indent="-285750" defTabSz="762000">
                  <a:defRPr kumimoji="1" sz="1400" b="1">
                    <a:solidFill>
                      <a:schemeClr val="tx1"/>
                    </a:solidFill>
                    <a:latin typeface="Arial" panose="020B0604020202020204" pitchFamily="34" charset="0"/>
                    <a:ea typeface="돋움" panose="020B0600000101010101" pitchFamily="34" charset="-127"/>
                  </a:defRPr>
                </a:lvl2pPr>
                <a:lvl3pPr marL="1143000" indent="-228600" defTabSz="762000">
                  <a:defRPr kumimoji="1" sz="1400" b="1">
                    <a:solidFill>
                      <a:schemeClr val="tx1"/>
                    </a:solidFill>
                    <a:latin typeface="Arial" panose="020B0604020202020204" pitchFamily="34" charset="0"/>
                    <a:ea typeface="돋움" panose="020B0600000101010101" pitchFamily="34" charset="-127"/>
                  </a:defRPr>
                </a:lvl3pPr>
                <a:lvl4pPr marL="1600200" indent="-228600" defTabSz="762000">
                  <a:defRPr kumimoji="1" sz="1400" b="1">
                    <a:solidFill>
                      <a:schemeClr val="tx1"/>
                    </a:solidFill>
                    <a:latin typeface="Arial" panose="020B0604020202020204" pitchFamily="34" charset="0"/>
                    <a:ea typeface="돋움" panose="020B0600000101010101" pitchFamily="34" charset="-127"/>
                  </a:defRPr>
                </a:lvl4pPr>
                <a:lvl5pPr marL="2057400" indent="-228600" defTabSz="762000">
                  <a:defRPr kumimoji="1" sz="1400" b="1">
                    <a:solidFill>
                      <a:schemeClr val="tx1"/>
                    </a:solidFill>
                    <a:latin typeface="Arial" panose="020B0604020202020204" pitchFamily="34" charset="0"/>
                    <a:ea typeface="돋움" panose="020B0600000101010101" pitchFamily="34" charset="-127"/>
                  </a:defRPr>
                </a:lvl5pPr>
                <a:lvl6pPr marL="2514600" indent="-228600" defTabSz="7620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1400" b="1">
                    <a:solidFill>
                      <a:schemeClr val="tx1"/>
                    </a:solidFill>
                    <a:latin typeface="Arial" panose="020B0604020202020204" pitchFamily="34" charset="0"/>
                    <a:ea typeface="돋움" panose="020B0600000101010101" pitchFamily="34" charset="-127"/>
                  </a:defRPr>
                </a:lvl6pPr>
                <a:lvl7pPr marL="2971800" indent="-228600" defTabSz="7620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1400" b="1">
                    <a:solidFill>
                      <a:schemeClr val="tx1"/>
                    </a:solidFill>
                    <a:latin typeface="Arial" panose="020B0604020202020204" pitchFamily="34" charset="0"/>
                    <a:ea typeface="돋움" panose="020B0600000101010101" pitchFamily="34" charset="-127"/>
                  </a:defRPr>
                </a:lvl7pPr>
                <a:lvl8pPr marL="3429000" indent="-228600" defTabSz="7620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1400" b="1">
                    <a:solidFill>
                      <a:schemeClr val="tx1"/>
                    </a:solidFill>
                    <a:latin typeface="Arial" panose="020B0604020202020204" pitchFamily="34" charset="0"/>
                    <a:ea typeface="돋움" panose="020B0600000101010101" pitchFamily="34" charset="-127"/>
                  </a:defRPr>
                </a:lvl8pPr>
                <a:lvl9pPr marL="3886200" indent="-228600" defTabSz="7620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1400" b="1">
                    <a:solidFill>
                      <a:schemeClr val="tx1"/>
                    </a:solidFill>
                    <a:latin typeface="Arial" panose="020B0604020202020204" pitchFamily="34" charset="0"/>
                    <a:ea typeface="돋움" panose="020B0600000101010101" pitchFamily="34" charset="-127"/>
                  </a:defRPr>
                </a:lvl9pPr>
              </a:lstStyle>
              <a:p>
                <a:r>
                  <a:rPr lang="en-US" altLang="ko-KR" sz="1200">
                    <a:solidFill>
                      <a:srgbClr val="000000"/>
                    </a:solidFill>
                  </a:rPr>
                  <a:t>FO</a:t>
                </a:r>
              </a:p>
            </p:txBody>
          </p:sp>
          <p:sp>
            <p:nvSpPr>
              <p:cNvPr id="24600" name="Rectangle 25">
                <a:extLst>
                  <a:ext uri="{FF2B5EF4-FFF2-40B4-BE49-F238E27FC236}">
                    <a16:creationId xmlns:a16="http://schemas.microsoft.com/office/drawing/2014/main" id="{E65CEF12-54D7-3367-0467-5B15F31886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11825" y="3030539"/>
                <a:ext cx="387350" cy="2571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>
                <a:spAutoFit/>
              </a:bodyPr>
              <a:lstStyle>
                <a:lvl1pPr defTabSz="762000">
                  <a:defRPr kumimoji="1" sz="1400" b="1">
                    <a:solidFill>
                      <a:schemeClr val="tx1"/>
                    </a:solidFill>
                    <a:latin typeface="Arial" panose="020B0604020202020204" pitchFamily="34" charset="0"/>
                    <a:ea typeface="돋움" panose="020B0600000101010101" pitchFamily="34" charset="-127"/>
                  </a:defRPr>
                </a:lvl1pPr>
                <a:lvl2pPr marL="742950" indent="-285750" defTabSz="762000">
                  <a:defRPr kumimoji="1" sz="1400" b="1">
                    <a:solidFill>
                      <a:schemeClr val="tx1"/>
                    </a:solidFill>
                    <a:latin typeface="Arial" panose="020B0604020202020204" pitchFamily="34" charset="0"/>
                    <a:ea typeface="돋움" panose="020B0600000101010101" pitchFamily="34" charset="-127"/>
                  </a:defRPr>
                </a:lvl2pPr>
                <a:lvl3pPr marL="1143000" indent="-228600" defTabSz="762000">
                  <a:defRPr kumimoji="1" sz="1400" b="1">
                    <a:solidFill>
                      <a:schemeClr val="tx1"/>
                    </a:solidFill>
                    <a:latin typeface="Arial" panose="020B0604020202020204" pitchFamily="34" charset="0"/>
                    <a:ea typeface="돋움" panose="020B0600000101010101" pitchFamily="34" charset="-127"/>
                  </a:defRPr>
                </a:lvl3pPr>
                <a:lvl4pPr marL="1600200" indent="-228600" defTabSz="762000">
                  <a:defRPr kumimoji="1" sz="1400" b="1">
                    <a:solidFill>
                      <a:schemeClr val="tx1"/>
                    </a:solidFill>
                    <a:latin typeface="Arial" panose="020B0604020202020204" pitchFamily="34" charset="0"/>
                    <a:ea typeface="돋움" panose="020B0600000101010101" pitchFamily="34" charset="-127"/>
                  </a:defRPr>
                </a:lvl4pPr>
                <a:lvl5pPr marL="2057400" indent="-228600" defTabSz="762000">
                  <a:defRPr kumimoji="1" sz="1400" b="1">
                    <a:solidFill>
                      <a:schemeClr val="tx1"/>
                    </a:solidFill>
                    <a:latin typeface="Arial" panose="020B0604020202020204" pitchFamily="34" charset="0"/>
                    <a:ea typeface="돋움" panose="020B0600000101010101" pitchFamily="34" charset="-127"/>
                  </a:defRPr>
                </a:lvl5pPr>
                <a:lvl6pPr marL="2514600" indent="-228600" defTabSz="7620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1400" b="1">
                    <a:solidFill>
                      <a:schemeClr val="tx1"/>
                    </a:solidFill>
                    <a:latin typeface="Arial" panose="020B0604020202020204" pitchFamily="34" charset="0"/>
                    <a:ea typeface="돋움" panose="020B0600000101010101" pitchFamily="34" charset="-127"/>
                  </a:defRPr>
                </a:lvl6pPr>
                <a:lvl7pPr marL="2971800" indent="-228600" defTabSz="7620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1400" b="1">
                    <a:solidFill>
                      <a:schemeClr val="tx1"/>
                    </a:solidFill>
                    <a:latin typeface="Arial" panose="020B0604020202020204" pitchFamily="34" charset="0"/>
                    <a:ea typeface="돋움" panose="020B0600000101010101" pitchFamily="34" charset="-127"/>
                  </a:defRPr>
                </a:lvl7pPr>
                <a:lvl8pPr marL="3429000" indent="-228600" defTabSz="7620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1400" b="1">
                    <a:solidFill>
                      <a:schemeClr val="tx1"/>
                    </a:solidFill>
                    <a:latin typeface="Arial" panose="020B0604020202020204" pitchFamily="34" charset="0"/>
                    <a:ea typeface="돋움" panose="020B0600000101010101" pitchFamily="34" charset="-127"/>
                  </a:defRPr>
                </a:lvl8pPr>
                <a:lvl9pPr marL="3886200" indent="-228600" defTabSz="7620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1400" b="1">
                    <a:solidFill>
                      <a:schemeClr val="tx1"/>
                    </a:solidFill>
                    <a:latin typeface="Arial" panose="020B0604020202020204" pitchFamily="34" charset="0"/>
                    <a:ea typeface="돋움" panose="020B0600000101010101" pitchFamily="34" charset="-127"/>
                  </a:defRPr>
                </a:lvl9pPr>
              </a:lstStyle>
              <a:p>
                <a:r>
                  <a:rPr lang="en-US" altLang="ko-KR" sz="1200">
                    <a:solidFill>
                      <a:srgbClr val="000000"/>
                    </a:solidFill>
                  </a:rPr>
                  <a:t>EX</a:t>
                </a:r>
              </a:p>
            </p:txBody>
          </p:sp>
          <p:sp>
            <p:nvSpPr>
              <p:cNvPr id="24601" name="Rectangle 26">
                <a:extLst>
                  <a:ext uri="{FF2B5EF4-FFF2-40B4-BE49-F238E27FC236}">
                    <a16:creationId xmlns:a16="http://schemas.microsoft.com/office/drawing/2014/main" id="{6214B45B-3D9D-4009-4C5C-E38EE395AD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6164" y="3363914"/>
                <a:ext cx="320675" cy="2571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>
                <a:spAutoFit/>
              </a:bodyPr>
              <a:lstStyle>
                <a:lvl1pPr defTabSz="762000">
                  <a:defRPr kumimoji="1" sz="1400" b="1">
                    <a:solidFill>
                      <a:schemeClr val="tx1"/>
                    </a:solidFill>
                    <a:latin typeface="Arial" panose="020B0604020202020204" pitchFamily="34" charset="0"/>
                    <a:ea typeface="돋움" panose="020B0600000101010101" pitchFamily="34" charset="-127"/>
                  </a:defRPr>
                </a:lvl1pPr>
                <a:lvl2pPr marL="742950" indent="-285750" defTabSz="762000">
                  <a:defRPr kumimoji="1" sz="1400" b="1">
                    <a:solidFill>
                      <a:schemeClr val="tx1"/>
                    </a:solidFill>
                    <a:latin typeface="Arial" panose="020B0604020202020204" pitchFamily="34" charset="0"/>
                    <a:ea typeface="돋움" panose="020B0600000101010101" pitchFamily="34" charset="-127"/>
                  </a:defRPr>
                </a:lvl2pPr>
                <a:lvl3pPr marL="1143000" indent="-228600" defTabSz="762000">
                  <a:defRPr kumimoji="1" sz="1400" b="1">
                    <a:solidFill>
                      <a:schemeClr val="tx1"/>
                    </a:solidFill>
                    <a:latin typeface="Arial" panose="020B0604020202020204" pitchFamily="34" charset="0"/>
                    <a:ea typeface="돋움" panose="020B0600000101010101" pitchFamily="34" charset="-127"/>
                  </a:defRPr>
                </a:lvl3pPr>
                <a:lvl4pPr marL="1600200" indent="-228600" defTabSz="762000">
                  <a:defRPr kumimoji="1" sz="1400" b="1">
                    <a:solidFill>
                      <a:schemeClr val="tx1"/>
                    </a:solidFill>
                    <a:latin typeface="Arial" panose="020B0604020202020204" pitchFamily="34" charset="0"/>
                    <a:ea typeface="돋움" panose="020B0600000101010101" pitchFamily="34" charset="-127"/>
                  </a:defRPr>
                </a:lvl4pPr>
                <a:lvl5pPr marL="2057400" indent="-228600" defTabSz="762000">
                  <a:defRPr kumimoji="1" sz="1400" b="1">
                    <a:solidFill>
                      <a:schemeClr val="tx1"/>
                    </a:solidFill>
                    <a:latin typeface="Arial" panose="020B0604020202020204" pitchFamily="34" charset="0"/>
                    <a:ea typeface="돋움" panose="020B0600000101010101" pitchFamily="34" charset="-127"/>
                  </a:defRPr>
                </a:lvl5pPr>
                <a:lvl6pPr marL="2514600" indent="-228600" defTabSz="7620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1400" b="1">
                    <a:solidFill>
                      <a:schemeClr val="tx1"/>
                    </a:solidFill>
                    <a:latin typeface="Arial" panose="020B0604020202020204" pitchFamily="34" charset="0"/>
                    <a:ea typeface="돋움" panose="020B0600000101010101" pitchFamily="34" charset="-127"/>
                  </a:defRPr>
                </a:lvl6pPr>
                <a:lvl7pPr marL="2971800" indent="-228600" defTabSz="7620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1400" b="1">
                    <a:solidFill>
                      <a:schemeClr val="tx1"/>
                    </a:solidFill>
                    <a:latin typeface="Arial" panose="020B0604020202020204" pitchFamily="34" charset="0"/>
                    <a:ea typeface="돋움" panose="020B0600000101010101" pitchFamily="34" charset="-127"/>
                  </a:defRPr>
                </a:lvl7pPr>
                <a:lvl8pPr marL="3429000" indent="-228600" defTabSz="7620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1400" b="1">
                    <a:solidFill>
                      <a:schemeClr val="tx1"/>
                    </a:solidFill>
                    <a:latin typeface="Arial" panose="020B0604020202020204" pitchFamily="34" charset="0"/>
                    <a:ea typeface="돋움" panose="020B0600000101010101" pitchFamily="34" charset="-127"/>
                  </a:defRPr>
                </a:lvl8pPr>
                <a:lvl9pPr marL="3886200" indent="-228600" defTabSz="7620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1400" b="1">
                    <a:solidFill>
                      <a:schemeClr val="tx1"/>
                    </a:solidFill>
                    <a:latin typeface="Arial" panose="020B0604020202020204" pitchFamily="34" charset="0"/>
                    <a:ea typeface="돋움" panose="020B0600000101010101" pitchFamily="34" charset="-127"/>
                  </a:defRPr>
                </a:lvl9pPr>
              </a:lstStyle>
              <a:p>
                <a:r>
                  <a:rPr lang="en-US" altLang="ko-KR" sz="1200">
                    <a:solidFill>
                      <a:srgbClr val="000000"/>
                    </a:solidFill>
                  </a:rPr>
                  <a:t>FI</a:t>
                </a:r>
              </a:p>
            </p:txBody>
          </p:sp>
          <p:sp>
            <p:nvSpPr>
              <p:cNvPr id="24602" name="Line 27">
                <a:extLst>
                  <a:ext uri="{FF2B5EF4-FFF2-40B4-BE49-F238E27FC236}">
                    <a16:creationId xmlns:a16="http://schemas.microsoft.com/office/drawing/2014/main" id="{8CD37DD8-4175-8FB1-5EA0-AF805E268E8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092825" y="3325813"/>
                <a:ext cx="1481138" cy="0"/>
              </a:xfrm>
              <a:prstGeom prst="line">
                <a:avLst/>
              </a:prstGeom>
              <a:noFill/>
              <a:ln w="25399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603" name="Line 28">
                <a:extLst>
                  <a:ext uri="{FF2B5EF4-FFF2-40B4-BE49-F238E27FC236}">
                    <a16:creationId xmlns:a16="http://schemas.microsoft.com/office/drawing/2014/main" id="{30384A0A-2C8D-F3A6-D6C5-0028A238F12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092826" y="3590925"/>
                <a:ext cx="1484313" cy="0"/>
              </a:xfrm>
              <a:prstGeom prst="line">
                <a:avLst/>
              </a:prstGeom>
              <a:noFill/>
              <a:ln w="25399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604" name="Line 30">
                <a:extLst>
                  <a:ext uri="{FF2B5EF4-FFF2-40B4-BE49-F238E27FC236}">
                    <a16:creationId xmlns:a16="http://schemas.microsoft.com/office/drawing/2014/main" id="{1A9D8D14-A35C-443B-0612-61A7A7AEC34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483350" y="3324225"/>
                <a:ext cx="0" cy="266700"/>
              </a:xfrm>
              <a:prstGeom prst="line">
                <a:avLst/>
              </a:prstGeom>
              <a:noFill/>
              <a:ln w="25399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605" name="Line 31">
                <a:extLst>
                  <a:ext uri="{FF2B5EF4-FFF2-40B4-BE49-F238E27FC236}">
                    <a16:creationId xmlns:a16="http://schemas.microsoft.com/office/drawing/2014/main" id="{342B2671-2498-DC3F-AC5C-E988D5A7403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846888" y="3324225"/>
                <a:ext cx="0" cy="266700"/>
              </a:xfrm>
              <a:prstGeom prst="line">
                <a:avLst/>
              </a:prstGeom>
              <a:noFill/>
              <a:ln w="25399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606" name="Line 32">
                <a:extLst>
                  <a:ext uri="{FF2B5EF4-FFF2-40B4-BE49-F238E27FC236}">
                    <a16:creationId xmlns:a16="http://schemas.microsoft.com/office/drawing/2014/main" id="{B1A927C9-6007-EA5F-98AF-C07F85A1E7D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212013" y="3324225"/>
                <a:ext cx="0" cy="266700"/>
              </a:xfrm>
              <a:prstGeom prst="line">
                <a:avLst/>
              </a:prstGeom>
              <a:noFill/>
              <a:ln w="25399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607" name="Line 33">
                <a:extLst>
                  <a:ext uri="{FF2B5EF4-FFF2-40B4-BE49-F238E27FC236}">
                    <a16:creationId xmlns:a16="http://schemas.microsoft.com/office/drawing/2014/main" id="{D35357CB-C4A0-BA6B-CA51-B99CD49F63E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575550" y="3324225"/>
                <a:ext cx="0" cy="266700"/>
              </a:xfrm>
              <a:prstGeom prst="line">
                <a:avLst/>
              </a:prstGeom>
              <a:noFill/>
              <a:ln w="25399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608" name="Rectangle 34">
                <a:extLst>
                  <a:ext uri="{FF2B5EF4-FFF2-40B4-BE49-F238E27FC236}">
                    <a16:creationId xmlns:a16="http://schemas.microsoft.com/office/drawing/2014/main" id="{34FC633F-B064-30DA-FA72-FD8EF96633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461126" y="3363914"/>
                <a:ext cx="403225" cy="2571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>
                <a:spAutoFit/>
              </a:bodyPr>
              <a:lstStyle>
                <a:lvl1pPr defTabSz="762000">
                  <a:defRPr kumimoji="1" sz="1400" b="1">
                    <a:solidFill>
                      <a:schemeClr val="tx1"/>
                    </a:solidFill>
                    <a:latin typeface="Arial" panose="020B0604020202020204" pitchFamily="34" charset="0"/>
                    <a:ea typeface="돋움" panose="020B0600000101010101" pitchFamily="34" charset="-127"/>
                  </a:defRPr>
                </a:lvl1pPr>
                <a:lvl2pPr marL="742950" indent="-285750" defTabSz="762000">
                  <a:defRPr kumimoji="1" sz="1400" b="1">
                    <a:solidFill>
                      <a:schemeClr val="tx1"/>
                    </a:solidFill>
                    <a:latin typeface="Arial" panose="020B0604020202020204" pitchFamily="34" charset="0"/>
                    <a:ea typeface="돋움" panose="020B0600000101010101" pitchFamily="34" charset="-127"/>
                  </a:defRPr>
                </a:lvl2pPr>
                <a:lvl3pPr marL="1143000" indent="-228600" defTabSz="762000">
                  <a:defRPr kumimoji="1" sz="1400" b="1">
                    <a:solidFill>
                      <a:schemeClr val="tx1"/>
                    </a:solidFill>
                    <a:latin typeface="Arial" panose="020B0604020202020204" pitchFamily="34" charset="0"/>
                    <a:ea typeface="돋움" panose="020B0600000101010101" pitchFamily="34" charset="-127"/>
                  </a:defRPr>
                </a:lvl3pPr>
                <a:lvl4pPr marL="1600200" indent="-228600" defTabSz="762000">
                  <a:defRPr kumimoji="1" sz="1400" b="1">
                    <a:solidFill>
                      <a:schemeClr val="tx1"/>
                    </a:solidFill>
                    <a:latin typeface="Arial" panose="020B0604020202020204" pitchFamily="34" charset="0"/>
                    <a:ea typeface="돋움" panose="020B0600000101010101" pitchFamily="34" charset="-127"/>
                  </a:defRPr>
                </a:lvl4pPr>
                <a:lvl5pPr marL="2057400" indent="-228600" defTabSz="762000">
                  <a:defRPr kumimoji="1" sz="1400" b="1">
                    <a:solidFill>
                      <a:schemeClr val="tx1"/>
                    </a:solidFill>
                    <a:latin typeface="Arial" panose="020B0604020202020204" pitchFamily="34" charset="0"/>
                    <a:ea typeface="돋움" panose="020B0600000101010101" pitchFamily="34" charset="-127"/>
                  </a:defRPr>
                </a:lvl5pPr>
                <a:lvl6pPr marL="2514600" indent="-228600" defTabSz="7620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1400" b="1">
                    <a:solidFill>
                      <a:schemeClr val="tx1"/>
                    </a:solidFill>
                    <a:latin typeface="Arial" panose="020B0604020202020204" pitchFamily="34" charset="0"/>
                    <a:ea typeface="돋움" panose="020B0600000101010101" pitchFamily="34" charset="-127"/>
                  </a:defRPr>
                </a:lvl6pPr>
                <a:lvl7pPr marL="2971800" indent="-228600" defTabSz="7620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1400" b="1">
                    <a:solidFill>
                      <a:schemeClr val="tx1"/>
                    </a:solidFill>
                    <a:latin typeface="Arial" panose="020B0604020202020204" pitchFamily="34" charset="0"/>
                    <a:ea typeface="돋움" panose="020B0600000101010101" pitchFamily="34" charset="-127"/>
                  </a:defRPr>
                </a:lvl7pPr>
                <a:lvl8pPr marL="3429000" indent="-228600" defTabSz="7620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1400" b="1">
                    <a:solidFill>
                      <a:schemeClr val="tx1"/>
                    </a:solidFill>
                    <a:latin typeface="Arial" panose="020B0604020202020204" pitchFamily="34" charset="0"/>
                    <a:ea typeface="돋움" panose="020B0600000101010101" pitchFamily="34" charset="-127"/>
                  </a:defRPr>
                </a:lvl8pPr>
                <a:lvl9pPr marL="3886200" indent="-228600" defTabSz="7620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1400" b="1">
                    <a:solidFill>
                      <a:schemeClr val="tx1"/>
                    </a:solidFill>
                    <a:latin typeface="Arial" panose="020B0604020202020204" pitchFamily="34" charset="0"/>
                    <a:ea typeface="돋움" panose="020B0600000101010101" pitchFamily="34" charset="-127"/>
                  </a:defRPr>
                </a:lvl9pPr>
              </a:lstStyle>
              <a:p>
                <a:r>
                  <a:rPr lang="en-US" altLang="ko-KR" sz="1200">
                    <a:solidFill>
                      <a:srgbClr val="000000"/>
                    </a:solidFill>
                  </a:rPr>
                  <a:t>DA</a:t>
                </a:r>
              </a:p>
            </p:txBody>
          </p:sp>
          <p:sp>
            <p:nvSpPr>
              <p:cNvPr id="24609" name="Rectangle 35">
                <a:extLst>
                  <a:ext uri="{FF2B5EF4-FFF2-40B4-BE49-F238E27FC236}">
                    <a16:creationId xmlns:a16="http://schemas.microsoft.com/office/drawing/2014/main" id="{88AE5F10-896D-6447-9BDC-1D12835AEB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843714" y="3363914"/>
                <a:ext cx="396875" cy="2571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>
                <a:spAutoFit/>
              </a:bodyPr>
              <a:lstStyle>
                <a:lvl1pPr defTabSz="762000">
                  <a:defRPr kumimoji="1" sz="1400" b="1">
                    <a:solidFill>
                      <a:schemeClr val="tx1"/>
                    </a:solidFill>
                    <a:latin typeface="Arial" panose="020B0604020202020204" pitchFamily="34" charset="0"/>
                    <a:ea typeface="돋움" panose="020B0600000101010101" pitchFamily="34" charset="-127"/>
                  </a:defRPr>
                </a:lvl1pPr>
                <a:lvl2pPr marL="742950" indent="-285750" defTabSz="762000">
                  <a:defRPr kumimoji="1" sz="1400" b="1">
                    <a:solidFill>
                      <a:schemeClr val="tx1"/>
                    </a:solidFill>
                    <a:latin typeface="Arial" panose="020B0604020202020204" pitchFamily="34" charset="0"/>
                    <a:ea typeface="돋움" panose="020B0600000101010101" pitchFamily="34" charset="-127"/>
                  </a:defRPr>
                </a:lvl2pPr>
                <a:lvl3pPr marL="1143000" indent="-228600" defTabSz="762000">
                  <a:defRPr kumimoji="1" sz="1400" b="1">
                    <a:solidFill>
                      <a:schemeClr val="tx1"/>
                    </a:solidFill>
                    <a:latin typeface="Arial" panose="020B0604020202020204" pitchFamily="34" charset="0"/>
                    <a:ea typeface="돋움" panose="020B0600000101010101" pitchFamily="34" charset="-127"/>
                  </a:defRPr>
                </a:lvl3pPr>
                <a:lvl4pPr marL="1600200" indent="-228600" defTabSz="762000">
                  <a:defRPr kumimoji="1" sz="1400" b="1">
                    <a:solidFill>
                      <a:schemeClr val="tx1"/>
                    </a:solidFill>
                    <a:latin typeface="Arial" panose="020B0604020202020204" pitchFamily="34" charset="0"/>
                    <a:ea typeface="돋움" panose="020B0600000101010101" pitchFamily="34" charset="-127"/>
                  </a:defRPr>
                </a:lvl4pPr>
                <a:lvl5pPr marL="2057400" indent="-228600" defTabSz="762000">
                  <a:defRPr kumimoji="1" sz="1400" b="1">
                    <a:solidFill>
                      <a:schemeClr val="tx1"/>
                    </a:solidFill>
                    <a:latin typeface="Arial" panose="020B0604020202020204" pitchFamily="34" charset="0"/>
                    <a:ea typeface="돋움" panose="020B0600000101010101" pitchFamily="34" charset="-127"/>
                  </a:defRPr>
                </a:lvl5pPr>
                <a:lvl6pPr marL="2514600" indent="-228600" defTabSz="7620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1400" b="1">
                    <a:solidFill>
                      <a:schemeClr val="tx1"/>
                    </a:solidFill>
                    <a:latin typeface="Arial" panose="020B0604020202020204" pitchFamily="34" charset="0"/>
                    <a:ea typeface="돋움" panose="020B0600000101010101" pitchFamily="34" charset="-127"/>
                  </a:defRPr>
                </a:lvl6pPr>
                <a:lvl7pPr marL="2971800" indent="-228600" defTabSz="7620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1400" b="1">
                    <a:solidFill>
                      <a:schemeClr val="tx1"/>
                    </a:solidFill>
                    <a:latin typeface="Arial" panose="020B0604020202020204" pitchFamily="34" charset="0"/>
                    <a:ea typeface="돋움" panose="020B0600000101010101" pitchFamily="34" charset="-127"/>
                  </a:defRPr>
                </a:lvl7pPr>
                <a:lvl8pPr marL="3429000" indent="-228600" defTabSz="7620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1400" b="1">
                    <a:solidFill>
                      <a:schemeClr val="tx1"/>
                    </a:solidFill>
                    <a:latin typeface="Arial" panose="020B0604020202020204" pitchFamily="34" charset="0"/>
                    <a:ea typeface="돋움" panose="020B0600000101010101" pitchFamily="34" charset="-127"/>
                  </a:defRPr>
                </a:lvl8pPr>
                <a:lvl9pPr marL="3886200" indent="-228600" defTabSz="7620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1400" b="1">
                    <a:solidFill>
                      <a:schemeClr val="tx1"/>
                    </a:solidFill>
                    <a:latin typeface="Arial" panose="020B0604020202020204" pitchFamily="34" charset="0"/>
                    <a:ea typeface="돋움" panose="020B0600000101010101" pitchFamily="34" charset="-127"/>
                  </a:defRPr>
                </a:lvl9pPr>
              </a:lstStyle>
              <a:p>
                <a:r>
                  <a:rPr lang="en-US" altLang="ko-KR" sz="1200">
                    <a:solidFill>
                      <a:srgbClr val="000000"/>
                    </a:solidFill>
                  </a:rPr>
                  <a:t>FO</a:t>
                </a:r>
              </a:p>
            </p:txBody>
          </p:sp>
          <p:sp>
            <p:nvSpPr>
              <p:cNvPr id="24610" name="Rectangle 36">
                <a:extLst>
                  <a:ext uri="{FF2B5EF4-FFF2-40B4-BE49-F238E27FC236}">
                    <a16:creationId xmlns:a16="http://schemas.microsoft.com/office/drawing/2014/main" id="{A488BD46-2507-0060-85E6-2D137F79F4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05663" y="3363914"/>
                <a:ext cx="387350" cy="2571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>
                <a:spAutoFit/>
              </a:bodyPr>
              <a:lstStyle>
                <a:lvl1pPr defTabSz="762000">
                  <a:defRPr kumimoji="1" sz="1400" b="1">
                    <a:solidFill>
                      <a:schemeClr val="tx1"/>
                    </a:solidFill>
                    <a:latin typeface="Arial" panose="020B0604020202020204" pitchFamily="34" charset="0"/>
                    <a:ea typeface="돋움" panose="020B0600000101010101" pitchFamily="34" charset="-127"/>
                  </a:defRPr>
                </a:lvl1pPr>
                <a:lvl2pPr marL="742950" indent="-285750" defTabSz="762000">
                  <a:defRPr kumimoji="1" sz="1400" b="1">
                    <a:solidFill>
                      <a:schemeClr val="tx1"/>
                    </a:solidFill>
                    <a:latin typeface="Arial" panose="020B0604020202020204" pitchFamily="34" charset="0"/>
                    <a:ea typeface="돋움" panose="020B0600000101010101" pitchFamily="34" charset="-127"/>
                  </a:defRPr>
                </a:lvl2pPr>
                <a:lvl3pPr marL="1143000" indent="-228600" defTabSz="762000">
                  <a:defRPr kumimoji="1" sz="1400" b="1">
                    <a:solidFill>
                      <a:schemeClr val="tx1"/>
                    </a:solidFill>
                    <a:latin typeface="Arial" panose="020B0604020202020204" pitchFamily="34" charset="0"/>
                    <a:ea typeface="돋움" panose="020B0600000101010101" pitchFamily="34" charset="-127"/>
                  </a:defRPr>
                </a:lvl3pPr>
                <a:lvl4pPr marL="1600200" indent="-228600" defTabSz="762000">
                  <a:defRPr kumimoji="1" sz="1400" b="1">
                    <a:solidFill>
                      <a:schemeClr val="tx1"/>
                    </a:solidFill>
                    <a:latin typeface="Arial" panose="020B0604020202020204" pitchFamily="34" charset="0"/>
                    <a:ea typeface="돋움" panose="020B0600000101010101" pitchFamily="34" charset="-127"/>
                  </a:defRPr>
                </a:lvl4pPr>
                <a:lvl5pPr marL="2057400" indent="-228600" defTabSz="762000">
                  <a:defRPr kumimoji="1" sz="1400" b="1">
                    <a:solidFill>
                      <a:schemeClr val="tx1"/>
                    </a:solidFill>
                    <a:latin typeface="Arial" panose="020B0604020202020204" pitchFamily="34" charset="0"/>
                    <a:ea typeface="돋움" panose="020B0600000101010101" pitchFamily="34" charset="-127"/>
                  </a:defRPr>
                </a:lvl5pPr>
                <a:lvl6pPr marL="2514600" indent="-228600" defTabSz="7620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1400" b="1">
                    <a:solidFill>
                      <a:schemeClr val="tx1"/>
                    </a:solidFill>
                    <a:latin typeface="Arial" panose="020B0604020202020204" pitchFamily="34" charset="0"/>
                    <a:ea typeface="돋움" panose="020B0600000101010101" pitchFamily="34" charset="-127"/>
                  </a:defRPr>
                </a:lvl6pPr>
                <a:lvl7pPr marL="2971800" indent="-228600" defTabSz="7620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1400" b="1">
                    <a:solidFill>
                      <a:schemeClr val="tx1"/>
                    </a:solidFill>
                    <a:latin typeface="Arial" panose="020B0604020202020204" pitchFamily="34" charset="0"/>
                    <a:ea typeface="돋움" panose="020B0600000101010101" pitchFamily="34" charset="-127"/>
                  </a:defRPr>
                </a:lvl7pPr>
                <a:lvl8pPr marL="3429000" indent="-228600" defTabSz="7620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1400" b="1">
                    <a:solidFill>
                      <a:schemeClr val="tx1"/>
                    </a:solidFill>
                    <a:latin typeface="Arial" panose="020B0604020202020204" pitchFamily="34" charset="0"/>
                    <a:ea typeface="돋움" panose="020B0600000101010101" pitchFamily="34" charset="-127"/>
                  </a:defRPr>
                </a:lvl8pPr>
                <a:lvl9pPr marL="3886200" indent="-228600" defTabSz="7620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1400" b="1">
                    <a:solidFill>
                      <a:schemeClr val="tx1"/>
                    </a:solidFill>
                    <a:latin typeface="Arial" panose="020B0604020202020204" pitchFamily="34" charset="0"/>
                    <a:ea typeface="돋움" panose="020B0600000101010101" pitchFamily="34" charset="-127"/>
                  </a:defRPr>
                </a:lvl9pPr>
              </a:lstStyle>
              <a:p>
                <a:r>
                  <a:rPr lang="en-US" altLang="ko-KR" sz="1200">
                    <a:solidFill>
                      <a:srgbClr val="000000"/>
                    </a:solidFill>
                  </a:rPr>
                  <a:t>EX</a:t>
                </a:r>
              </a:p>
            </p:txBody>
          </p:sp>
          <p:sp>
            <p:nvSpPr>
              <p:cNvPr id="24611" name="Rectangle 37">
                <a:extLst>
                  <a:ext uri="{FF2B5EF4-FFF2-40B4-BE49-F238E27FC236}">
                    <a16:creationId xmlns:a16="http://schemas.microsoft.com/office/drawing/2014/main" id="{2934F80F-B36E-CD95-C7CF-DE29D6FA51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86076" y="2686051"/>
                <a:ext cx="227013" cy="2571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>
                <a:spAutoFit/>
              </a:bodyPr>
              <a:lstStyle>
                <a:lvl1pPr defTabSz="762000">
                  <a:defRPr kumimoji="1" sz="1400" b="1">
                    <a:solidFill>
                      <a:schemeClr val="tx1"/>
                    </a:solidFill>
                    <a:latin typeface="Arial" panose="020B0604020202020204" pitchFamily="34" charset="0"/>
                    <a:ea typeface="돋움" panose="020B0600000101010101" pitchFamily="34" charset="-127"/>
                  </a:defRPr>
                </a:lvl1pPr>
                <a:lvl2pPr marL="742950" indent="-285750" defTabSz="762000">
                  <a:defRPr kumimoji="1" sz="1400" b="1">
                    <a:solidFill>
                      <a:schemeClr val="tx1"/>
                    </a:solidFill>
                    <a:latin typeface="Arial" panose="020B0604020202020204" pitchFamily="34" charset="0"/>
                    <a:ea typeface="돋움" panose="020B0600000101010101" pitchFamily="34" charset="-127"/>
                  </a:defRPr>
                </a:lvl2pPr>
                <a:lvl3pPr marL="1143000" indent="-228600" defTabSz="762000">
                  <a:defRPr kumimoji="1" sz="1400" b="1">
                    <a:solidFill>
                      <a:schemeClr val="tx1"/>
                    </a:solidFill>
                    <a:latin typeface="Arial" panose="020B0604020202020204" pitchFamily="34" charset="0"/>
                    <a:ea typeface="돋움" panose="020B0600000101010101" pitchFamily="34" charset="-127"/>
                  </a:defRPr>
                </a:lvl3pPr>
                <a:lvl4pPr marL="1600200" indent="-228600" defTabSz="762000">
                  <a:defRPr kumimoji="1" sz="1400" b="1">
                    <a:solidFill>
                      <a:schemeClr val="tx1"/>
                    </a:solidFill>
                    <a:latin typeface="Arial" panose="020B0604020202020204" pitchFamily="34" charset="0"/>
                    <a:ea typeface="돋움" panose="020B0600000101010101" pitchFamily="34" charset="-127"/>
                  </a:defRPr>
                </a:lvl4pPr>
                <a:lvl5pPr marL="2057400" indent="-228600" defTabSz="762000">
                  <a:defRPr kumimoji="1" sz="1400" b="1">
                    <a:solidFill>
                      <a:schemeClr val="tx1"/>
                    </a:solidFill>
                    <a:latin typeface="Arial" panose="020B0604020202020204" pitchFamily="34" charset="0"/>
                    <a:ea typeface="돋움" panose="020B0600000101010101" pitchFamily="34" charset="-127"/>
                  </a:defRPr>
                </a:lvl5pPr>
                <a:lvl6pPr marL="2514600" indent="-228600" defTabSz="7620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1400" b="1">
                    <a:solidFill>
                      <a:schemeClr val="tx1"/>
                    </a:solidFill>
                    <a:latin typeface="Arial" panose="020B0604020202020204" pitchFamily="34" charset="0"/>
                    <a:ea typeface="돋움" panose="020B0600000101010101" pitchFamily="34" charset="-127"/>
                  </a:defRPr>
                </a:lvl6pPr>
                <a:lvl7pPr marL="2971800" indent="-228600" defTabSz="7620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1400" b="1">
                    <a:solidFill>
                      <a:schemeClr val="tx1"/>
                    </a:solidFill>
                    <a:latin typeface="Arial" panose="020B0604020202020204" pitchFamily="34" charset="0"/>
                    <a:ea typeface="돋움" panose="020B0600000101010101" pitchFamily="34" charset="-127"/>
                  </a:defRPr>
                </a:lvl7pPr>
                <a:lvl8pPr marL="3429000" indent="-228600" defTabSz="7620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1400" b="1">
                    <a:solidFill>
                      <a:schemeClr val="tx1"/>
                    </a:solidFill>
                    <a:latin typeface="Arial" panose="020B0604020202020204" pitchFamily="34" charset="0"/>
                    <a:ea typeface="돋움" panose="020B0600000101010101" pitchFamily="34" charset="-127"/>
                  </a:defRPr>
                </a:lvl8pPr>
                <a:lvl9pPr marL="3886200" indent="-228600" defTabSz="7620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1400" b="1">
                    <a:solidFill>
                      <a:schemeClr val="tx1"/>
                    </a:solidFill>
                    <a:latin typeface="Arial" panose="020B0604020202020204" pitchFamily="34" charset="0"/>
                    <a:ea typeface="돋움" panose="020B0600000101010101" pitchFamily="34" charset="-127"/>
                  </a:defRPr>
                </a:lvl9pPr>
              </a:lstStyle>
              <a:p>
                <a:r>
                  <a:rPr lang="en-US" altLang="ko-KR" sz="1200">
                    <a:solidFill>
                      <a:srgbClr val="000000"/>
                    </a:solidFill>
                  </a:rPr>
                  <a:t>i</a:t>
                </a:r>
              </a:p>
            </p:txBody>
          </p:sp>
          <p:sp>
            <p:nvSpPr>
              <p:cNvPr id="24612" name="Rectangle 38">
                <a:extLst>
                  <a:ext uri="{FF2B5EF4-FFF2-40B4-BE49-F238E27FC236}">
                    <a16:creationId xmlns:a16="http://schemas.microsoft.com/office/drawing/2014/main" id="{98A855C7-4B6A-2CE7-A33F-DAACE55613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38625" y="3017839"/>
                <a:ext cx="400050" cy="2571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>
                <a:spAutoFit/>
              </a:bodyPr>
              <a:lstStyle>
                <a:lvl1pPr defTabSz="762000">
                  <a:defRPr kumimoji="1" sz="1400" b="1">
                    <a:solidFill>
                      <a:schemeClr val="tx1"/>
                    </a:solidFill>
                    <a:latin typeface="Arial" panose="020B0604020202020204" pitchFamily="34" charset="0"/>
                    <a:ea typeface="돋움" panose="020B0600000101010101" pitchFamily="34" charset="-127"/>
                  </a:defRPr>
                </a:lvl1pPr>
                <a:lvl2pPr marL="742950" indent="-285750" defTabSz="762000">
                  <a:defRPr kumimoji="1" sz="1400" b="1">
                    <a:solidFill>
                      <a:schemeClr val="tx1"/>
                    </a:solidFill>
                    <a:latin typeface="Arial" panose="020B0604020202020204" pitchFamily="34" charset="0"/>
                    <a:ea typeface="돋움" panose="020B0600000101010101" pitchFamily="34" charset="-127"/>
                  </a:defRPr>
                </a:lvl2pPr>
                <a:lvl3pPr marL="1143000" indent="-228600" defTabSz="762000">
                  <a:defRPr kumimoji="1" sz="1400" b="1">
                    <a:solidFill>
                      <a:schemeClr val="tx1"/>
                    </a:solidFill>
                    <a:latin typeface="Arial" panose="020B0604020202020204" pitchFamily="34" charset="0"/>
                    <a:ea typeface="돋움" panose="020B0600000101010101" pitchFamily="34" charset="-127"/>
                  </a:defRPr>
                </a:lvl3pPr>
                <a:lvl4pPr marL="1600200" indent="-228600" defTabSz="762000">
                  <a:defRPr kumimoji="1" sz="1400" b="1">
                    <a:solidFill>
                      <a:schemeClr val="tx1"/>
                    </a:solidFill>
                    <a:latin typeface="Arial" panose="020B0604020202020204" pitchFamily="34" charset="0"/>
                    <a:ea typeface="돋움" panose="020B0600000101010101" pitchFamily="34" charset="-127"/>
                  </a:defRPr>
                </a:lvl4pPr>
                <a:lvl5pPr marL="2057400" indent="-228600" defTabSz="762000">
                  <a:defRPr kumimoji="1" sz="1400" b="1">
                    <a:solidFill>
                      <a:schemeClr val="tx1"/>
                    </a:solidFill>
                    <a:latin typeface="Arial" panose="020B0604020202020204" pitchFamily="34" charset="0"/>
                    <a:ea typeface="돋움" panose="020B0600000101010101" pitchFamily="34" charset="-127"/>
                  </a:defRPr>
                </a:lvl5pPr>
                <a:lvl6pPr marL="2514600" indent="-228600" defTabSz="7620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1400" b="1">
                    <a:solidFill>
                      <a:schemeClr val="tx1"/>
                    </a:solidFill>
                    <a:latin typeface="Arial" panose="020B0604020202020204" pitchFamily="34" charset="0"/>
                    <a:ea typeface="돋움" panose="020B0600000101010101" pitchFamily="34" charset="-127"/>
                  </a:defRPr>
                </a:lvl6pPr>
                <a:lvl7pPr marL="2971800" indent="-228600" defTabSz="7620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1400" b="1">
                    <a:solidFill>
                      <a:schemeClr val="tx1"/>
                    </a:solidFill>
                    <a:latin typeface="Arial" panose="020B0604020202020204" pitchFamily="34" charset="0"/>
                    <a:ea typeface="돋움" panose="020B0600000101010101" pitchFamily="34" charset="-127"/>
                  </a:defRPr>
                </a:lvl7pPr>
                <a:lvl8pPr marL="3429000" indent="-228600" defTabSz="7620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1400" b="1">
                    <a:solidFill>
                      <a:schemeClr val="tx1"/>
                    </a:solidFill>
                    <a:latin typeface="Arial" panose="020B0604020202020204" pitchFamily="34" charset="0"/>
                    <a:ea typeface="돋움" panose="020B0600000101010101" pitchFamily="34" charset="-127"/>
                  </a:defRPr>
                </a:lvl8pPr>
                <a:lvl9pPr marL="3886200" indent="-228600" defTabSz="7620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1400" b="1">
                    <a:solidFill>
                      <a:schemeClr val="tx1"/>
                    </a:solidFill>
                    <a:latin typeface="Arial" panose="020B0604020202020204" pitchFamily="34" charset="0"/>
                    <a:ea typeface="돋움" panose="020B0600000101010101" pitchFamily="34" charset="-127"/>
                  </a:defRPr>
                </a:lvl9pPr>
              </a:lstStyle>
              <a:p>
                <a:r>
                  <a:rPr lang="en-US" altLang="ko-KR" sz="1200">
                    <a:solidFill>
                      <a:srgbClr val="000000"/>
                    </a:solidFill>
                  </a:rPr>
                  <a:t>i+1</a:t>
                </a:r>
              </a:p>
            </p:txBody>
          </p:sp>
          <p:sp>
            <p:nvSpPr>
              <p:cNvPr id="24613" name="Rectangle 39">
                <a:extLst>
                  <a:ext uri="{FF2B5EF4-FFF2-40B4-BE49-F238E27FC236}">
                    <a16:creationId xmlns:a16="http://schemas.microsoft.com/office/drawing/2014/main" id="{4479F701-B1B1-6131-4870-B8E949BFCA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38813" y="3341689"/>
                <a:ext cx="400050" cy="2571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>
                <a:spAutoFit/>
              </a:bodyPr>
              <a:lstStyle>
                <a:lvl1pPr defTabSz="762000">
                  <a:defRPr kumimoji="1" sz="1400" b="1">
                    <a:solidFill>
                      <a:schemeClr val="tx1"/>
                    </a:solidFill>
                    <a:latin typeface="Arial" panose="020B0604020202020204" pitchFamily="34" charset="0"/>
                    <a:ea typeface="돋움" panose="020B0600000101010101" pitchFamily="34" charset="-127"/>
                  </a:defRPr>
                </a:lvl1pPr>
                <a:lvl2pPr marL="742950" indent="-285750" defTabSz="762000">
                  <a:defRPr kumimoji="1" sz="1400" b="1">
                    <a:solidFill>
                      <a:schemeClr val="tx1"/>
                    </a:solidFill>
                    <a:latin typeface="Arial" panose="020B0604020202020204" pitchFamily="34" charset="0"/>
                    <a:ea typeface="돋움" panose="020B0600000101010101" pitchFamily="34" charset="-127"/>
                  </a:defRPr>
                </a:lvl2pPr>
                <a:lvl3pPr marL="1143000" indent="-228600" defTabSz="762000">
                  <a:defRPr kumimoji="1" sz="1400" b="1">
                    <a:solidFill>
                      <a:schemeClr val="tx1"/>
                    </a:solidFill>
                    <a:latin typeface="Arial" panose="020B0604020202020204" pitchFamily="34" charset="0"/>
                    <a:ea typeface="돋움" panose="020B0600000101010101" pitchFamily="34" charset="-127"/>
                  </a:defRPr>
                </a:lvl3pPr>
                <a:lvl4pPr marL="1600200" indent="-228600" defTabSz="762000">
                  <a:defRPr kumimoji="1" sz="1400" b="1">
                    <a:solidFill>
                      <a:schemeClr val="tx1"/>
                    </a:solidFill>
                    <a:latin typeface="Arial" panose="020B0604020202020204" pitchFamily="34" charset="0"/>
                    <a:ea typeface="돋움" panose="020B0600000101010101" pitchFamily="34" charset="-127"/>
                  </a:defRPr>
                </a:lvl4pPr>
                <a:lvl5pPr marL="2057400" indent="-228600" defTabSz="762000">
                  <a:defRPr kumimoji="1" sz="1400" b="1">
                    <a:solidFill>
                      <a:schemeClr val="tx1"/>
                    </a:solidFill>
                    <a:latin typeface="Arial" panose="020B0604020202020204" pitchFamily="34" charset="0"/>
                    <a:ea typeface="돋움" panose="020B0600000101010101" pitchFamily="34" charset="-127"/>
                  </a:defRPr>
                </a:lvl5pPr>
                <a:lvl6pPr marL="2514600" indent="-228600" defTabSz="7620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1400" b="1">
                    <a:solidFill>
                      <a:schemeClr val="tx1"/>
                    </a:solidFill>
                    <a:latin typeface="Arial" panose="020B0604020202020204" pitchFamily="34" charset="0"/>
                    <a:ea typeface="돋움" panose="020B0600000101010101" pitchFamily="34" charset="-127"/>
                  </a:defRPr>
                </a:lvl6pPr>
                <a:lvl7pPr marL="2971800" indent="-228600" defTabSz="7620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1400" b="1">
                    <a:solidFill>
                      <a:schemeClr val="tx1"/>
                    </a:solidFill>
                    <a:latin typeface="Arial" panose="020B0604020202020204" pitchFamily="34" charset="0"/>
                    <a:ea typeface="돋움" panose="020B0600000101010101" pitchFamily="34" charset="-127"/>
                  </a:defRPr>
                </a:lvl7pPr>
                <a:lvl8pPr marL="3429000" indent="-228600" defTabSz="7620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1400" b="1">
                    <a:solidFill>
                      <a:schemeClr val="tx1"/>
                    </a:solidFill>
                    <a:latin typeface="Arial" panose="020B0604020202020204" pitchFamily="34" charset="0"/>
                    <a:ea typeface="돋움" panose="020B0600000101010101" pitchFamily="34" charset="-127"/>
                  </a:defRPr>
                </a:lvl8pPr>
                <a:lvl9pPr marL="3886200" indent="-228600" defTabSz="7620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1400" b="1">
                    <a:solidFill>
                      <a:schemeClr val="tx1"/>
                    </a:solidFill>
                    <a:latin typeface="Arial" panose="020B0604020202020204" pitchFamily="34" charset="0"/>
                    <a:ea typeface="돋움" panose="020B0600000101010101" pitchFamily="34" charset="-127"/>
                  </a:defRPr>
                </a:lvl9pPr>
              </a:lstStyle>
              <a:p>
                <a:r>
                  <a:rPr lang="en-US" altLang="ko-KR" sz="1200">
                    <a:solidFill>
                      <a:srgbClr val="000000"/>
                    </a:solidFill>
                  </a:rPr>
                  <a:t>i+2</a:t>
                </a:r>
              </a:p>
            </p:txBody>
          </p:sp>
          <p:sp>
            <p:nvSpPr>
              <p:cNvPr id="24650" name="Line 80">
                <a:extLst>
                  <a:ext uri="{FF2B5EF4-FFF2-40B4-BE49-F238E27FC236}">
                    <a16:creationId xmlns:a16="http://schemas.microsoft.com/office/drawing/2014/main" id="{DD2AF5CD-9058-15A8-DE8A-2CC97FF5619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16263" y="2676525"/>
                <a:ext cx="0" cy="266700"/>
              </a:xfrm>
              <a:prstGeom prst="line">
                <a:avLst/>
              </a:prstGeom>
              <a:noFill/>
              <a:ln w="25399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651" name="Line 81">
                <a:extLst>
                  <a:ext uri="{FF2B5EF4-FFF2-40B4-BE49-F238E27FC236}">
                    <a16:creationId xmlns:a16="http://schemas.microsoft.com/office/drawing/2014/main" id="{4C305787-91B4-7591-7303-2A94E433097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94225" y="3009900"/>
                <a:ext cx="0" cy="255588"/>
              </a:xfrm>
              <a:prstGeom prst="line">
                <a:avLst/>
              </a:prstGeom>
              <a:noFill/>
              <a:ln w="25399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652" name="Line 84">
                <a:extLst>
                  <a:ext uri="{FF2B5EF4-FFF2-40B4-BE49-F238E27FC236}">
                    <a16:creationId xmlns:a16="http://schemas.microsoft.com/office/drawing/2014/main" id="{FF14A8E5-06A1-5524-FC55-F55790D2E1F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102350" y="3333750"/>
                <a:ext cx="0" cy="266700"/>
              </a:xfrm>
              <a:prstGeom prst="line">
                <a:avLst/>
              </a:prstGeom>
              <a:noFill/>
              <a:ln w="25399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sp>
        <p:nvSpPr>
          <p:cNvPr id="24615" name="Rectangle 41">
            <a:extLst>
              <a:ext uri="{FF2B5EF4-FFF2-40B4-BE49-F238E27FC236}">
                <a16:creationId xmlns:a16="http://schemas.microsoft.com/office/drawing/2014/main" id="{B89EF777-3D4F-27FB-E297-2E626F84A1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90120" y="3730706"/>
            <a:ext cx="1200150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r>
              <a:rPr lang="en-US" altLang="ko-KR" sz="1800" dirty="0">
                <a:solidFill>
                  <a:srgbClr val="000000"/>
                </a:solidFill>
              </a:rPr>
              <a:t>Pipelined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B93FE93D-43C0-CA57-834F-167AF0F6C894}"/>
              </a:ext>
            </a:extLst>
          </p:cNvPr>
          <p:cNvGrpSpPr/>
          <p:nvPr/>
        </p:nvGrpSpPr>
        <p:grpSpPr>
          <a:xfrm>
            <a:off x="6089650" y="4337989"/>
            <a:ext cx="5592023" cy="2205445"/>
            <a:chOff x="2808288" y="4589463"/>
            <a:chExt cx="2454275" cy="922338"/>
          </a:xfrm>
        </p:grpSpPr>
        <p:sp>
          <p:nvSpPr>
            <p:cNvPr id="24616" name="Rectangle 42">
              <a:extLst>
                <a:ext uri="{FF2B5EF4-FFF2-40B4-BE49-F238E27FC236}">
                  <a16:creationId xmlns:a16="http://schemas.microsoft.com/office/drawing/2014/main" id="{20A0EB51-1AEE-F29B-4E27-1E1AA06352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1814" y="4629151"/>
              <a:ext cx="320675" cy="257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1pPr>
              <a:lvl2pPr marL="742950" indent="-28575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2pPr>
              <a:lvl3pPr marL="11430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3pPr>
              <a:lvl4pPr marL="16002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4pPr>
              <a:lvl5pPr marL="20574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5pPr>
              <a:lvl6pPr marL="25146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6pPr>
              <a:lvl7pPr marL="29718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7pPr>
              <a:lvl8pPr marL="34290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8pPr>
              <a:lvl9pPr marL="38862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9pPr>
            </a:lstStyle>
            <a:p>
              <a:r>
                <a:rPr lang="en-US" altLang="ko-KR" sz="1200">
                  <a:solidFill>
                    <a:srgbClr val="000000"/>
                  </a:solidFill>
                </a:rPr>
                <a:t>FI</a:t>
              </a:r>
            </a:p>
          </p:txBody>
        </p:sp>
        <p:sp>
          <p:nvSpPr>
            <p:cNvPr id="24617" name="Line 43">
              <a:extLst>
                <a:ext uri="{FF2B5EF4-FFF2-40B4-BE49-F238E27FC236}">
                  <a16:creationId xmlns:a16="http://schemas.microsoft.com/office/drawing/2014/main" id="{BBB81EF9-50C8-E3F2-5B11-EE581A2D29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44826" y="4592638"/>
              <a:ext cx="1471613" cy="0"/>
            </a:xfrm>
            <a:prstGeom prst="line">
              <a:avLst/>
            </a:prstGeom>
            <a:noFill/>
            <a:ln w="25399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618" name="Line 44">
              <a:extLst>
                <a:ext uri="{FF2B5EF4-FFF2-40B4-BE49-F238E27FC236}">
                  <a16:creationId xmlns:a16="http://schemas.microsoft.com/office/drawing/2014/main" id="{9ADD017A-963D-DDFB-8171-CC4DEC2CA8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32126" y="4856163"/>
              <a:ext cx="1471613" cy="0"/>
            </a:xfrm>
            <a:prstGeom prst="line">
              <a:avLst/>
            </a:prstGeom>
            <a:noFill/>
            <a:ln w="25399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619" name="Line 46">
              <a:extLst>
                <a:ext uri="{FF2B5EF4-FFF2-40B4-BE49-F238E27FC236}">
                  <a16:creationId xmlns:a16="http://schemas.microsoft.com/office/drawing/2014/main" id="{80294E21-B083-C842-B2F2-EE889DEC88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09950" y="4589463"/>
              <a:ext cx="0" cy="266700"/>
            </a:xfrm>
            <a:prstGeom prst="line">
              <a:avLst/>
            </a:prstGeom>
            <a:noFill/>
            <a:ln w="25399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620" name="Line 47">
              <a:extLst>
                <a:ext uri="{FF2B5EF4-FFF2-40B4-BE49-F238E27FC236}">
                  <a16:creationId xmlns:a16="http://schemas.microsoft.com/office/drawing/2014/main" id="{AF8D5D2B-3BA1-F959-E7EB-0DA57148B7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73488" y="4589463"/>
              <a:ext cx="0" cy="266700"/>
            </a:xfrm>
            <a:prstGeom prst="line">
              <a:avLst/>
            </a:prstGeom>
            <a:noFill/>
            <a:ln w="25399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621" name="Line 48">
              <a:extLst>
                <a:ext uri="{FF2B5EF4-FFF2-40B4-BE49-F238E27FC236}">
                  <a16:creationId xmlns:a16="http://schemas.microsoft.com/office/drawing/2014/main" id="{6ED22FF8-8405-1A4C-94AA-2D50170756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51313" y="4589463"/>
              <a:ext cx="0" cy="266700"/>
            </a:xfrm>
            <a:prstGeom prst="line">
              <a:avLst/>
            </a:prstGeom>
            <a:noFill/>
            <a:ln w="25399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622" name="Line 49">
              <a:extLst>
                <a:ext uri="{FF2B5EF4-FFF2-40B4-BE49-F238E27FC236}">
                  <a16:creationId xmlns:a16="http://schemas.microsoft.com/office/drawing/2014/main" id="{6A860223-51DE-CAEB-65BD-46930426F3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16438" y="4589463"/>
              <a:ext cx="0" cy="285750"/>
            </a:xfrm>
            <a:prstGeom prst="line">
              <a:avLst/>
            </a:prstGeom>
            <a:noFill/>
            <a:ln w="25399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623" name="Rectangle 50">
              <a:extLst>
                <a:ext uri="{FF2B5EF4-FFF2-40B4-BE49-F238E27FC236}">
                  <a16:creationId xmlns:a16="http://schemas.microsoft.com/office/drawing/2014/main" id="{1E60A83B-2DB7-BC5E-892E-D82F49E2DD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5189" y="4619626"/>
              <a:ext cx="403225" cy="257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1pPr>
              <a:lvl2pPr marL="742950" indent="-28575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2pPr>
              <a:lvl3pPr marL="11430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3pPr>
              <a:lvl4pPr marL="16002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4pPr>
              <a:lvl5pPr marL="20574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5pPr>
              <a:lvl6pPr marL="25146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6pPr>
              <a:lvl7pPr marL="29718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7pPr>
              <a:lvl8pPr marL="34290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8pPr>
              <a:lvl9pPr marL="38862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9pPr>
            </a:lstStyle>
            <a:p>
              <a:r>
                <a:rPr lang="en-US" altLang="ko-KR" sz="1200">
                  <a:solidFill>
                    <a:srgbClr val="000000"/>
                  </a:solidFill>
                </a:rPr>
                <a:t>DA</a:t>
              </a:r>
            </a:p>
          </p:txBody>
        </p:sp>
        <p:sp>
          <p:nvSpPr>
            <p:cNvPr id="24624" name="Rectangle 51">
              <a:extLst>
                <a:ext uri="{FF2B5EF4-FFF2-40B4-BE49-F238E27FC236}">
                  <a16:creationId xmlns:a16="http://schemas.microsoft.com/office/drawing/2014/main" id="{55E435CD-F549-CA45-F6FA-38B575B8EE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68726" y="4629151"/>
              <a:ext cx="396875" cy="257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1pPr>
              <a:lvl2pPr marL="742950" indent="-28575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2pPr>
              <a:lvl3pPr marL="11430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3pPr>
              <a:lvl4pPr marL="16002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4pPr>
              <a:lvl5pPr marL="20574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5pPr>
              <a:lvl6pPr marL="25146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6pPr>
              <a:lvl7pPr marL="29718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7pPr>
              <a:lvl8pPr marL="34290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8pPr>
              <a:lvl9pPr marL="38862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9pPr>
            </a:lstStyle>
            <a:p>
              <a:r>
                <a:rPr lang="en-US" altLang="ko-KR" sz="1200">
                  <a:solidFill>
                    <a:srgbClr val="000000"/>
                  </a:solidFill>
                </a:rPr>
                <a:t>FO</a:t>
              </a:r>
            </a:p>
          </p:txBody>
        </p:sp>
        <p:sp>
          <p:nvSpPr>
            <p:cNvPr id="24625" name="Rectangle 52">
              <a:extLst>
                <a:ext uri="{FF2B5EF4-FFF2-40B4-BE49-F238E27FC236}">
                  <a16:creationId xmlns:a16="http://schemas.microsoft.com/office/drawing/2014/main" id="{81CC8D66-7775-C0C4-A498-0BB47BEEDC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33850" y="4629151"/>
              <a:ext cx="387350" cy="257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1pPr>
              <a:lvl2pPr marL="742950" indent="-28575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2pPr>
              <a:lvl3pPr marL="11430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3pPr>
              <a:lvl4pPr marL="16002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4pPr>
              <a:lvl5pPr marL="20574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5pPr>
              <a:lvl6pPr marL="25146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6pPr>
              <a:lvl7pPr marL="29718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7pPr>
              <a:lvl8pPr marL="34290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8pPr>
              <a:lvl9pPr marL="38862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9pPr>
            </a:lstStyle>
            <a:p>
              <a:r>
                <a:rPr lang="en-US" altLang="ko-KR" sz="1200">
                  <a:solidFill>
                    <a:srgbClr val="000000"/>
                  </a:solidFill>
                </a:rPr>
                <a:t>EX</a:t>
              </a:r>
            </a:p>
          </p:txBody>
        </p:sp>
        <p:sp>
          <p:nvSpPr>
            <p:cNvPr id="24626" name="Rectangle 53">
              <a:extLst>
                <a:ext uri="{FF2B5EF4-FFF2-40B4-BE49-F238E27FC236}">
                  <a16:creationId xmlns:a16="http://schemas.microsoft.com/office/drawing/2014/main" id="{1FE95DE9-89C3-DD74-D79A-339A3811C6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33764" y="4940301"/>
              <a:ext cx="320675" cy="257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1pPr>
              <a:lvl2pPr marL="742950" indent="-28575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2pPr>
              <a:lvl3pPr marL="11430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3pPr>
              <a:lvl4pPr marL="16002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4pPr>
              <a:lvl5pPr marL="20574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5pPr>
              <a:lvl6pPr marL="25146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6pPr>
              <a:lvl7pPr marL="29718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7pPr>
              <a:lvl8pPr marL="34290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8pPr>
              <a:lvl9pPr marL="38862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9pPr>
            </a:lstStyle>
            <a:p>
              <a:r>
                <a:rPr lang="en-US" altLang="ko-KR" sz="1200">
                  <a:solidFill>
                    <a:srgbClr val="000000"/>
                  </a:solidFill>
                </a:rPr>
                <a:t>FI</a:t>
              </a:r>
            </a:p>
          </p:txBody>
        </p:sp>
        <p:sp>
          <p:nvSpPr>
            <p:cNvPr id="24627" name="Line 54">
              <a:extLst>
                <a:ext uri="{FF2B5EF4-FFF2-40B4-BE49-F238E27FC236}">
                  <a16:creationId xmlns:a16="http://schemas.microsoft.com/office/drawing/2014/main" id="{AFA39167-68A1-90DB-1942-BEAFFED6D79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97251" y="4908550"/>
              <a:ext cx="1470025" cy="0"/>
            </a:xfrm>
            <a:prstGeom prst="line">
              <a:avLst/>
            </a:prstGeom>
            <a:noFill/>
            <a:ln w="25399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628" name="Line 55">
              <a:extLst>
                <a:ext uri="{FF2B5EF4-FFF2-40B4-BE49-F238E27FC236}">
                  <a16:creationId xmlns:a16="http://schemas.microsoft.com/office/drawing/2014/main" id="{2E163BEB-EAFF-543B-00FC-490583F8575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97251" y="5167313"/>
              <a:ext cx="1470025" cy="0"/>
            </a:xfrm>
            <a:prstGeom prst="line">
              <a:avLst/>
            </a:prstGeom>
            <a:noFill/>
            <a:ln w="25399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629" name="Line 57">
              <a:extLst>
                <a:ext uri="{FF2B5EF4-FFF2-40B4-BE49-F238E27FC236}">
                  <a16:creationId xmlns:a16="http://schemas.microsoft.com/office/drawing/2014/main" id="{43E7BFDC-759F-5B7A-7977-278A383B9A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73488" y="4900613"/>
              <a:ext cx="0" cy="266700"/>
            </a:xfrm>
            <a:prstGeom prst="line">
              <a:avLst/>
            </a:prstGeom>
            <a:noFill/>
            <a:ln w="25399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630" name="Line 58">
              <a:extLst>
                <a:ext uri="{FF2B5EF4-FFF2-40B4-BE49-F238E27FC236}">
                  <a16:creationId xmlns:a16="http://schemas.microsoft.com/office/drawing/2014/main" id="{5740397F-6426-C07A-9146-962FF189C4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51313" y="4900613"/>
              <a:ext cx="0" cy="266700"/>
            </a:xfrm>
            <a:prstGeom prst="line">
              <a:avLst/>
            </a:prstGeom>
            <a:noFill/>
            <a:ln w="25399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631" name="Line 59">
              <a:extLst>
                <a:ext uri="{FF2B5EF4-FFF2-40B4-BE49-F238E27FC236}">
                  <a16:creationId xmlns:a16="http://schemas.microsoft.com/office/drawing/2014/main" id="{34552D0A-32CF-2FC2-EEEA-851DC363F0C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16438" y="4900613"/>
              <a:ext cx="0" cy="266700"/>
            </a:xfrm>
            <a:prstGeom prst="line">
              <a:avLst/>
            </a:prstGeom>
            <a:noFill/>
            <a:ln w="25399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632" name="Line 60">
              <a:extLst>
                <a:ext uri="{FF2B5EF4-FFF2-40B4-BE49-F238E27FC236}">
                  <a16:creationId xmlns:a16="http://schemas.microsoft.com/office/drawing/2014/main" id="{AFEB032B-94E4-A8B8-61C1-251E94174F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70450" y="4900613"/>
              <a:ext cx="0" cy="285750"/>
            </a:xfrm>
            <a:prstGeom prst="line">
              <a:avLst/>
            </a:prstGeom>
            <a:noFill/>
            <a:ln w="25399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633" name="Rectangle 61">
              <a:extLst>
                <a:ext uri="{FF2B5EF4-FFF2-40B4-BE49-F238E27FC236}">
                  <a16:creationId xmlns:a16="http://schemas.microsoft.com/office/drawing/2014/main" id="{47A6A104-3A79-7900-51D8-2692529DB9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95714" y="4940301"/>
              <a:ext cx="403225" cy="257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1pPr>
              <a:lvl2pPr marL="742950" indent="-28575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2pPr>
              <a:lvl3pPr marL="11430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3pPr>
              <a:lvl4pPr marL="16002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4pPr>
              <a:lvl5pPr marL="20574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5pPr>
              <a:lvl6pPr marL="25146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6pPr>
              <a:lvl7pPr marL="29718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7pPr>
              <a:lvl8pPr marL="34290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8pPr>
              <a:lvl9pPr marL="38862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9pPr>
            </a:lstStyle>
            <a:p>
              <a:r>
                <a:rPr lang="en-US" altLang="ko-KR" sz="1200">
                  <a:solidFill>
                    <a:srgbClr val="000000"/>
                  </a:solidFill>
                </a:rPr>
                <a:t>DA</a:t>
              </a:r>
            </a:p>
          </p:txBody>
        </p:sp>
        <p:sp>
          <p:nvSpPr>
            <p:cNvPr id="24634" name="Rectangle 62">
              <a:extLst>
                <a:ext uri="{FF2B5EF4-FFF2-40B4-BE49-F238E27FC236}">
                  <a16:creationId xmlns:a16="http://schemas.microsoft.com/office/drawing/2014/main" id="{806782DC-5344-BCD9-1B44-8E4259CB82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8139" y="4940301"/>
              <a:ext cx="396875" cy="257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1pPr>
              <a:lvl2pPr marL="742950" indent="-28575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2pPr>
              <a:lvl3pPr marL="11430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3pPr>
              <a:lvl4pPr marL="16002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4pPr>
              <a:lvl5pPr marL="20574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5pPr>
              <a:lvl6pPr marL="25146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6pPr>
              <a:lvl7pPr marL="29718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7pPr>
              <a:lvl8pPr marL="34290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8pPr>
              <a:lvl9pPr marL="38862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9pPr>
            </a:lstStyle>
            <a:p>
              <a:r>
                <a:rPr lang="en-US" altLang="ko-KR" sz="1200">
                  <a:solidFill>
                    <a:srgbClr val="000000"/>
                  </a:solidFill>
                </a:rPr>
                <a:t>FO</a:t>
              </a:r>
            </a:p>
          </p:txBody>
        </p:sp>
        <p:sp>
          <p:nvSpPr>
            <p:cNvPr id="24635" name="Rectangle 63">
              <a:extLst>
                <a:ext uri="{FF2B5EF4-FFF2-40B4-BE49-F238E27FC236}">
                  <a16:creationId xmlns:a16="http://schemas.microsoft.com/office/drawing/2014/main" id="{654FF3FB-7E40-56BF-71D6-222E3C28EA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4850" y="4940301"/>
              <a:ext cx="387350" cy="257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1pPr>
              <a:lvl2pPr marL="742950" indent="-28575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2pPr>
              <a:lvl3pPr marL="11430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3pPr>
              <a:lvl4pPr marL="16002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4pPr>
              <a:lvl5pPr marL="20574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5pPr>
              <a:lvl6pPr marL="25146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6pPr>
              <a:lvl7pPr marL="29718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7pPr>
              <a:lvl8pPr marL="34290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8pPr>
              <a:lvl9pPr marL="38862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9pPr>
            </a:lstStyle>
            <a:p>
              <a:r>
                <a:rPr lang="en-US" altLang="ko-KR" sz="1200">
                  <a:solidFill>
                    <a:srgbClr val="000000"/>
                  </a:solidFill>
                </a:rPr>
                <a:t>EX</a:t>
              </a:r>
            </a:p>
          </p:txBody>
        </p:sp>
        <p:sp>
          <p:nvSpPr>
            <p:cNvPr id="24636" name="Rectangle 64">
              <a:extLst>
                <a:ext uri="{FF2B5EF4-FFF2-40B4-BE49-F238E27FC236}">
                  <a16:creationId xmlns:a16="http://schemas.microsoft.com/office/drawing/2014/main" id="{7D67F8AC-7270-E394-5C7A-0A8C4A328A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0001" y="5254626"/>
              <a:ext cx="320675" cy="257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1pPr>
              <a:lvl2pPr marL="742950" indent="-28575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2pPr>
              <a:lvl3pPr marL="11430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3pPr>
              <a:lvl4pPr marL="16002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4pPr>
              <a:lvl5pPr marL="20574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5pPr>
              <a:lvl6pPr marL="25146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6pPr>
              <a:lvl7pPr marL="29718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7pPr>
              <a:lvl8pPr marL="34290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8pPr>
              <a:lvl9pPr marL="38862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9pPr>
            </a:lstStyle>
            <a:p>
              <a:r>
                <a:rPr lang="en-US" altLang="ko-KR" sz="1200">
                  <a:solidFill>
                    <a:srgbClr val="000000"/>
                  </a:solidFill>
                </a:rPr>
                <a:t>FI</a:t>
              </a:r>
            </a:p>
          </p:txBody>
        </p:sp>
        <p:sp>
          <p:nvSpPr>
            <p:cNvPr id="24637" name="Line 65">
              <a:extLst>
                <a:ext uri="{FF2B5EF4-FFF2-40B4-BE49-F238E27FC236}">
                  <a16:creationId xmlns:a16="http://schemas.microsoft.com/office/drawing/2014/main" id="{C9815B0F-7702-1EF1-1225-37135D74BB8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60788" y="5224463"/>
              <a:ext cx="1498600" cy="0"/>
            </a:xfrm>
            <a:prstGeom prst="line">
              <a:avLst/>
            </a:prstGeom>
            <a:noFill/>
            <a:ln w="25399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638" name="Line 66">
              <a:extLst>
                <a:ext uri="{FF2B5EF4-FFF2-40B4-BE49-F238E27FC236}">
                  <a16:creationId xmlns:a16="http://schemas.microsoft.com/office/drawing/2014/main" id="{BBA2882A-E2E8-5A8F-1ADA-712909EC653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60788" y="5489575"/>
              <a:ext cx="1498600" cy="0"/>
            </a:xfrm>
            <a:prstGeom prst="line">
              <a:avLst/>
            </a:prstGeom>
            <a:noFill/>
            <a:ln w="25399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639" name="Line 67">
              <a:extLst>
                <a:ext uri="{FF2B5EF4-FFF2-40B4-BE49-F238E27FC236}">
                  <a16:creationId xmlns:a16="http://schemas.microsoft.com/office/drawing/2014/main" id="{5EDAE349-C859-F3A6-B767-44AA427788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65550" y="5222875"/>
              <a:ext cx="0" cy="266700"/>
            </a:xfrm>
            <a:prstGeom prst="line">
              <a:avLst/>
            </a:prstGeom>
            <a:noFill/>
            <a:ln w="25399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640" name="Line 68">
              <a:extLst>
                <a:ext uri="{FF2B5EF4-FFF2-40B4-BE49-F238E27FC236}">
                  <a16:creationId xmlns:a16="http://schemas.microsoft.com/office/drawing/2014/main" id="{25BBB625-C741-571A-D2AF-414E1D8FC1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51313" y="5222875"/>
              <a:ext cx="0" cy="266700"/>
            </a:xfrm>
            <a:prstGeom prst="line">
              <a:avLst/>
            </a:prstGeom>
            <a:noFill/>
            <a:ln w="25399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641" name="Line 69">
              <a:extLst>
                <a:ext uri="{FF2B5EF4-FFF2-40B4-BE49-F238E27FC236}">
                  <a16:creationId xmlns:a16="http://schemas.microsoft.com/office/drawing/2014/main" id="{EEE89C7C-A69C-68F6-7EB8-BE2F7FF3DD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16438" y="5222875"/>
              <a:ext cx="0" cy="266700"/>
            </a:xfrm>
            <a:prstGeom prst="line">
              <a:avLst/>
            </a:prstGeom>
            <a:noFill/>
            <a:ln w="25399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642" name="Line 70">
              <a:extLst>
                <a:ext uri="{FF2B5EF4-FFF2-40B4-BE49-F238E27FC236}">
                  <a16:creationId xmlns:a16="http://schemas.microsoft.com/office/drawing/2014/main" id="{4DFEE539-5C35-8126-D034-02E8463396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79975" y="5222875"/>
              <a:ext cx="0" cy="266700"/>
            </a:xfrm>
            <a:prstGeom prst="line">
              <a:avLst/>
            </a:prstGeom>
            <a:noFill/>
            <a:ln w="25399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643" name="Line 71">
              <a:extLst>
                <a:ext uri="{FF2B5EF4-FFF2-40B4-BE49-F238E27FC236}">
                  <a16:creationId xmlns:a16="http://schemas.microsoft.com/office/drawing/2014/main" id="{1C5B1BFB-A326-0986-839C-4A407E2E433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59388" y="5222875"/>
              <a:ext cx="0" cy="285750"/>
            </a:xfrm>
            <a:prstGeom prst="line">
              <a:avLst/>
            </a:prstGeom>
            <a:noFill/>
            <a:ln w="25399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644" name="Rectangle 72">
              <a:extLst>
                <a:ext uri="{FF2B5EF4-FFF2-40B4-BE49-F238E27FC236}">
                  <a16:creationId xmlns:a16="http://schemas.microsoft.com/office/drawing/2014/main" id="{9B80352B-454F-5516-5B54-5A1E462401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8139" y="5245101"/>
              <a:ext cx="403225" cy="257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1pPr>
              <a:lvl2pPr marL="742950" indent="-28575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2pPr>
              <a:lvl3pPr marL="11430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3pPr>
              <a:lvl4pPr marL="16002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4pPr>
              <a:lvl5pPr marL="20574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5pPr>
              <a:lvl6pPr marL="25146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6pPr>
              <a:lvl7pPr marL="29718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7pPr>
              <a:lvl8pPr marL="34290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8pPr>
              <a:lvl9pPr marL="38862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9pPr>
            </a:lstStyle>
            <a:p>
              <a:r>
                <a:rPr lang="en-US" altLang="ko-KR" sz="1200">
                  <a:solidFill>
                    <a:srgbClr val="000000"/>
                  </a:solidFill>
                </a:rPr>
                <a:t>DA</a:t>
              </a:r>
            </a:p>
          </p:txBody>
        </p:sp>
        <p:sp>
          <p:nvSpPr>
            <p:cNvPr id="24645" name="Rectangle 73">
              <a:extLst>
                <a:ext uri="{FF2B5EF4-FFF2-40B4-BE49-F238E27FC236}">
                  <a16:creationId xmlns:a16="http://schemas.microsoft.com/office/drawing/2014/main" id="{44FCF920-9BB1-456E-9868-5AFA6A82AD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3264" y="5254626"/>
              <a:ext cx="396875" cy="257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1pPr>
              <a:lvl2pPr marL="742950" indent="-28575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2pPr>
              <a:lvl3pPr marL="11430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3pPr>
              <a:lvl4pPr marL="16002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4pPr>
              <a:lvl5pPr marL="20574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5pPr>
              <a:lvl6pPr marL="25146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6pPr>
              <a:lvl7pPr marL="29718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7pPr>
              <a:lvl8pPr marL="34290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8pPr>
              <a:lvl9pPr marL="38862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9pPr>
            </a:lstStyle>
            <a:p>
              <a:r>
                <a:rPr lang="en-US" altLang="ko-KR" sz="1200">
                  <a:solidFill>
                    <a:srgbClr val="000000"/>
                  </a:solidFill>
                </a:rPr>
                <a:t>FO</a:t>
              </a:r>
            </a:p>
          </p:txBody>
        </p:sp>
        <p:sp>
          <p:nvSpPr>
            <p:cNvPr id="24646" name="Rectangle 74">
              <a:extLst>
                <a:ext uri="{FF2B5EF4-FFF2-40B4-BE49-F238E27FC236}">
                  <a16:creationId xmlns:a16="http://schemas.microsoft.com/office/drawing/2014/main" id="{336E2043-0E17-35E1-3B5C-4B4868C357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75213" y="5253039"/>
              <a:ext cx="387350" cy="257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1pPr>
              <a:lvl2pPr marL="742950" indent="-28575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2pPr>
              <a:lvl3pPr marL="11430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3pPr>
              <a:lvl4pPr marL="16002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4pPr>
              <a:lvl5pPr marL="20574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5pPr>
              <a:lvl6pPr marL="25146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6pPr>
              <a:lvl7pPr marL="29718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7pPr>
              <a:lvl8pPr marL="34290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8pPr>
              <a:lvl9pPr marL="38862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9pPr>
            </a:lstStyle>
            <a:p>
              <a:r>
                <a:rPr lang="en-US" altLang="ko-KR" sz="1200">
                  <a:solidFill>
                    <a:srgbClr val="000000"/>
                  </a:solidFill>
                </a:rPr>
                <a:t>EX</a:t>
              </a:r>
            </a:p>
          </p:txBody>
        </p:sp>
        <p:sp>
          <p:nvSpPr>
            <p:cNvPr id="24647" name="Rectangle 75">
              <a:extLst>
                <a:ext uri="{FF2B5EF4-FFF2-40B4-BE49-F238E27FC236}">
                  <a16:creationId xmlns:a16="http://schemas.microsoft.com/office/drawing/2014/main" id="{74823587-EB70-FEE4-3E6C-1003F78BED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08288" y="4606926"/>
              <a:ext cx="229230" cy="259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1pPr>
              <a:lvl2pPr marL="742950" indent="-28575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2pPr>
              <a:lvl3pPr marL="11430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3pPr>
              <a:lvl4pPr marL="16002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4pPr>
              <a:lvl5pPr marL="20574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5pPr>
              <a:lvl6pPr marL="25146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6pPr>
              <a:lvl7pPr marL="29718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7pPr>
              <a:lvl8pPr marL="34290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8pPr>
              <a:lvl9pPr marL="38862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9pPr>
            </a:lstStyle>
            <a:p>
              <a:r>
                <a:rPr lang="en-US" altLang="ko-KR" sz="1200">
                  <a:solidFill>
                    <a:srgbClr val="000000"/>
                  </a:solidFill>
                </a:rPr>
                <a:t>i</a:t>
              </a:r>
            </a:p>
          </p:txBody>
        </p:sp>
        <p:sp>
          <p:nvSpPr>
            <p:cNvPr id="24648" name="Rectangle 76">
              <a:extLst>
                <a:ext uri="{FF2B5EF4-FFF2-40B4-BE49-F238E27FC236}">
                  <a16:creationId xmlns:a16="http://schemas.microsoft.com/office/drawing/2014/main" id="{47D5A6E6-C47F-C19D-5566-4BAD90790C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36888" y="4930776"/>
              <a:ext cx="400050" cy="257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1pPr>
              <a:lvl2pPr marL="742950" indent="-28575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2pPr>
              <a:lvl3pPr marL="11430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3pPr>
              <a:lvl4pPr marL="16002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4pPr>
              <a:lvl5pPr marL="20574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5pPr>
              <a:lvl6pPr marL="25146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6pPr>
              <a:lvl7pPr marL="29718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7pPr>
              <a:lvl8pPr marL="34290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8pPr>
              <a:lvl9pPr marL="38862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9pPr>
            </a:lstStyle>
            <a:p>
              <a:r>
                <a:rPr lang="en-US" altLang="ko-KR" sz="1200">
                  <a:solidFill>
                    <a:srgbClr val="000000"/>
                  </a:solidFill>
                </a:rPr>
                <a:t>i+1</a:t>
              </a:r>
            </a:p>
          </p:txBody>
        </p:sp>
        <p:sp>
          <p:nvSpPr>
            <p:cNvPr id="24649" name="Rectangle 77">
              <a:extLst>
                <a:ext uri="{FF2B5EF4-FFF2-40B4-BE49-F238E27FC236}">
                  <a16:creationId xmlns:a16="http://schemas.microsoft.com/office/drawing/2014/main" id="{816F6FDE-9278-CF1A-BE98-73DFE561E8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3600" y="5240339"/>
              <a:ext cx="400050" cy="257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1pPr>
              <a:lvl2pPr marL="742950" indent="-28575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2pPr>
              <a:lvl3pPr marL="11430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3pPr>
              <a:lvl4pPr marL="16002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4pPr>
              <a:lvl5pPr marL="20574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5pPr>
              <a:lvl6pPr marL="25146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6pPr>
              <a:lvl7pPr marL="29718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7pPr>
              <a:lvl8pPr marL="34290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8pPr>
              <a:lvl9pPr marL="38862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9pPr>
            </a:lstStyle>
            <a:p>
              <a:r>
                <a:rPr lang="en-US" altLang="ko-KR" sz="1200">
                  <a:solidFill>
                    <a:srgbClr val="000000"/>
                  </a:solidFill>
                </a:rPr>
                <a:t>i+2</a:t>
              </a:r>
            </a:p>
          </p:txBody>
        </p:sp>
        <p:sp>
          <p:nvSpPr>
            <p:cNvPr id="24653" name="Line 85">
              <a:extLst>
                <a:ext uri="{FF2B5EF4-FFF2-40B4-BE49-F238E27FC236}">
                  <a16:creationId xmlns:a16="http://schemas.microsoft.com/office/drawing/2014/main" id="{0FF2F8C1-4E3B-3C1B-BF4E-BFFFC8B560D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38475" y="4589463"/>
              <a:ext cx="0" cy="266700"/>
            </a:xfrm>
            <a:prstGeom prst="line">
              <a:avLst/>
            </a:prstGeom>
            <a:noFill/>
            <a:ln w="25399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654" name="Line 86">
              <a:extLst>
                <a:ext uri="{FF2B5EF4-FFF2-40B4-BE49-F238E27FC236}">
                  <a16:creationId xmlns:a16="http://schemas.microsoft.com/office/drawing/2014/main" id="{A4C34B89-5319-7E1F-65B1-9B1BA6B515C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99734" y="4912317"/>
              <a:ext cx="0" cy="266700"/>
            </a:xfrm>
            <a:prstGeom prst="line">
              <a:avLst/>
            </a:prstGeom>
            <a:noFill/>
            <a:ln w="25399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B2E14715-9540-2E8A-9979-C310D1F2D613}"/>
              </a:ext>
            </a:extLst>
          </p:cNvPr>
          <p:cNvSpPr txBox="1"/>
          <p:nvPr/>
        </p:nvSpPr>
        <p:spPr>
          <a:xfrm>
            <a:off x="399978" y="1171656"/>
            <a:ext cx="4747365" cy="333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dirty="0"/>
              <a:t>Instruction pipeline </a:t>
            </a:r>
            <a:r>
              <a:rPr lang="en-US" sz="1800" b="0" dirty="0"/>
              <a:t>reads consecutive instructions from memory while previous instructions are being executed in other segments.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b="0" dirty="0"/>
              <a:t>It causes instruction fetch and execute phases to overlap and perform simultaneous operations.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800" b="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b="0" dirty="0"/>
              <a:t>Problem: Instructions may cause a branch out of sequence and the pipeline to be emptied.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b="0" dirty="0"/>
              <a:t>All instructions read from memory after branch must be discarded.</a:t>
            </a:r>
          </a:p>
        </p:txBody>
      </p: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0D248B-74C3-78D4-9563-858494F679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7464" y="870881"/>
            <a:ext cx="5956084" cy="4525963"/>
          </a:xfrm>
        </p:spPr>
        <p:txBody>
          <a:bodyPr/>
          <a:lstStyle/>
          <a:p>
            <a:pPr marL="0" indent="0">
              <a:buNone/>
            </a:pPr>
            <a:r>
              <a:rPr lang="en-US" altLang="ko-KR" sz="1800" dirty="0"/>
              <a:t>==&gt; 4-Segment Instruction Pipeline</a:t>
            </a:r>
          </a:p>
          <a:p>
            <a:pPr marL="0" indent="0">
              <a:buNone/>
            </a:pPr>
            <a:r>
              <a:rPr lang="en-US" sz="1800" dirty="0">
                <a:effectLst/>
                <a:latin typeface="Arial MT"/>
                <a:ea typeface="Arial MT"/>
                <a:cs typeface="Arial MT"/>
              </a:rPr>
              <a:t>Four-segment CPU</a:t>
            </a:r>
            <a:r>
              <a:rPr lang="en-US" sz="1800" spc="-30" dirty="0">
                <a:effectLst/>
                <a:latin typeface="Arial MT"/>
                <a:ea typeface="Arial MT"/>
                <a:cs typeface="Arial MT"/>
              </a:rPr>
              <a:t> </a:t>
            </a:r>
            <a:r>
              <a:rPr lang="en-US" sz="1800" dirty="0">
                <a:effectLst/>
                <a:latin typeface="Arial MT"/>
                <a:ea typeface="Arial MT"/>
                <a:cs typeface="Arial MT"/>
              </a:rPr>
              <a:t>pipeline</a:t>
            </a:r>
            <a:r>
              <a:rPr lang="en-US" sz="1800" spc="-40" dirty="0">
                <a:effectLst/>
                <a:latin typeface="Arial MT"/>
                <a:ea typeface="Arial MT"/>
                <a:cs typeface="Arial MT"/>
              </a:rPr>
              <a:t> </a:t>
            </a:r>
            <a:r>
              <a:rPr lang="en-US" sz="1800" dirty="0">
                <a:effectLst/>
                <a:latin typeface="Arial MT"/>
                <a:ea typeface="Arial MT"/>
                <a:cs typeface="Arial MT"/>
              </a:rPr>
              <a:t>:</a:t>
            </a:r>
            <a:endParaRPr lang="en-US" altLang="ko-KR" sz="1800" dirty="0"/>
          </a:p>
          <a:p>
            <a:pPr marL="0" indent="0">
              <a:buNone/>
            </a:pPr>
            <a:r>
              <a:rPr lang="en-US" altLang="ko-KR" sz="1800" dirty="0"/>
              <a:t>[1]  FI:    Fetch an instruction from memory</a:t>
            </a:r>
          </a:p>
          <a:p>
            <a:pPr marL="0" indent="0">
              <a:buNone/>
            </a:pPr>
            <a:r>
              <a:rPr lang="en-US" altLang="ko-KR" sz="1800" dirty="0"/>
              <a:t>[2]  DA:  Decode the instruction and calculate</a:t>
            </a:r>
          </a:p>
          <a:p>
            <a:pPr marL="0" indent="0">
              <a:buNone/>
            </a:pPr>
            <a:r>
              <a:rPr lang="en-US" altLang="ko-KR" sz="1800" dirty="0"/>
              <a:t>               the effective address of the operand</a:t>
            </a:r>
          </a:p>
          <a:p>
            <a:pPr marL="0" indent="0">
              <a:buNone/>
            </a:pPr>
            <a:r>
              <a:rPr lang="en-US" altLang="ko-KR" sz="1800" dirty="0"/>
              <a:t>[3]  FO:  Fetch the operand</a:t>
            </a:r>
          </a:p>
          <a:p>
            <a:pPr marL="0" indent="0">
              <a:buNone/>
            </a:pPr>
            <a:r>
              <a:rPr lang="en-US" altLang="ko-KR" sz="1800" dirty="0"/>
              <a:t>[4]  EX:  Execute the operation</a:t>
            </a:r>
            <a:endParaRPr lang="en-US" sz="1800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1C4FC7C-F6B4-43C7-7ACC-89D7DDF7D485}"/>
              </a:ext>
            </a:extLst>
          </p:cNvPr>
          <p:cNvGrpSpPr/>
          <p:nvPr/>
        </p:nvGrpSpPr>
        <p:grpSpPr>
          <a:xfrm>
            <a:off x="6728200" y="1042428"/>
            <a:ext cx="4621118" cy="5304584"/>
            <a:chOff x="3178176" y="881064"/>
            <a:chExt cx="4152899" cy="4014786"/>
          </a:xfrm>
        </p:grpSpPr>
        <p:sp>
          <p:nvSpPr>
            <p:cNvPr id="5" name="Rectangle 3">
              <a:extLst>
                <a:ext uri="{FF2B5EF4-FFF2-40B4-BE49-F238E27FC236}">
                  <a16:creationId xmlns:a16="http://schemas.microsoft.com/office/drawing/2014/main" id="{19A76BEF-7FA6-2445-2273-E6D8FA9A99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24463" y="1060450"/>
              <a:ext cx="1454150" cy="438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07950" tIns="53975" rIns="107950" bIns="53975">
              <a:spAutoFit/>
            </a:bodyPr>
            <a:lstStyle>
              <a:lvl1pPr defTabSz="1044575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1pPr>
              <a:lvl2pPr marL="742950" indent="-285750" defTabSz="1044575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2pPr>
              <a:lvl3pPr marL="1143000" indent="-228600" defTabSz="1044575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3pPr>
              <a:lvl4pPr marL="1600200" indent="-228600" defTabSz="1044575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4pPr>
              <a:lvl5pPr marL="2057400" indent="-228600" defTabSz="1044575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5pPr>
              <a:lvl6pPr marL="2514600" indent="-228600" defTabSz="1044575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6pPr>
              <a:lvl7pPr marL="2971800" indent="-228600" defTabSz="1044575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7pPr>
              <a:lvl8pPr marL="3429000" indent="-228600" defTabSz="1044575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8pPr>
              <a:lvl9pPr marL="3886200" indent="-228600" defTabSz="1044575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9pPr>
            </a:lstStyle>
            <a:p>
              <a:r>
                <a:rPr lang="en-US" altLang="ko-KR" sz="1200">
                  <a:solidFill>
                    <a:srgbClr val="000000"/>
                  </a:solidFill>
                </a:rPr>
                <a:t>Fetch instruction</a:t>
              </a:r>
            </a:p>
            <a:p>
              <a:pPr latinLnBrk="1"/>
              <a:endParaRPr lang="en-US" altLang="ko-KR" sz="1200">
                <a:solidFill>
                  <a:srgbClr val="000000"/>
                </a:solidFill>
              </a:endParaRPr>
            </a:p>
          </p:txBody>
        </p:sp>
        <p:sp>
          <p:nvSpPr>
            <p:cNvPr id="6" name="Rectangle 4">
              <a:extLst>
                <a:ext uri="{FF2B5EF4-FFF2-40B4-BE49-F238E27FC236}">
                  <a16:creationId xmlns:a16="http://schemas.microsoft.com/office/drawing/2014/main" id="{FA0C585D-BB47-AB87-B552-DDA7655E1A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72100" y="1173163"/>
              <a:ext cx="1187450" cy="273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07950" tIns="53975" rIns="107950" bIns="53975">
              <a:spAutoFit/>
            </a:bodyPr>
            <a:lstStyle>
              <a:lvl1pPr defTabSz="1044575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1pPr>
              <a:lvl2pPr marL="742950" indent="-285750" defTabSz="1044575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2pPr>
              <a:lvl3pPr marL="1143000" indent="-228600" defTabSz="1044575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3pPr>
              <a:lvl4pPr marL="1600200" indent="-228600" defTabSz="1044575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4pPr>
              <a:lvl5pPr marL="2057400" indent="-228600" defTabSz="1044575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5pPr>
              <a:lvl6pPr marL="2514600" indent="-228600" defTabSz="1044575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6pPr>
              <a:lvl7pPr marL="2971800" indent="-228600" defTabSz="1044575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7pPr>
              <a:lvl8pPr marL="3429000" indent="-228600" defTabSz="1044575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8pPr>
              <a:lvl9pPr marL="3886200" indent="-228600" defTabSz="1044575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9pPr>
            </a:lstStyle>
            <a:p>
              <a:r>
                <a:rPr lang="en-US" altLang="ko-KR" sz="1200">
                  <a:solidFill>
                    <a:srgbClr val="000000"/>
                  </a:solidFill>
                </a:rPr>
                <a:t>from memory</a:t>
              </a:r>
            </a:p>
          </p:txBody>
        </p:sp>
        <p:sp>
          <p:nvSpPr>
            <p:cNvPr id="7" name="Rectangle 5">
              <a:extLst>
                <a:ext uri="{FF2B5EF4-FFF2-40B4-BE49-F238E27FC236}">
                  <a16:creationId xmlns:a16="http://schemas.microsoft.com/office/drawing/2014/main" id="{EDA3423E-6654-21E5-4A0E-21863530A0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65726" y="1555750"/>
              <a:ext cx="1597025" cy="438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07950" tIns="53975" rIns="107950" bIns="53975">
              <a:spAutoFit/>
            </a:bodyPr>
            <a:lstStyle>
              <a:lvl1pPr defTabSz="1044575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1pPr>
              <a:lvl2pPr marL="742950" indent="-285750" defTabSz="1044575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2pPr>
              <a:lvl3pPr marL="1143000" indent="-228600" defTabSz="1044575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3pPr>
              <a:lvl4pPr marL="1600200" indent="-228600" defTabSz="1044575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4pPr>
              <a:lvl5pPr marL="2057400" indent="-228600" defTabSz="1044575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5pPr>
              <a:lvl6pPr marL="2514600" indent="-228600" defTabSz="1044575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6pPr>
              <a:lvl7pPr marL="2971800" indent="-228600" defTabSz="1044575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7pPr>
              <a:lvl8pPr marL="3429000" indent="-228600" defTabSz="1044575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8pPr>
              <a:lvl9pPr marL="3886200" indent="-228600" defTabSz="1044575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9pPr>
            </a:lstStyle>
            <a:p>
              <a:r>
                <a:rPr lang="en-US" altLang="ko-KR" sz="1200">
                  <a:solidFill>
                    <a:srgbClr val="000000"/>
                  </a:solidFill>
                </a:rPr>
                <a:t>Decode instruction</a:t>
              </a:r>
            </a:p>
            <a:p>
              <a:pPr latinLnBrk="1"/>
              <a:endParaRPr lang="en-US" altLang="ko-KR" sz="1200">
                <a:solidFill>
                  <a:srgbClr val="000000"/>
                </a:solidFill>
              </a:endParaRPr>
            </a:p>
          </p:txBody>
        </p:sp>
        <p:sp>
          <p:nvSpPr>
            <p:cNvPr id="8" name="Rectangle 6">
              <a:extLst>
                <a:ext uri="{FF2B5EF4-FFF2-40B4-BE49-F238E27FC236}">
                  <a16:creationId xmlns:a16="http://schemas.microsoft.com/office/drawing/2014/main" id="{537ECF0A-3D70-89A2-F68D-624CC372B5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73688" y="1687513"/>
              <a:ext cx="1181100" cy="438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07950" tIns="53975" rIns="107950" bIns="53975">
              <a:spAutoFit/>
            </a:bodyPr>
            <a:lstStyle>
              <a:lvl1pPr defTabSz="1044575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1pPr>
              <a:lvl2pPr marL="742950" indent="-285750" defTabSz="1044575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2pPr>
              <a:lvl3pPr marL="1143000" indent="-228600" defTabSz="1044575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3pPr>
              <a:lvl4pPr marL="1600200" indent="-228600" defTabSz="1044575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4pPr>
              <a:lvl5pPr marL="2057400" indent="-228600" defTabSz="1044575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5pPr>
              <a:lvl6pPr marL="2514600" indent="-228600" defTabSz="1044575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6pPr>
              <a:lvl7pPr marL="2971800" indent="-228600" defTabSz="1044575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7pPr>
              <a:lvl8pPr marL="3429000" indent="-228600" defTabSz="1044575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8pPr>
              <a:lvl9pPr marL="3886200" indent="-228600" defTabSz="1044575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9pPr>
            </a:lstStyle>
            <a:p>
              <a:r>
                <a:rPr lang="en-US" altLang="ko-KR" sz="1200">
                  <a:solidFill>
                    <a:srgbClr val="000000"/>
                  </a:solidFill>
                </a:rPr>
                <a:t>and calculate</a:t>
              </a:r>
            </a:p>
            <a:p>
              <a:pPr latinLnBrk="1"/>
              <a:endParaRPr lang="en-US" altLang="ko-KR" sz="1200">
                <a:solidFill>
                  <a:srgbClr val="000000"/>
                </a:solidFill>
              </a:endParaRPr>
            </a:p>
          </p:txBody>
        </p:sp>
        <p:sp>
          <p:nvSpPr>
            <p:cNvPr id="9" name="Rectangle 7">
              <a:extLst>
                <a:ext uri="{FF2B5EF4-FFF2-40B4-BE49-F238E27FC236}">
                  <a16:creationId xmlns:a16="http://schemas.microsoft.com/office/drawing/2014/main" id="{354B4257-2158-E325-DC3A-145EAA73F3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38751" y="1822450"/>
              <a:ext cx="1457325" cy="273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07950" tIns="53975" rIns="107950" bIns="53975">
              <a:spAutoFit/>
            </a:bodyPr>
            <a:lstStyle>
              <a:lvl1pPr defTabSz="1044575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1pPr>
              <a:lvl2pPr marL="742950" indent="-285750" defTabSz="1044575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2pPr>
              <a:lvl3pPr marL="1143000" indent="-228600" defTabSz="1044575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3pPr>
              <a:lvl4pPr marL="1600200" indent="-228600" defTabSz="1044575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4pPr>
              <a:lvl5pPr marL="2057400" indent="-228600" defTabSz="1044575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5pPr>
              <a:lvl6pPr marL="2514600" indent="-228600" defTabSz="1044575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6pPr>
              <a:lvl7pPr marL="2971800" indent="-228600" defTabSz="1044575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7pPr>
              <a:lvl8pPr marL="3429000" indent="-228600" defTabSz="1044575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8pPr>
              <a:lvl9pPr marL="3886200" indent="-228600" defTabSz="1044575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9pPr>
            </a:lstStyle>
            <a:p>
              <a:r>
                <a:rPr lang="en-US" altLang="ko-KR" sz="1200">
                  <a:solidFill>
                    <a:srgbClr val="000000"/>
                  </a:solidFill>
                </a:rPr>
                <a:t>effective address</a:t>
              </a:r>
            </a:p>
          </p:txBody>
        </p:sp>
        <p:sp>
          <p:nvSpPr>
            <p:cNvPr id="10" name="Rectangle 8">
              <a:extLst>
                <a:ext uri="{FF2B5EF4-FFF2-40B4-BE49-F238E27FC236}">
                  <a16:creationId xmlns:a16="http://schemas.microsoft.com/office/drawing/2014/main" id="{9A373453-5EB6-AAFF-5E76-EC0BD8637F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91175" y="2179638"/>
              <a:ext cx="833438" cy="273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07950" tIns="53975" rIns="107950" bIns="53975">
              <a:spAutoFit/>
            </a:bodyPr>
            <a:lstStyle>
              <a:lvl1pPr defTabSz="1044575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1pPr>
              <a:lvl2pPr marL="742950" indent="-285750" defTabSz="1044575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2pPr>
              <a:lvl3pPr marL="1143000" indent="-228600" defTabSz="1044575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3pPr>
              <a:lvl4pPr marL="1600200" indent="-228600" defTabSz="1044575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4pPr>
              <a:lvl5pPr marL="2057400" indent="-228600" defTabSz="1044575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5pPr>
              <a:lvl6pPr marL="2514600" indent="-228600" defTabSz="1044575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6pPr>
              <a:lvl7pPr marL="2971800" indent="-228600" defTabSz="1044575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7pPr>
              <a:lvl8pPr marL="3429000" indent="-228600" defTabSz="1044575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8pPr>
              <a:lvl9pPr marL="3886200" indent="-228600" defTabSz="1044575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9pPr>
            </a:lstStyle>
            <a:p>
              <a:r>
                <a:rPr lang="en-US" altLang="ko-KR" sz="1200">
                  <a:solidFill>
                    <a:srgbClr val="000000"/>
                  </a:solidFill>
                </a:rPr>
                <a:t>Branch?</a:t>
              </a:r>
            </a:p>
          </p:txBody>
        </p:sp>
        <p:sp>
          <p:nvSpPr>
            <p:cNvPr id="11" name="Rectangle 9">
              <a:extLst>
                <a:ext uri="{FF2B5EF4-FFF2-40B4-BE49-F238E27FC236}">
                  <a16:creationId xmlns:a16="http://schemas.microsoft.com/office/drawing/2014/main" id="{CB14BCBD-279B-4E05-4085-41657CC388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14951" y="2606675"/>
              <a:ext cx="1266825" cy="438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07950" tIns="53975" rIns="107950" bIns="53975">
              <a:spAutoFit/>
            </a:bodyPr>
            <a:lstStyle>
              <a:lvl1pPr defTabSz="1044575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1pPr>
              <a:lvl2pPr marL="742950" indent="-285750" defTabSz="1044575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2pPr>
              <a:lvl3pPr marL="1143000" indent="-228600" defTabSz="1044575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3pPr>
              <a:lvl4pPr marL="1600200" indent="-228600" defTabSz="1044575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4pPr>
              <a:lvl5pPr marL="2057400" indent="-228600" defTabSz="1044575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5pPr>
              <a:lvl6pPr marL="2514600" indent="-228600" defTabSz="1044575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6pPr>
              <a:lvl7pPr marL="2971800" indent="-228600" defTabSz="1044575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7pPr>
              <a:lvl8pPr marL="3429000" indent="-228600" defTabSz="1044575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8pPr>
              <a:lvl9pPr marL="3886200" indent="-228600" defTabSz="1044575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9pPr>
            </a:lstStyle>
            <a:p>
              <a:r>
                <a:rPr lang="en-US" altLang="ko-KR" sz="1200">
                  <a:solidFill>
                    <a:srgbClr val="000000"/>
                  </a:solidFill>
                </a:rPr>
                <a:t>Fetch operand</a:t>
              </a:r>
            </a:p>
            <a:p>
              <a:pPr latinLnBrk="1"/>
              <a:endParaRPr lang="en-US" altLang="ko-KR" sz="1200">
                <a:solidFill>
                  <a:srgbClr val="000000"/>
                </a:solidFill>
              </a:endParaRPr>
            </a:p>
          </p:txBody>
        </p:sp>
        <p:sp>
          <p:nvSpPr>
            <p:cNvPr id="12" name="Rectangle 10">
              <a:extLst>
                <a:ext uri="{FF2B5EF4-FFF2-40B4-BE49-F238E27FC236}">
                  <a16:creationId xmlns:a16="http://schemas.microsoft.com/office/drawing/2014/main" id="{D0F2AD42-74BD-FFB9-68FA-2D19DCFA7F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83213" y="2747963"/>
              <a:ext cx="1187450" cy="273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07950" tIns="53975" rIns="107950" bIns="53975">
              <a:spAutoFit/>
            </a:bodyPr>
            <a:lstStyle>
              <a:lvl1pPr defTabSz="1044575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1pPr>
              <a:lvl2pPr marL="742950" indent="-285750" defTabSz="1044575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2pPr>
              <a:lvl3pPr marL="1143000" indent="-228600" defTabSz="1044575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3pPr>
              <a:lvl4pPr marL="1600200" indent="-228600" defTabSz="1044575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4pPr>
              <a:lvl5pPr marL="2057400" indent="-228600" defTabSz="1044575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5pPr>
              <a:lvl6pPr marL="2514600" indent="-228600" defTabSz="1044575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6pPr>
              <a:lvl7pPr marL="2971800" indent="-228600" defTabSz="1044575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7pPr>
              <a:lvl8pPr marL="3429000" indent="-228600" defTabSz="1044575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8pPr>
              <a:lvl9pPr marL="3886200" indent="-228600" defTabSz="1044575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9pPr>
            </a:lstStyle>
            <a:p>
              <a:r>
                <a:rPr lang="en-US" altLang="ko-KR" sz="1200">
                  <a:solidFill>
                    <a:srgbClr val="000000"/>
                  </a:solidFill>
                </a:rPr>
                <a:t>from memory</a:t>
              </a:r>
            </a:p>
          </p:txBody>
        </p:sp>
        <p:sp>
          <p:nvSpPr>
            <p:cNvPr id="13" name="Rectangle 11">
              <a:extLst>
                <a:ext uri="{FF2B5EF4-FFF2-40B4-BE49-F238E27FC236}">
                  <a16:creationId xmlns:a16="http://schemas.microsoft.com/office/drawing/2014/main" id="{A25DD6BC-D851-4AFE-A061-E35BE06B2A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11764" y="3135313"/>
              <a:ext cx="1646285" cy="2752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07950" tIns="53975" rIns="107950" bIns="53975">
              <a:spAutoFit/>
            </a:bodyPr>
            <a:lstStyle>
              <a:lvl1pPr defTabSz="1044575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1pPr>
              <a:lvl2pPr marL="742950" indent="-285750" defTabSz="1044575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2pPr>
              <a:lvl3pPr marL="1143000" indent="-228600" defTabSz="1044575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3pPr>
              <a:lvl4pPr marL="1600200" indent="-228600" defTabSz="1044575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4pPr>
              <a:lvl5pPr marL="2057400" indent="-228600" defTabSz="1044575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5pPr>
              <a:lvl6pPr marL="2514600" indent="-228600" defTabSz="1044575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6pPr>
              <a:lvl7pPr marL="2971800" indent="-228600" defTabSz="1044575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7pPr>
              <a:lvl8pPr marL="3429000" indent="-228600" defTabSz="1044575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8pPr>
              <a:lvl9pPr marL="3886200" indent="-228600" defTabSz="1044575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9pPr>
            </a:lstStyle>
            <a:p>
              <a:r>
                <a:rPr lang="en-US" altLang="ko-KR" sz="1200">
                  <a:solidFill>
                    <a:srgbClr val="000000"/>
                  </a:solidFill>
                </a:rPr>
                <a:t>Execute instruction</a:t>
              </a:r>
            </a:p>
          </p:txBody>
        </p:sp>
        <p:sp>
          <p:nvSpPr>
            <p:cNvPr id="14" name="Rectangle 12">
              <a:extLst>
                <a:ext uri="{FF2B5EF4-FFF2-40B4-BE49-F238E27FC236}">
                  <a16:creationId xmlns:a16="http://schemas.microsoft.com/office/drawing/2014/main" id="{11031572-35BF-B1C0-9C68-DC3CA64739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70539" y="3652838"/>
              <a:ext cx="936625" cy="273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07950" tIns="53975" rIns="107950" bIns="53975">
              <a:spAutoFit/>
            </a:bodyPr>
            <a:lstStyle>
              <a:lvl1pPr defTabSz="1044575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1pPr>
              <a:lvl2pPr marL="742950" indent="-285750" defTabSz="1044575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2pPr>
              <a:lvl3pPr marL="1143000" indent="-228600" defTabSz="1044575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3pPr>
              <a:lvl4pPr marL="1600200" indent="-228600" defTabSz="1044575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4pPr>
              <a:lvl5pPr marL="2057400" indent="-228600" defTabSz="1044575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5pPr>
              <a:lvl6pPr marL="2514600" indent="-228600" defTabSz="1044575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6pPr>
              <a:lvl7pPr marL="2971800" indent="-228600" defTabSz="1044575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7pPr>
              <a:lvl8pPr marL="3429000" indent="-228600" defTabSz="1044575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8pPr>
              <a:lvl9pPr marL="3886200" indent="-228600" defTabSz="1044575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9pPr>
            </a:lstStyle>
            <a:p>
              <a:r>
                <a:rPr lang="en-US" altLang="ko-KR" sz="1200">
                  <a:solidFill>
                    <a:srgbClr val="000000"/>
                  </a:solidFill>
                </a:rPr>
                <a:t>Interrupt?</a:t>
              </a:r>
            </a:p>
          </p:txBody>
        </p:sp>
        <p:sp>
          <p:nvSpPr>
            <p:cNvPr id="15" name="Rectangle 13">
              <a:extLst>
                <a:ext uri="{FF2B5EF4-FFF2-40B4-BE49-F238E27FC236}">
                  <a16:creationId xmlns:a16="http://schemas.microsoft.com/office/drawing/2014/main" id="{C539059B-5D33-34CC-87AB-5DF2174FC0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7164" y="3614739"/>
              <a:ext cx="851195" cy="4414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07950" tIns="53975" rIns="107950" bIns="53975">
              <a:spAutoFit/>
            </a:bodyPr>
            <a:lstStyle>
              <a:lvl1pPr defTabSz="1044575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1pPr>
              <a:lvl2pPr marL="742950" indent="-285750" defTabSz="1044575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2pPr>
              <a:lvl3pPr marL="1143000" indent="-228600" defTabSz="1044575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3pPr>
              <a:lvl4pPr marL="1600200" indent="-228600" defTabSz="1044575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4pPr>
              <a:lvl5pPr marL="2057400" indent="-228600" defTabSz="1044575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5pPr>
              <a:lvl6pPr marL="2514600" indent="-228600" defTabSz="1044575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6pPr>
              <a:lvl7pPr marL="2971800" indent="-228600" defTabSz="1044575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7pPr>
              <a:lvl8pPr marL="3429000" indent="-228600" defTabSz="1044575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8pPr>
              <a:lvl9pPr marL="3886200" indent="-228600" defTabSz="1044575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9pPr>
            </a:lstStyle>
            <a:p>
              <a:r>
                <a:rPr lang="en-US" altLang="ko-KR" sz="1200">
                  <a:solidFill>
                    <a:srgbClr val="000000"/>
                  </a:solidFill>
                </a:rPr>
                <a:t>Interrupt</a:t>
              </a:r>
            </a:p>
            <a:p>
              <a:pPr latinLnBrk="1"/>
              <a:endParaRPr lang="en-US" altLang="ko-KR" sz="1200">
                <a:solidFill>
                  <a:srgbClr val="000000"/>
                </a:solidFill>
              </a:endParaRPr>
            </a:p>
          </p:txBody>
        </p:sp>
        <p:sp>
          <p:nvSpPr>
            <p:cNvPr id="16" name="Rectangle 14">
              <a:extLst>
                <a:ext uri="{FF2B5EF4-FFF2-40B4-BE49-F238E27FC236}">
                  <a16:creationId xmlns:a16="http://schemas.microsoft.com/office/drawing/2014/main" id="{79844580-93FE-292A-320D-23128B130A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52876" y="3748088"/>
              <a:ext cx="854075" cy="273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07950" tIns="53975" rIns="107950" bIns="53975">
              <a:spAutoFit/>
            </a:bodyPr>
            <a:lstStyle>
              <a:lvl1pPr defTabSz="1044575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1pPr>
              <a:lvl2pPr marL="742950" indent="-285750" defTabSz="1044575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2pPr>
              <a:lvl3pPr marL="1143000" indent="-228600" defTabSz="1044575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3pPr>
              <a:lvl4pPr marL="1600200" indent="-228600" defTabSz="1044575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4pPr>
              <a:lvl5pPr marL="2057400" indent="-228600" defTabSz="1044575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5pPr>
              <a:lvl6pPr marL="2514600" indent="-228600" defTabSz="1044575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6pPr>
              <a:lvl7pPr marL="2971800" indent="-228600" defTabSz="1044575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7pPr>
              <a:lvl8pPr marL="3429000" indent="-228600" defTabSz="1044575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8pPr>
              <a:lvl9pPr marL="3886200" indent="-228600" defTabSz="1044575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9pPr>
            </a:lstStyle>
            <a:p>
              <a:r>
                <a:rPr lang="en-US" altLang="ko-KR" sz="1200">
                  <a:solidFill>
                    <a:srgbClr val="000000"/>
                  </a:solidFill>
                </a:rPr>
                <a:t>handling</a:t>
              </a:r>
            </a:p>
          </p:txBody>
        </p:sp>
        <p:sp>
          <p:nvSpPr>
            <p:cNvPr id="17" name="Rectangle 15">
              <a:extLst>
                <a:ext uri="{FF2B5EF4-FFF2-40B4-BE49-F238E27FC236}">
                  <a16:creationId xmlns:a16="http://schemas.microsoft.com/office/drawing/2014/main" id="{FB682E66-99A7-E588-EF76-1B3BC23A70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7589" y="4110038"/>
              <a:ext cx="995465" cy="2752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07950" tIns="53975" rIns="107950" bIns="53975">
              <a:spAutoFit/>
            </a:bodyPr>
            <a:lstStyle>
              <a:lvl1pPr defTabSz="1044575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1pPr>
              <a:lvl2pPr marL="742950" indent="-285750" defTabSz="1044575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2pPr>
              <a:lvl3pPr marL="1143000" indent="-228600" defTabSz="1044575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3pPr>
              <a:lvl4pPr marL="1600200" indent="-228600" defTabSz="1044575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4pPr>
              <a:lvl5pPr marL="2057400" indent="-228600" defTabSz="1044575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5pPr>
              <a:lvl6pPr marL="2514600" indent="-228600" defTabSz="1044575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6pPr>
              <a:lvl7pPr marL="2971800" indent="-228600" defTabSz="1044575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7pPr>
              <a:lvl8pPr marL="3429000" indent="-228600" defTabSz="1044575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8pPr>
              <a:lvl9pPr marL="3886200" indent="-228600" defTabSz="1044575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9pPr>
            </a:lstStyle>
            <a:p>
              <a:r>
                <a:rPr lang="en-US" altLang="ko-KR" sz="1200">
                  <a:solidFill>
                    <a:srgbClr val="000000"/>
                  </a:solidFill>
                </a:rPr>
                <a:t>Update PC</a:t>
              </a:r>
            </a:p>
          </p:txBody>
        </p:sp>
        <p:sp>
          <p:nvSpPr>
            <p:cNvPr id="18" name="Rectangle 16">
              <a:extLst>
                <a:ext uri="{FF2B5EF4-FFF2-40B4-BE49-F238E27FC236}">
                  <a16:creationId xmlns:a16="http://schemas.microsoft.com/office/drawing/2014/main" id="{04CD4D26-23A7-B466-74AE-FA62D592C2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08376" y="4511675"/>
              <a:ext cx="1038225" cy="273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07950" tIns="53975" rIns="107950" bIns="53975">
              <a:spAutoFit/>
            </a:bodyPr>
            <a:lstStyle>
              <a:lvl1pPr defTabSz="1044575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1pPr>
              <a:lvl2pPr marL="742950" indent="-285750" defTabSz="1044575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2pPr>
              <a:lvl3pPr marL="1143000" indent="-228600" defTabSz="1044575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3pPr>
              <a:lvl4pPr marL="1600200" indent="-228600" defTabSz="1044575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4pPr>
              <a:lvl5pPr marL="2057400" indent="-228600" defTabSz="1044575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5pPr>
              <a:lvl6pPr marL="2514600" indent="-228600" defTabSz="1044575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6pPr>
              <a:lvl7pPr marL="2971800" indent="-228600" defTabSz="1044575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7pPr>
              <a:lvl8pPr marL="3429000" indent="-228600" defTabSz="1044575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8pPr>
              <a:lvl9pPr marL="3886200" indent="-228600" defTabSz="1044575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9pPr>
            </a:lstStyle>
            <a:p>
              <a:r>
                <a:rPr lang="en-US" altLang="ko-KR" sz="1200">
                  <a:solidFill>
                    <a:srgbClr val="000000"/>
                  </a:solidFill>
                </a:rPr>
                <a:t>Empty pipe</a:t>
              </a:r>
            </a:p>
          </p:txBody>
        </p:sp>
        <p:sp>
          <p:nvSpPr>
            <p:cNvPr id="19" name="Rectangle 17">
              <a:extLst>
                <a:ext uri="{FF2B5EF4-FFF2-40B4-BE49-F238E27FC236}">
                  <a16:creationId xmlns:a16="http://schemas.microsoft.com/office/drawing/2014/main" id="{B56EADC0-0437-B2B8-9DE7-FF8BCF01FC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0339" y="1557338"/>
              <a:ext cx="1508125" cy="474662"/>
            </a:xfrm>
            <a:prstGeom prst="rect">
              <a:avLst/>
            </a:prstGeom>
            <a:noFill/>
            <a:ln w="12699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1pPr>
              <a:lvl2pPr marL="742950" indent="-28575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2pPr>
              <a:lvl3pPr marL="1143000" indent="-2286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3pPr>
              <a:lvl4pPr marL="1600200" indent="-2286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4pPr>
              <a:lvl5pPr marL="2057400" indent="-2286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9pPr>
            </a:lstStyle>
            <a:p>
              <a:endParaRPr lang="en-IN" altLang="en-US"/>
            </a:p>
          </p:txBody>
        </p:sp>
        <p:sp>
          <p:nvSpPr>
            <p:cNvPr id="20" name="Arc 18">
              <a:extLst>
                <a:ext uri="{FF2B5EF4-FFF2-40B4-BE49-F238E27FC236}">
                  <a16:creationId xmlns:a16="http://schemas.microsoft.com/office/drawing/2014/main" id="{68BCF28C-9C3E-77CF-9B32-44656B2C4C91}"/>
                </a:ext>
              </a:extLst>
            </p:cNvPr>
            <p:cNvSpPr>
              <a:spLocks/>
            </p:cNvSpPr>
            <p:nvPr/>
          </p:nvSpPr>
          <p:spPr bwMode="auto">
            <a:xfrm>
              <a:off x="5937251" y="1474789"/>
              <a:ext cx="92075" cy="90487"/>
            </a:xfrm>
            <a:custGeom>
              <a:avLst/>
              <a:gdLst>
                <a:gd name="T0" fmla="*/ 0 w 17337"/>
                <a:gd name="T1" fmla="*/ 10096088 h 21600"/>
                <a:gd name="T2" fmla="*/ 389027444 w 17337"/>
                <a:gd name="T3" fmla="*/ 9534624 h 21600"/>
                <a:gd name="T4" fmla="*/ 197194321 w 17337"/>
                <a:gd name="T5" fmla="*/ 116747525 h 21600"/>
                <a:gd name="T6" fmla="*/ 0 60000 65536"/>
                <a:gd name="T7" fmla="*/ 0 60000 65536"/>
                <a:gd name="T8" fmla="*/ 0 60000 65536"/>
                <a:gd name="T9" fmla="*/ 0 w 17337"/>
                <a:gd name="T10" fmla="*/ 0 h 21600"/>
                <a:gd name="T11" fmla="*/ 17337 w 17337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337" h="21600" fill="none" extrusionOk="0">
                  <a:moveTo>
                    <a:pt x="0" y="1868"/>
                  </a:moveTo>
                  <a:cubicBezTo>
                    <a:pt x="2766" y="636"/>
                    <a:pt x="5760" y="-1"/>
                    <a:pt x="8788" y="0"/>
                  </a:cubicBezTo>
                  <a:cubicBezTo>
                    <a:pt x="11728" y="0"/>
                    <a:pt x="14637" y="600"/>
                    <a:pt x="17337" y="1763"/>
                  </a:cubicBezTo>
                </a:path>
                <a:path w="17337" h="21600" stroke="0" extrusionOk="0">
                  <a:moveTo>
                    <a:pt x="0" y="1868"/>
                  </a:moveTo>
                  <a:cubicBezTo>
                    <a:pt x="2766" y="636"/>
                    <a:pt x="5760" y="-1"/>
                    <a:pt x="8788" y="0"/>
                  </a:cubicBezTo>
                  <a:cubicBezTo>
                    <a:pt x="11728" y="0"/>
                    <a:pt x="14637" y="600"/>
                    <a:pt x="17337" y="1763"/>
                  </a:cubicBezTo>
                  <a:lnTo>
                    <a:pt x="8788" y="216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" name="Line 19">
              <a:extLst>
                <a:ext uri="{FF2B5EF4-FFF2-40B4-BE49-F238E27FC236}">
                  <a16:creationId xmlns:a16="http://schemas.microsoft.com/office/drawing/2014/main" id="{82F252BB-8688-ECBA-2CDE-2736A388D48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981700" y="1398589"/>
              <a:ext cx="0" cy="77787"/>
            </a:xfrm>
            <a:prstGeom prst="line">
              <a:avLst/>
            </a:prstGeom>
            <a:noFill/>
            <a:ln w="12699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" name="Rectangle 20">
              <a:extLst>
                <a:ext uri="{FF2B5EF4-FFF2-40B4-BE49-F238E27FC236}">
                  <a16:creationId xmlns:a16="http://schemas.microsoft.com/office/drawing/2014/main" id="{F8CB891A-5B35-B143-D653-90545DFE67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26051" y="1081089"/>
              <a:ext cx="1508125" cy="312737"/>
            </a:xfrm>
            <a:prstGeom prst="rect">
              <a:avLst/>
            </a:prstGeom>
            <a:noFill/>
            <a:ln w="12699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1pPr>
              <a:lvl2pPr marL="742950" indent="-28575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2pPr>
              <a:lvl3pPr marL="1143000" indent="-2286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3pPr>
              <a:lvl4pPr marL="1600200" indent="-2286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4pPr>
              <a:lvl5pPr marL="2057400" indent="-2286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9pPr>
            </a:lstStyle>
            <a:p>
              <a:endParaRPr lang="en-IN" altLang="en-US"/>
            </a:p>
          </p:txBody>
        </p:sp>
        <p:sp>
          <p:nvSpPr>
            <p:cNvPr id="23" name="Arc 21">
              <a:extLst>
                <a:ext uri="{FF2B5EF4-FFF2-40B4-BE49-F238E27FC236}">
                  <a16:creationId xmlns:a16="http://schemas.microsoft.com/office/drawing/2014/main" id="{CF0CAC2B-8B52-F132-FE07-AD5B067AFCAE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1538" y="2071688"/>
              <a:ext cx="93662" cy="88900"/>
            </a:xfrm>
            <a:custGeom>
              <a:avLst/>
              <a:gdLst>
                <a:gd name="T0" fmla="*/ 0 w 17448"/>
                <a:gd name="T1" fmla="*/ 9201019 h 21600"/>
                <a:gd name="T2" fmla="*/ 417495623 w 17448"/>
                <a:gd name="T3" fmla="*/ 8690890 h 21600"/>
                <a:gd name="T4" fmla="*/ 211618394 w 17448"/>
                <a:gd name="T5" fmla="*/ 104988327 h 21600"/>
                <a:gd name="T6" fmla="*/ 0 60000 65536"/>
                <a:gd name="T7" fmla="*/ 0 60000 65536"/>
                <a:gd name="T8" fmla="*/ 0 60000 65536"/>
                <a:gd name="T9" fmla="*/ 0 w 17448"/>
                <a:gd name="T10" fmla="*/ 0 h 21600"/>
                <a:gd name="T11" fmla="*/ 17448 w 17448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448" h="21600" fill="none" extrusionOk="0">
                  <a:moveTo>
                    <a:pt x="0" y="1893"/>
                  </a:moveTo>
                  <a:cubicBezTo>
                    <a:pt x="2781" y="645"/>
                    <a:pt x="5795" y="-1"/>
                    <a:pt x="8844" y="0"/>
                  </a:cubicBezTo>
                  <a:cubicBezTo>
                    <a:pt x="11804" y="0"/>
                    <a:pt x="14732" y="608"/>
                    <a:pt x="17448" y="1787"/>
                  </a:cubicBezTo>
                </a:path>
                <a:path w="17448" h="21600" stroke="0" extrusionOk="0">
                  <a:moveTo>
                    <a:pt x="0" y="1893"/>
                  </a:moveTo>
                  <a:cubicBezTo>
                    <a:pt x="2781" y="645"/>
                    <a:pt x="5795" y="-1"/>
                    <a:pt x="8844" y="0"/>
                  </a:cubicBezTo>
                  <a:cubicBezTo>
                    <a:pt x="11804" y="0"/>
                    <a:pt x="14732" y="608"/>
                    <a:pt x="17448" y="1787"/>
                  </a:cubicBezTo>
                  <a:lnTo>
                    <a:pt x="8844" y="216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" name="Line 22">
              <a:extLst>
                <a:ext uri="{FF2B5EF4-FFF2-40B4-BE49-F238E27FC236}">
                  <a16:creationId xmlns:a16="http://schemas.microsoft.com/office/drawing/2014/main" id="{D03787BE-5361-1997-44B6-5FD058C68B7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994400" y="2038351"/>
              <a:ext cx="0" cy="42863"/>
            </a:xfrm>
            <a:prstGeom prst="line">
              <a:avLst/>
            </a:prstGeom>
            <a:noFill/>
            <a:ln w="12699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25" name="Group 27">
              <a:extLst>
                <a:ext uri="{FF2B5EF4-FFF2-40B4-BE49-F238E27FC236}">
                  <a16:creationId xmlns:a16="http://schemas.microsoft.com/office/drawing/2014/main" id="{8AA9F8C3-3682-F6FE-933A-780424706DF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368925" y="2163763"/>
              <a:ext cx="1238250" cy="322262"/>
              <a:chOff x="2166" y="2347"/>
              <a:chExt cx="809" cy="276"/>
            </a:xfrm>
          </p:grpSpPr>
          <p:sp>
            <p:nvSpPr>
              <p:cNvPr id="70" name="Line 23">
                <a:extLst>
                  <a:ext uri="{FF2B5EF4-FFF2-40B4-BE49-F238E27FC236}">
                    <a16:creationId xmlns:a16="http://schemas.microsoft.com/office/drawing/2014/main" id="{2223E423-D669-C196-E9FC-FFDEA370F13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166" y="2347"/>
                <a:ext cx="403" cy="138"/>
              </a:xfrm>
              <a:prstGeom prst="line">
                <a:avLst/>
              </a:prstGeom>
              <a:noFill/>
              <a:ln w="12699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1" name="Line 24">
                <a:extLst>
                  <a:ext uri="{FF2B5EF4-FFF2-40B4-BE49-F238E27FC236}">
                    <a16:creationId xmlns:a16="http://schemas.microsoft.com/office/drawing/2014/main" id="{67B053DF-42BF-0375-FFF8-AB284A691FD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571" y="2485"/>
                <a:ext cx="404" cy="138"/>
              </a:xfrm>
              <a:prstGeom prst="line">
                <a:avLst/>
              </a:prstGeom>
              <a:noFill/>
              <a:ln w="12699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2" name="Line 25">
                <a:extLst>
                  <a:ext uri="{FF2B5EF4-FFF2-40B4-BE49-F238E27FC236}">
                    <a16:creationId xmlns:a16="http://schemas.microsoft.com/office/drawing/2014/main" id="{A1040306-915E-01D8-98B0-A82B81DF0BC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71" y="2347"/>
                <a:ext cx="404" cy="138"/>
              </a:xfrm>
              <a:prstGeom prst="line">
                <a:avLst/>
              </a:prstGeom>
              <a:noFill/>
              <a:ln w="12699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3" name="Line 26">
                <a:extLst>
                  <a:ext uri="{FF2B5EF4-FFF2-40B4-BE49-F238E27FC236}">
                    <a16:creationId xmlns:a16="http://schemas.microsoft.com/office/drawing/2014/main" id="{D586B4C0-4194-B14C-525C-A108D0BB961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66" y="2485"/>
                <a:ext cx="403" cy="138"/>
              </a:xfrm>
              <a:prstGeom prst="line">
                <a:avLst/>
              </a:prstGeom>
              <a:noFill/>
              <a:ln w="12699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26" name="Arc 28">
              <a:extLst>
                <a:ext uri="{FF2B5EF4-FFF2-40B4-BE49-F238E27FC236}">
                  <a16:creationId xmlns:a16="http://schemas.microsoft.com/office/drawing/2014/main" id="{19A2A392-A2E3-598D-5BEA-7C0521C97E4F}"/>
                </a:ext>
              </a:extLst>
            </p:cNvPr>
            <p:cNvSpPr>
              <a:spLocks/>
            </p:cNvSpPr>
            <p:nvPr/>
          </p:nvSpPr>
          <p:spPr bwMode="auto">
            <a:xfrm>
              <a:off x="5945189" y="2557464"/>
              <a:ext cx="90487" cy="90487"/>
            </a:xfrm>
            <a:custGeom>
              <a:avLst/>
              <a:gdLst>
                <a:gd name="T0" fmla="*/ 0 w 17302"/>
                <a:gd name="T1" fmla="*/ 10356648 h 21600"/>
                <a:gd name="T2" fmla="*/ 354025735 w 17302"/>
                <a:gd name="T3" fmla="*/ 9209684 h 21600"/>
                <a:gd name="T4" fmla="*/ 181963742 w 17302"/>
                <a:gd name="T5" fmla="*/ 116747525 h 21600"/>
                <a:gd name="T6" fmla="*/ 0 60000 65536"/>
                <a:gd name="T7" fmla="*/ 0 60000 65536"/>
                <a:gd name="T8" fmla="*/ 0 60000 65536"/>
                <a:gd name="T9" fmla="*/ 0 w 17302"/>
                <a:gd name="T10" fmla="*/ 0 h 21600"/>
                <a:gd name="T11" fmla="*/ 17302 w 17302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302" h="21600" fill="none" extrusionOk="0">
                  <a:moveTo>
                    <a:pt x="-1" y="1915"/>
                  </a:moveTo>
                  <a:cubicBezTo>
                    <a:pt x="2794" y="653"/>
                    <a:pt x="5826" y="-1"/>
                    <a:pt x="8893" y="0"/>
                  </a:cubicBezTo>
                  <a:cubicBezTo>
                    <a:pt x="11781" y="0"/>
                    <a:pt x="14641" y="579"/>
                    <a:pt x="17301" y="1704"/>
                  </a:cubicBezTo>
                </a:path>
                <a:path w="17302" h="21600" stroke="0" extrusionOk="0">
                  <a:moveTo>
                    <a:pt x="-1" y="1915"/>
                  </a:moveTo>
                  <a:cubicBezTo>
                    <a:pt x="2794" y="653"/>
                    <a:pt x="5826" y="-1"/>
                    <a:pt x="8893" y="0"/>
                  </a:cubicBezTo>
                  <a:cubicBezTo>
                    <a:pt x="11781" y="0"/>
                    <a:pt x="14641" y="579"/>
                    <a:pt x="17301" y="1704"/>
                  </a:cubicBezTo>
                  <a:lnTo>
                    <a:pt x="8893" y="216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" name="Rectangle 30">
              <a:extLst>
                <a:ext uri="{FF2B5EF4-FFF2-40B4-BE49-F238E27FC236}">
                  <a16:creationId xmlns:a16="http://schemas.microsoft.com/office/drawing/2014/main" id="{DB43A990-D09E-7FFB-528B-E7706F95E8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3038" y="2636839"/>
              <a:ext cx="1509712" cy="312737"/>
            </a:xfrm>
            <a:prstGeom prst="rect">
              <a:avLst/>
            </a:prstGeom>
            <a:noFill/>
            <a:ln w="12699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1pPr>
              <a:lvl2pPr marL="742950" indent="-28575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2pPr>
              <a:lvl3pPr marL="1143000" indent="-2286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3pPr>
              <a:lvl4pPr marL="1600200" indent="-2286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4pPr>
              <a:lvl5pPr marL="2057400" indent="-2286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9pPr>
            </a:lstStyle>
            <a:p>
              <a:endParaRPr lang="en-IN" altLang="en-US"/>
            </a:p>
          </p:txBody>
        </p:sp>
        <p:sp>
          <p:nvSpPr>
            <p:cNvPr id="28" name="Arc 31">
              <a:extLst>
                <a:ext uri="{FF2B5EF4-FFF2-40B4-BE49-F238E27FC236}">
                  <a16:creationId xmlns:a16="http://schemas.microsoft.com/office/drawing/2014/main" id="{B51C7C9C-8F9D-C723-30A0-7BE274914695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2176" y="3067050"/>
              <a:ext cx="92075" cy="88900"/>
            </a:xfrm>
            <a:custGeom>
              <a:avLst/>
              <a:gdLst>
                <a:gd name="T0" fmla="*/ 0 w 17302"/>
                <a:gd name="T1" fmla="*/ 9313255 h 21600"/>
                <a:gd name="T2" fmla="*/ 392977753 w 17302"/>
                <a:gd name="T3" fmla="*/ 8282277 h 21600"/>
                <a:gd name="T4" fmla="*/ 201984552 w 17302"/>
                <a:gd name="T5" fmla="*/ 104988327 h 21600"/>
                <a:gd name="T6" fmla="*/ 0 60000 65536"/>
                <a:gd name="T7" fmla="*/ 0 60000 65536"/>
                <a:gd name="T8" fmla="*/ 0 60000 65536"/>
                <a:gd name="T9" fmla="*/ 0 w 17302"/>
                <a:gd name="T10" fmla="*/ 0 h 21600"/>
                <a:gd name="T11" fmla="*/ 17302 w 17302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302" h="21600" fill="none" extrusionOk="0">
                  <a:moveTo>
                    <a:pt x="-1" y="1915"/>
                  </a:moveTo>
                  <a:cubicBezTo>
                    <a:pt x="2794" y="653"/>
                    <a:pt x="5826" y="-1"/>
                    <a:pt x="8893" y="0"/>
                  </a:cubicBezTo>
                  <a:cubicBezTo>
                    <a:pt x="11781" y="0"/>
                    <a:pt x="14641" y="579"/>
                    <a:pt x="17301" y="1704"/>
                  </a:cubicBezTo>
                </a:path>
                <a:path w="17302" h="21600" stroke="0" extrusionOk="0">
                  <a:moveTo>
                    <a:pt x="-1" y="1915"/>
                  </a:moveTo>
                  <a:cubicBezTo>
                    <a:pt x="2794" y="653"/>
                    <a:pt x="5826" y="-1"/>
                    <a:pt x="8893" y="0"/>
                  </a:cubicBezTo>
                  <a:cubicBezTo>
                    <a:pt x="11781" y="0"/>
                    <a:pt x="14641" y="579"/>
                    <a:pt x="17301" y="1704"/>
                  </a:cubicBezTo>
                  <a:lnTo>
                    <a:pt x="8893" y="216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" name="Line 32">
              <a:extLst>
                <a:ext uri="{FF2B5EF4-FFF2-40B4-BE49-F238E27FC236}">
                  <a16:creationId xmlns:a16="http://schemas.microsoft.com/office/drawing/2014/main" id="{168771C8-B41A-A994-FED9-ECEC5B9F9C9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010275" y="2957513"/>
              <a:ext cx="0" cy="131762"/>
            </a:xfrm>
            <a:prstGeom prst="line">
              <a:avLst/>
            </a:prstGeom>
            <a:noFill/>
            <a:ln w="12699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" name="Rectangle 33">
              <a:extLst>
                <a:ext uri="{FF2B5EF4-FFF2-40B4-BE49-F238E27FC236}">
                  <a16:creationId xmlns:a16="http://schemas.microsoft.com/office/drawing/2014/main" id="{C481015D-3654-B3E8-F8DA-02F502BE00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3038" y="3157538"/>
              <a:ext cx="1509712" cy="209550"/>
            </a:xfrm>
            <a:prstGeom prst="rect">
              <a:avLst/>
            </a:prstGeom>
            <a:noFill/>
            <a:ln w="12699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1pPr>
              <a:lvl2pPr marL="742950" indent="-28575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2pPr>
              <a:lvl3pPr marL="1143000" indent="-2286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3pPr>
              <a:lvl4pPr marL="1600200" indent="-2286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4pPr>
              <a:lvl5pPr marL="2057400" indent="-2286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9pPr>
            </a:lstStyle>
            <a:p>
              <a:endParaRPr lang="en-IN" altLang="en-US"/>
            </a:p>
          </p:txBody>
        </p:sp>
        <p:sp>
          <p:nvSpPr>
            <p:cNvPr id="31" name="Arc 34">
              <a:extLst>
                <a:ext uri="{FF2B5EF4-FFF2-40B4-BE49-F238E27FC236}">
                  <a16:creationId xmlns:a16="http://schemas.microsoft.com/office/drawing/2014/main" id="{9949CC53-5C4E-A43C-A057-D4038CD477C2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6939" y="3530600"/>
              <a:ext cx="92075" cy="88900"/>
            </a:xfrm>
            <a:custGeom>
              <a:avLst/>
              <a:gdLst>
                <a:gd name="T0" fmla="*/ 0 w 17448"/>
                <a:gd name="T1" fmla="*/ 9201019 h 21600"/>
                <a:gd name="T2" fmla="*/ 376809571 w 17448"/>
                <a:gd name="T3" fmla="*/ 8690890 h 21600"/>
                <a:gd name="T4" fmla="*/ 190997069 w 17448"/>
                <a:gd name="T5" fmla="*/ 104988327 h 21600"/>
                <a:gd name="T6" fmla="*/ 0 60000 65536"/>
                <a:gd name="T7" fmla="*/ 0 60000 65536"/>
                <a:gd name="T8" fmla="*/ 0 60000 65536"/>
                <a:gd name="T9" fmla="*/ 0 w 17448"/>
                <a:gd name="T10" fmla="*/ 0 h 21600"/>
                <a:gd name="T11" fmla="*/ 17448 w 17448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448" h="21600" fill="none" extrusionOk="0">
                  <a:moveTo>
                    <a:pt x="0" y="1893"/>
                  </a:moveTo>
                  <a:cubicBezTo>
                    <a:pt x="2781" y="645"/>
                    <a:pt x="5795" y="-1"/>
                    <a:pt x="8844" y="0"/>
                  </a:cubicBezTo>
                  <a:cubicBezTo>
                    <a:pt x="11804" y="0"/>
                    <a:pt x="14732" y="608"/>
                    <a:pt x="17448" y="1787"/>
                  </a:cubicBezTo>
                </a:path>
                <a:path w="17448" h="21600" stroke="0" extrusionOk="0">
                  <a:moveTo>
                    <a:pt x="0" y="1893"/>
                  </a:moveTo>
                  <a:cubicBezTo>
                    <a:pt x="2781" y="645"/>
                    <a:pt x="5795" y="-1"/>
                    <a:pt x="8844" y="0"/>
                  </a:cubicBezTo>
                  <a:cubicBezTo>
                    <a:pt x="11804" y="0"/>
                    <a:pt x="14732" y="608"/>
                    <a:pt x="17448" y="1787"/>
                  </a:cubicBezTo>
                  <a:lnTo>
                    <a:pt x="8844" y="216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" name="Line 35">
              <a:extLst>
                <a:ext uri="{FF2B5EF4-FFF2-40B4-BE49-F238E27FC236}">
                  <a16:creationId xmlns:a16="http://schemas.microsoft.com/office/drawing/2014/main" id="{9862A826-A551-E293-BE1C-450903EAA56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013450" y="3373439"/>
              <a:ext cx="0" cy="161925"/>
            </a:xfrm>
            <a:prstGeom prst="line">
              <a:avLst/>
            </a:prstGeom>
            <a:noFill/>
            <a:ln w="12699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33" name="Group 40">
              <a:extLst>
                <a:ext uri="{FF2B5EF4-FFF2-40B4-BE49-F238E27FC236}">
                  <a16:creationId xmlns:a16="http://schemas.microsoft.com/office/drawing/2014/main" id="{2889F7D3-D56C-164A-C470-4E82F021689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397500" y="3617913"/>
              <a:ext cx="1239838" cy="323850"/>
              <a:chOff x="2185" y="3590"/>
              <a:chExt cx="809" cy="276"/>
            </a:xfrm>
          </p:grpSpPr>
          <p:sp>
            <p:nvSpPr>
              <p:cNvPr id="66" name="Line 36">
                <a:extLst>
                  <a:ext uri="{FF2B5EF4-FFF2-40B4-BE49-F238E27FC236}">
                    <a16:creationId xmlns:a16="http://schemas.microsoft.com/office/drawing/2014/main" id="{74A89031-A486-62A4-D4AA-ABB31ECF8AE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185" y="3590"/>
                <a:ext cx="403" cy="138"/>
              </a:xfrm>
              <a:prstGeom prst="line">
                <a:avLst/>
              </a:prstGeom>
              <a:noFill/>
              <a:ln w="12699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7" name="Line 37">
                <a:extLst>
                  <a:ext uri="{FF2B5EF4-FFF2-40B4-BE49-F238E27FC236}">
                    <a16:creationId xmlns:a16="http://schemas.microsoft.com/office/drawing/2014/main" id="{61FDF06A-A763-C0B2-6439-4D2886EC3FA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589" y="3728"/>
                <a:ext cx="405" cy="138"/>
              </a:xfrm>
              <a:prstGeom prst="line">
                <a:avLst/>
              </a:prstGeom>
              <a:noFill/>
              <a:ln w="12699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8" name="Line 38">
                <a:extLst>
                  <a:ext uri="{FF2B5EF4-FFF2-40B4-BE49-F238E27FC236}">
                    <a16:creationId xmlns:a16="http://schemas.microsoft.com/office/drawing/2014/main" id="{82505B87-7CAB-7A13-5FD7-B16BBA5A954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89" y="3590"/>
                <a:ext cx="405" cy="138"/>
              </a:xfrm>
              <a:prstGeom prst="line">
                <a:avLst/>
              </a:prstGeom>
              <a:noFill/>
              <a:ln w="12699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9" name="Line 39">
                <a:extLst>
                  <a:ext uri="{FF2B5EF4-FFF2-40B4-BE49-F238E27FC236}">
                    <a16:creationId xmlns:a16="http://schemas.microsoft.com/office/drawing/2014/main" id="{8B61091A-3174-6994-2F5A-CD3C09D6B0A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85" y="3728"/>
                <a:ext cx="403" cy="138"/>
              </a:xfrm>
              <a:prstGeom prst="line">
                <a:avLst/>
              </a:prstGeom>
              <a:noFill/>
              <a:ln w="12699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34" name="Line 41">
              <a:extLst>
                <a:ext uri="{FF2B5EF4-FFF2-40B4-BE49-F238E27FC236}">
                  <a16:creationId xmlns:a16="http://schemas.microsoft.com/office/drawing/2014/main" id="{4DA3289E-D9AA-993F-2747-85FDAD9A9E7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013450" y="3943350"/>
              <a:ext cx="0" cy="215900"/>
            </a:xfrm>
            <a:prstGeom prst="line">
              <a:avLst/>
            </a:prstGeom>
            <a:noFill/>
            <a:ln w="12699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" name="Line 42">
              <a:extLst>
                <a:ext uri="{FF2B5EF4-FFF2-40B4-BE49-F238E27FC236}">
                  <a16:creationId xmlns:a16="http://schemas.microsoft.com/office/drawing/2014/main" id="{032B2057-BF7C-3B47-ECDD-210668C39B5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16625" y="4159250"/>
              <a:ext cx="1314450" cy="0"/>
            </a:xfrm>
            <a:prstGeom prst="line">
              <a:avLst/>
            </a:prstGeom>
            <a:noFill/>
            <a:ln w="12699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" name="Rectangle 43">
              <a:extLst>
                <a:ext uri="{FF2B5EF4-FFF2-40B4-BE49-F238E27FC236}">
                  <a16:creationId xmlns:a16="http://schemas.microsoft.com/office/drawing/2014/main" id="{7F58A979-D986-972B-E88A-11803A1F8C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45189" y="3903663"/>
              <a:ext cx="403225" cy="273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07950" tIns="53975" rIns="107950" bIns="53975">
              <a:spAutoFit/>
            </a:bodyPr>
            <a:lstStyle>
              <a:lvl1pPr defTabSz="1044575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1pPr>
              <a:lvl2pPr marL="742950" indent="-285750" defTabSz="1044575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2pPr>
              <a:lvl3pPr marL="1143000" indent="-228600" defTabSz="1044575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3pPr>
              <a:lvl4pPr marL="1600200" indent="-228600" defTabSz="1044575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4pPr>
              <a:lvl5pPr marL="2057400" indent="-228600" defTabSz="1044575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5pPr>
              <a:lvl6pPr marL="2514600" indent="-228600" defTabSz="1044575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6pPr>
              <a:lvl7pPr marL="2971800" indent="-228600" defTabSz="1044575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7pPr>
              <a:lvl8pPr marL="3429000" indent="-228600" defTabSz="1044575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8pPr>
              <a:lvl9pPr marL="3886200" indent="-228600" defTabSz="1044575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9pPr>
            </a:lstStyle>
            <a:p>
              <a:r>
                <a:rPr lang="en-US" altLang="ko-KR" sz="1200">
                  <a:solidFill>
                    <a:srgbClr val="000000"/>
                  </a:solidFill>
                </a:rPr>
                <a:t>no</a:t>
              </a:r>
            </a:p>
          </p:txBody>
        </p:sp>
        <p:sp>
          <p:nvSpPr>
            <p:cNvPr id="37" name="Rectangle 44">
              <a:extLst>
                <a:ext uri="{FF2B5EF4-FFF2-40B4-BE49-F238E27FC236}">
                  <a16:creationId xmlns:a16="http://schemas.microsoft.com/office/drawing/2014/main" id="{D9BFEE82-5D16-1BE7-8015-537CF07E26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7301" y="3548063"/>
              <a:ext cx="468313" cy="273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07950" tIns="53975" rIns="107950" bIns="53975">
              <a:spAutoFit/>
            </a:bodyPr>
            <a:lstStyle>
              <a:lvl1pPr defTabSz="1044575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1pPr>
              <a:lvl2pPr marL="742950" indent="-285750" defTabSz="1044575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2pPr>
              <a:lvl3pPr marL="1143000" indent="-228600" defTabSz="1044575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3pPr>
              <a:lvl4pPr marL="1600200" indent="-228600" defTabSz="1044575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4pPr>
              <a:lvl5pPr marL="2057400" indent="-228600" defTabSz="1044575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5pPr>
              <a:lvl6pPr marL="2514600" indent="-228600" defTabSz="1044575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6pPr>
              <a:lvl7pPr marL="2971800" indent="-228600" defTabSz="1044575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7pPr>
              <a:lvl8pPr marL="3429000" indent="-228600" defTabSz="1044575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8pPr>
              <a:lvl9pPr marL="3886200" indent="-228600" defTabSz="1044575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9pPr>
            </a:lstStyle>
            <a:p>
              <a:r>
                <a:rPr lang="en-US" altLang="ko-KR" sz="1200">
                  <a:solidFill>
                    <a:srgbClr val="000000"/>
                  </a:solidFill>
                </a:rPr>
                <a:t>yes</a:t>
              </a:r>
            </a:p>
          </p:txBody>
        </p:sp>
        <p:sp>
          <p:nvSpPr>
            <p:cNvPr id="38" name="Rectangle 45">
              <a:extLst>
                <a:ext uri="{FF2B5EF4-FFF2-40B4-BE49-F238E27FC236}">
                  <a16:creationId xmlns:a16="http://schemas.microsoft.com/office/drawing/2014/main" id="{1337BC0B-0234-7220-FB6C-6B670AD6E9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02213" y="2255838"/>
              <a:ext cx="472886" cy="2752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07950" tIns="53975" rIns="107950" bIns="53975">
              <a:spAutoFit/>
            </a:bodyPr>
            <a:lstStyle>
              <a:lvl1pPr defTabSz="1044575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1pPr>
              <a:lvl2pPr marL="742950" indent="-285750" defTabSz="1044575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2pPr>
              <a:lvl3pPr marL="1143000" indent="-228600" defTabSz="1044575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3pPr>
              <a:lvl4pPr marL="1600200" indent="-228600" defTabSz="1044575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4pPr>
              <a:lvl5pPr marL="2057400" indent="-228600" defTabSz="1044575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5pPr>
              <a:lvl6pPr marL="2514600" indent="-228600" defTabSz="1044575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6pPr>
              <a:lvl7pPr marL="2971800" indent="-228600" defTabSz="1044575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7pPr>
              <a:lvl8pPr marL="3429000" indent="-228600" defTabSz="1044575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8pPr>
              <a:lvl9pPr marL="3886200" indent="-228600" defTabSz="1044575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9pPr>
            </a:lstStyle>
            <a:p>
              <a:r>
                <a:rPr lang="en-US" altLang="ko-KR" sz="1200">
                  <a:solidFill>
                    <a:srgbClr val="000000"/>
                  </a:solidFill>
                </a:rPr>
                <a:t>yes</a:t>
              </a:r>
            </a:p>
          </p:txBody>
        </p:sp>
        <p:sp>
          <p:nvSpPr>
            <p:cNvPr id="39" name="Rectangle 46">
              <a:extLst>
                <a:ext uri="{FF2B5EF4-FFF2-40B4-BE49-F238E27FC236}">
                  <a16:creationId xmlns:a16="http://schemas.microsoft.com/office/drawing/2014/main" id="{B1431E57-3844-B17A-91A5-0C50350B21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56301" y="2409825"/>
              <a:ext cx="403225" cy="273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07950" tIns="53975" rIns="107950" bIns="53975">
              <a:spAutoFit/>
            </a:bodyPr>
            <a:lstStyle>
              <a:lvl1pPr defTabSz="1044575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1pPr>
              <a:lvl2pPr marL="742950" indent="-285750" defTabSz="1044575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2pPr>
              <a:lvl3pPr marL="1143000" indent="-228600" defTabSz="1044575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3pPr>
              <a:lvl4pPr marL="1600200" indent="-228600" defTabSz="1044575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4pPr>
              <a:lvl5pPr marL="2057400" indent="-228600" defTabSz="1044575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5pPr>
              <a:lvl6pPr marL="2514600" indent="-228600" defTabSz="1044575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6pPr>
              <a:lvl7pPr marL="2971800" indent="-228600" defTabSz="1044575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7pPr>
              <a:lvl8pPr marL="3429000" indent="-228600" defTabSz="1044575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8pPr>
              <a:lvl9pPr marL="3886200" indent="-228600" defTabSz="1044575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9pPr>
            </a:lstStyle>
            <a:p>
              <a:r>
                <a:rPr lang="en-US" altLang="ko-KR" sz="1200">
                  <a:solidFill>
                    <a:srgbClr val="000000"/>
                  </a:solidFill>
                </a:rPr>
                <a:t>no</a:t>
              </a:r>
            </a:p>
          </p:txBody>
        </p:sp>
        <p:sp>
          <p:nvSpPr>
            <p:cNvPr id="40" name="Line 47">
              <a:extLst>
                <a:ext uri="{FF2B5EF4-FFF2-40B4-BE49-F238E27FC236}">
                  <a16:creationId xmlns:a16="http://schemas.microsoft.com/office/drawing/2014/main" id="{F6D7C084-6C36-7B87-625D-88AEE8BBB09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326313" y="890588"/>
              <a:ext cx="0" cy="3262312"/>
            </a:xfrm>
            <a:prstGeom prst="line">
              <a:avLst/>
            </a:prstGeom>
            <a:noFill/>
            <a:ln w="12699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" name="Arc 48">
              <a:extLst>
                <a:ext uri="{FF2B5EF4-FFF2-40B4-BE49-F238E27FC236}">
                  <a16:creationId xmlns:a16="http://schemas.microsoft.com/office/drawing/2014/main" id="{2F6B430D-D4E5-F194-0B22-02A54F3EFFE3}"/>
                </a:ext>
              </a:extLst>
            </p:cNvPr>
            <p:cNvSpPr>
              <a:spLocks/>
            </p:cNvSpPr>
            <p:nvPr/>
          </p:nvSpPr>
          <p:spPr bwMode="auto">
            <a:xfrm>
              <a:off x="6338889" y="984251"/>
              <a:ext cx="92075" cy="87313"/>
            </a:xfrm>
            <a:custGeom>
              <a:avLst/>
              <a:gdLst>
                <a:gd name="T0" fmla="*/ 0 w 17448"/>
                <a:gd name="T1" fmla="*/ 8258350 h 21600"/>
                <a:gd name="T2" fmla="*/ 376809571 w 17448"/>
                <a:gd name="T3" fmla="*/ 7801012 h 21600"/>
                <a:gd name="T4" fmla="*/ 190997069 w 17448"/>
                <a:gd name="T5" fmla="*/ 94233427 h 21600"/>
                <a:gd name="T6" fmla="*/ 0 60000 65536"/>
                <a:gd name="T7" fmla="*/ 0 60000 65536"/>
                <a:gd name="T8" fmla="*/ 0 60000 65536"/>
                <a:gd name="T9" fmla="*/ 0 w 17448"/>
                <a:gd name="T10" fmla="*/ 0 h 21600"/>
                <a:gd name="T11" fmla="*/ 17448 w 17448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448" h="21600" fill="none" extrusionOk="0">
                  <a:moveTo>
                    <a:pt x="0" y="1893"/>
                  </a:moveTo>
                  <a:cubicBezTo>
                    <a:pt x="2781" y="645"/>
                    <a:pt x="5795" y="-1"/>
                    <a:pt x="8844" y="0"/>
                  </a:cubicBezTo>
                  <a:cubicBezTo>
                    <a:pt x="11804" y="0"/>
                    <a:pt x="14732" y="608"/>
                    <a:pt x="17448" y="1787"/>
                  </a:cubicBezTo>
                </a:path>
                <a:path w="17448" h="21600" stroke="0" extrusionOk="0">
                  <a:moveTo>
                    <a:pt x="0" y="1893"/>
                  </a:moveTo>
                  <a:cubicBezTo>
                    <a:pt x="2781" y="645"/>
                    <a:pt x="5795" y="-1"/>
                    <a:pt x="8844" y="0"/>
                  </a:cubicBezTo>
                  <a:cubicBezTo>
                    <a:pt x="11804" y="0"/>
                    <a:pt x="14732" y="608"/>
                    <a:pt x="17448" y="1787"/>
                  </a:cubicBezTo>
                  <a:lnTo>
                    <a:pt x="8844" y="216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" name="Line 49">
              <a:extLst>
                <a:ext uri="{FF2B5EF4-FFF2-40B4-BE49-F238E27FC236}">
                  <a16:creationId xmlns:a16="http://schemas.microsoft.com/office/drawing/2014/main" id="{890BA182-143F-C1D8-C63E-75004E53809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381750" y="890589"/>
              <a:ext cx="0" cy="109537"/>
            </a:xfrm>
            <a:prstGeom prst="line">
              <a:avLst/>
            </a:prstGeom>
            <a:noFill/>
            <a:ln w="12699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" name="Arc 50">
              <a:extLst>
                <a:ext uri="{FF2B5EF4-FFF2-40B4-BE49-F238E27FC236}">
                  <a16:creationId xmlns:a16="http://schemas.microsoft.com/office/drawing/2014/main" id="{798BF954-41A9-3841-8C41-87A4A45A89F7}"/>
                </a:ext>
              </a:extLst>
            </p:cNvPr>
            <p:cNvSpPr>
              <a:spLocks/>
            </p:cNvSpPr>
            <p:nvPr/>
          </p:nvSpPr>
          <p:spPr bwMode="auto">
            <a:xfrm>
              <a:off x="5519739" y="984251"/>
              <a:ext cx="92075" cy="87313"/>
            </a:xfrm>
            <a:custGeom>
              <a:avLst/>
              <a:gdLst>
                <a:gd name="T0" fmla="*/ 0 w 17302"/>
                <a:gd name="T1" fmla="*/ 8358739 h 21600"/>
                <a:gd name="T2" fmla="*/ 392977753 w 17302"/>
                <a:gd name="T3" fmla="*/ 7433901 h 21600"/>
                <a:gd name="T4" fmla="*/ 201984552 w 17302"/>
                <a:gd name="T5" fmla="*/ 94233427 h 21600"/>
                <a:gd name="T6" fmla="*/ 0 60000 65536"/>
                <a:gd name="T7" fmla="*/ 0 60000 65536"/>
                <a:gd name="T8" fmla="*/ 0 60000 65536"/>
                <a:gd name="T9" fmla="*/ 0 w 17302"/>
                <a:gd name="T10" fmla="*/ 0 h 21600"/>
                <a:gd name="T11" fmla="*/ 17302 w 17302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302" h="21600" fill="none" extrusionOk="0">
                  <a:moveTo>
                    <a:pt x="-1" y="1915"/>
                  </a:moveTo>
                  <a:cubicBezTo>
                    <a:pt x="2794" y="653"/>
                    <a:pt x="5826" y="-1"/>
                    <a:pt x="8893" y="0"/>
                  </a:cubicBezTo>
                  <a:cubicBezTo>
                    <a:pt x="11781" y="0"/>
                    <a:pt x="14641" y="579"/>
                    <a:pt x="17301" y="1704"/>
                  </a:cubicBezTo>
                </a:path>
                <a:path w="17302" h="21600" stroke="0" extrusionOk="0">
                  <a:moveTo>
                    <a:pt x="-1" y="1915"/>
                  </a:moveTo>
                  <a:cubicBezTo>
                    <a:pt x="2794" y="653"/>
                    <a:pt x="5826" y="-1"/>
                    <a:pt x="8893" y="0"/>
                  </a:cubicBezTo>
                  <a:cubicBezTo>
                    <a:pt x="11781" y="0"/>
                    <a:pt x="14641" y="579"/>
                    <a:pt x="17301" y="1704"/>
                  </a:cubicBezTo>
                  <a:lnTo>
                    <a:pt x="8893" y="216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4" name="Line 51">
              <a:extLst>
                <a:ext uri="{FF2B5EF4-FFF2-40B4-BE49-F238E27FC236}">
                  <a16:creationId xmlns:a16="http://schemas.microsoft.com/office/drawing/2014/main" id="{F7C05F6B-C488-E855-7691-102FA07032B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562600" y="881064"/>
              <a:ext cx="0" cy="142875"/>
            </a:xfrm>
            <a:prstGeom prst="line">
              <a:avLst/>
            </a:prstGeom>
            <a:noFill/>
            <a:ln w="12699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5" name="Line 52">
              <a:extLst>
                <a:ext uri="{FF2B5EF4-FFF2-40B4-BE49-F238E27FC236}">
                  <a16:creationId xmlns:a16="http://schemas.microsoft.com/office/drawing/2014/main" id="{6CCF564B-C800-DFB0-CFF4-63D28A2863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92863" y="889000"/>
              <a:ext cx="925512" cy="0"/>
            </a:xfrm>
            <a:prstGeom prst="line">
              <a:avLst/>
            </a:prstGeom>
            <a:noFill/>
            <a:ln w="12699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6" name="Arc 53">
              <a:extLst>
                <a:ext uri="{FF2B5EF4-FFF2-40B4-BE49-F238E27FC236}">
                  <a16:creationId xmlns:a16="http://schemas.microsoft.com/office/drawing/2014/main" id="{BFDBA694-EBEB-CFD3-0274-D15FBDE29BEB}"/>
                </a:ext>
              </a:extLst>
            </p:cNvPr>
            <p:cNvSpPr>
              <a:spLocks/>
            </p:cNvSpPr>
            <p:nvPr/>
          </p:nvSpPr>
          <p:spPr bwMode="auto">
            <a:xfrm>
              <a:off x="4779964" y="3743326"/>
              <a:ext cx="115887" cy="73025"/>
            </a:xfrm>
            <a:custGeom>
              <a:avLst/>
              <a:gdLst>
                <a:gd name="T0" fmla="*/ 467764916 w 21600"/>
                <a:gd name="T1" fmla="*/ 0 h 17624"/>
                <a:gd name="T2" fmla="*/ 472824111 w 21600"/>
                <a:gd name="T3" fmla="*/ 89188081 h 17624"/>
                <a:gd name="T4" fmla="*/ 0 w 21600"/>
                <a:gd name="T5" fmla="*/ 45793898 h 17624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624"/>
                <a:gd name="T11" fmla="*/ 21600 w 21600"/>
                <a:gd name="T12" fmla="*/ 17624 h 1762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624" fill="none" extrusionOk="0">
                  <a:moveTo>
                    <a:pt x="19613" y="-1"/>
                  </a:moveTo>
                  <a:cubicBezTo>
                    <a:pt x="20922" y="2837"/>
                    <a:pt x="21600" y="5924"/>
                    <a:pt x="21600" y="9049"/>
                  </a:cubicBezTo>
                  <a:cubicBezTo>
                    <a:pt x="21600" y="11998"/>
                    <a:pt x="20995" y="14916"/>
                    <a:pt x="19824" y="17623"/>
                  </a:cubicBezTo>
                </a:path>
                <a:path w="21600" h="17624" stroke="0" extrusionOk="0">
                  <a:moveTo>
                    <a:pt x="19613" y="-1"/>
                  </a:moveTo>
                  <a:cubicBezTo>
                    <a:pt x="20922" y="2837"/>
                    <a:pt x="21600" y="5924"/>
                    <a:pt x="21600" y="9049"/>
                  </a:cubicBezTo>
                  <a:cubicBezTo>
                    <a:pt x="21600" y="11998"/>
                    <a:pt x="20995" y="14916"/>
                    <a:pt x="19824" y="17623"/>
                  </a:cubicBezTo>
                  <a:lnTo>
                    <a:pt x="0" y="904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7" name="Line 54">
              <a:extLst>
                <a:ext uri="{FF2B5EF4-FFF2-40B4-BE49-F238E27FC236}">
                  <a16:creationId xmlns:a16="http://schemas.microsoft.com/office/drawing/2014/main" id="{0355F24C-0DD6-5384-689F-9B1E96F0988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872039" y="3781425"/>
              <a:ext cx="522287" cy="0"/>
            </a:xfrm>
            <a:prstGeom prst="line">
              <a:avLst/>
            </a:prstGeom>
            <a:noFill/>
            <a:ln w="12699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8" name="Rectangle 55">
              <a:extLst>
                <a:ext uri="{FF2B5EF4-FFF2-40B4-BE49-F238E27FC236}">
                  <a16:creationId xmlns:a16="http://schemas.microsoft.com/office/drawing/2014/main" id="{F98AD797-4C6B-16EC-821F-51FB9A0139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54463" y="3617914"/>
              <a:ext cx="812800" cy="358775"/>
            </a:xfrm>
            <a:prstGeom prst="rect">
              <a:avLst/>
            </a:prstGeom>
            <a:noFill/>
            <a:ln w="12699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1pPr>
              <a:lvl2pPr marL="742950" indent="-28575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2pPr>
              <a:lvl3pPr marL="1143000" indent="-2286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3pPr>
              <a:lvl4pPr marL="1600200" indent="-2286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4pPr>
              <a:lvl5pPr marL="2057400" indent="-2286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9pPr>
            </a:lstStyle>
            <a:p>
              <a:endParaRPr lang="en-IN" altLang="en-US"/>
            </a:p>
          </p:txBody>
        </p:sp>
        <p:sp>
          <p:nvSpPr>
            <p:cNvPr id="49" name="Arc 56">
              <a:extLst>
                <a:ext uri="{FF2B5EF4-FFF2-40B4-BE49-F238E27FC236}">
                  <a16:creationId xmlns:a16="http://schemas.microsoft.com/office/drawing/2014/main" id="{79D6A0E5-47E9-ADC3-60D9-DD1AB413E67C}"/>
                </a:ext>
              </a:extLst>
            </p:cNvPr>
            <p:cNvSpPr>
              <a:spLocks/>
            </p:cNvSpPr>
            <p:nvPr/>
          </p:nvSpPr>
          <p:spPr bwMode="auto">
            <a:xfrm>
              <a:off x="4251326" y="4041775"/>
              <a:ext cx="93663" cy="90488"/>
            </a:xfrm>
            <a:custGeom>
              <a:avLst/>
              <a:gdLst>
                <a:gd name="T0" fmla="*/ 0 w 17431"/>
                <a:gd name="T1" fmla="*/ 10216632 h 21600"/>
                <a:gd name="T2" fmla="*/ 419562423 w 17431"/>
                <a:gd name="T3" fmla="*/ 9643751 h 21600"/>
                <a:gd name="T4" fmla="*/ 212659266 w 17431"/>
                <a:gd name="T5" fmla="*/ 116755451 h 21600"/>
                <a:gd name="T6" fmla="*/ 0 60000 65536"/>
                <a:gd name="T7" fmla="*/ 0 60000 65536"/>
                <a:gd name="T8" fmla="*/ 0 60000 65536"/>
                <a:gd name="T9" fmla="*/ 0 w 17431"/>
                <a:gd name="T10" fmla="*/ 0 h 21600"/>
                <a:gd name="T11" fmla="*/ 17431 w 17431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431" h="21600" fill="none" extrusionOk="0">
                  <a:moveTo>
                    <a:pt x="-1" y="1889"/>
                  </a:moveTo>
                  <a:cubicBezTo>
                    <a:pt x="2778" y="643"/>
                    <a:pt x="5789" y="-1"/>
                    <a:pt x="8835" y="0"/>
                  </a:cubicBezTo>
                  <a:cubicBezTo>
                    <a:pt x="11792" y="0"/>
                    <a:pt x="14717" y="607"/>
                    <a:pt x="17430" y="1784"/>
                  </a:cubicBezTo>
                </a:path>
                <a:path w="17431" h="21600" stroke="0" extrusionOk="0">
                  <a:moveTo>
                    <a:pt x="-1" y="1889"/>
                  </a:moveTo>
                  <a:cubicBezTo>
                    <a:pt x="2778" y="643"/>
                    <a:pt x="5789" y="-1"/>
                    <a:pt x="8835" y="0"/>
                  </a:cubicBezTo>
                  <a:cubicBezTo>
                    <a:pt x="11792" y="0"/>
                    <a:pt x="14717" y="607"/>
                    <a:pt x="17430" y="1784"/>
                  </a:cubicBezTo>
                  <a:lnTo>
                    <a:pt x="8835" y="216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0" name="Line 57">
              <a:extLst>
                <a:ext uri="{FF2B5EF4-FFF2-40B4-BE49-F238E27FC236}">
                  <a16:creationId xmlns:a16="http://schemas.microsoft.com/office/drawing/2014/main" id="{A03012D8-06C8-8C36-4535-D1E489B254A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94188" y="3984626"/>
              <a:ext cx="0" cy="85725"/>
            </a:xfrm>
            <a:prstGeom prst="line">
              <a:avLst/>
            </a:prstGeom>
            <a:noFill/>
            <a:ln w="12699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" name="Rectangle 58">
              <a:extLst>
                <a:ext uri="{FF2B5EF4-FFF2-40B4-BE49-F238E27FC236}">
                  <a16:creationId xmlns:a16="http://schemas.microsoft.com/office/drawing/2014/main" id="{F9829E9A-7C90-8722-40EC-E68FBEC570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98864" y="4129088"/>
              <a:ext cx="885825" cy="207962"/>
            </a:xfrm>
            <a:prstGeom prst="rect">
              <a:avLst/>
            </a:prstGeom>
            <a:noFill/>
            <a:ln w="12699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1pPr>
              <a:lvl2pPr marL="742950" indent="-28575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2pPr>
              <a:lvl3pPr marL="1143000" indent="-2286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3pPr>
              <a:lvl4pPr marL="1600200" indent="-2286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4pPr>
              <a:lvl5pPr marL="2057400" indent="-2286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9pPr>
            </a:lstStyle>
            <a:p>
              <a:endParaRPr lang="en-IN" altLang="en-US"/>
            </a:p>
          </p:txBody>
        </p:sp>
        <p:sp>
          <p:nvSpPr>
            <p:cNvPr id="52" name="Arc 59">
              <a:extLst>
                <a:ext uri="{FF2B5EF4-FFF2-40B4-BE49-F238E27FC236}">
                  <a16:creationId xmlns:a16="http://schemas.microsoft.com/office/drawing/2014/main" id="{EF63ECD7-3777-34C0-323A-63F184043292}"/>
                </a:ext>
              </a:extLst>
            </p:cNvPr>
            <p:cNvSpPr>
              <a:spLocks/>
            </p:cNvSpPr>
            <p:nvPr/>
          </p:nvSpPr>
          <p:spPr bwMode="auto">
            <a:xfrm>
              <a:off x="3951289" y="4456114"/>
              <a:ext cx="92075" cy="90487"/>
            </a:xfrm>
            <a:custGeom>
              <a:avLst/>
              <a:gdLst>
                <a:gd name="T0" fmla="*/ 0 w 17431"/>
                <a:gd name="T1" fmla="*/ 10215849 h 21600"/>
                <a:gd name="T2" fmla="*/ 378650685 w 17431"/>
                <a:gd name="T3" fmla="*/ 9642999 h 21600"/>
                <a:gd name="T4" fmla="*/ 191922521 w 17431"/>
                <a:gd name="T5" fmla="*/ 116747525 h 21600"/>
                <a:gd name="T6" fmla="*/ 0 60000 65536"/>
                <a:gd name="T7" fmla="*/ 0 60000 65536"/>
                <a:gd name="T8" fmla="*/ 0 60000 65536"/>
                <a:gd name="T9" fmla="*/ 0 w 17431"/>
                <a:gd name="T10" fmla="*/ 0 h 21600"/>
                <a:gd name="T11" fmla="*/ 17431 w 17431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431" h="21600" fill="none" extrusionOk="0">
                  <a:moveTo>
                    <a:pt x="-1" y="1889"/>
                  </a:moveTo>
                  <a:cubicBezTo>
                    <a:pt x="2778" y="643"/>
                    <a:pt x="5789" y="-1"/>
                    <a:pt x="8835" y="0"/>
                  </a:cubicBezTo>
                  <a:cubicBezTo>
                    <a:pt x="11792" y="0"/>
                    <a:pt x="14717" y="607"/>
                    <a:pt x="17430" y="1784"/>
                  </a:cubicBezTo>
                </a:path>
                <a:path w="17431" h="21600" stroke="0" extrusionOk="0">
                  <a:moveTo>
                    <a:pt x="-1" y="1889"/>
                  </a:moveTo>
                  <a:cubicBezTo>
                    <a:pt x="2778" y="643"/>
                    <a:pt x="5789" y="-1"/>
                    <a:pt x="8835" y="0"/>
                  </a:cubicBezTo>
                  <a:cubicBezTo>
                    <a:pt x="11792" y="0"/>
                    <a:pt x="14717" y="607"/>
                    <a:pt x="17430" y="1784"/>
                  </a:cubicBezTo>
                  <a:lnTo>
                    <a:pt x="8835" y="216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3" name="Line 60">
              <a:extLst>
                <a:ext uri="{FF2B5EF4-FFF2-40B4-BE49-F238E27FC236}">
                  <a16:creationId xmlns:a16="http://schemas.microsoft.com/office/drawing/2014/main" id="{0C95BFA9-5623-1CAA-D941-3A5C1D518D3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98913" y="4343401"/>
              <a:ext cx="0" cy="131763"/>
            </a:xfrm>
            <a:prstGeom prst="line">
              <a:avLst/>
            </a:prstGeom>
            <a:noFill/>
            <a:ln w="12699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" name="Rectangle 61">
              <a:extLst>
                <a:ext uri="{FF2B5EF4-FFF2-40B4-BE49-F238E27FC236}">
                  <a16:creationId xmlns:a16="http://schemas.microsoft.com/office/drawing/2014/main" id="{0417E830-1358-584E-CE51-FE9BC688E9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84575" y="4543426"/>
              <a:ext cx="884238" cy="200025"/>
            </a:xfrm>
            <a:prstGeom prst="rect">
              <a:avLst/>
            </a:prstGeom>
            <a:noFill/>
            <a:ln w="12699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1pPr>
              <a:lvl2pPr marL="742950" indent="-28575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2pPr>
              <a:lvl3pPr marL="1143000" indent="-2286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3pPr>
              <a:lvl4pPr marL="1600200" indent="-2286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4pPr>
              <a:lvl5pPr marL="2057400" indent="-2286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9pPr>
            </a:lstStyle>
            <a:p>
              <a:endParaRPr lang="en-IN" altLang="en-US"/>
            </a:p>
          </p:txBody>
        </p:sp>
        <p:sp>
          <p:nvSpPr>
            <p:cNvPr id="55" name="Line 62">
              <a:extLst>
                <a:ext uri="{FF2B5EF4-FFF2-40B4-BE49-F238E27FC236}">
                  <a16:creationId xmlns:a16="http://schemas.microsoft.com/office/drawing/2014/main" id="{5137CA30-21F3-F69A-5A00-C3E2F9EE1FC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98913" y="4751388"/>
              <a:ext cx="0" cy="138112"/>
            </a:xfrm>
            <a:prstGeom prst="line">
              <a:avLst/>
            </a:prstGeom>
            <a:noFill/>
            <a:ln w="12699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6" name="Line 63">
              <a:extLst>
                <a:ext uri="{FF2B5EF4-FFF2-40B4-BE49-F238E27FC236}">
                  <a16:creationId xmlns:a16="http://schemas.microsoft.com/office/drawing/2014/main" id="{E9B58170-FB1A-4B2E-7234-1BF2DB2C640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178176" y="4895850"/>
              <a:ext cx="817563" cy="0"/>
            </a:xfrm>
            <a:prstGeom prst="line">
              <a:avLst/>
            </a:prstGeom>
            <a:noFill/>
            <a:ln w="12699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7" name="Arc 64">
              <a:extLst>
                <a:ext uri="{FF2B5EF4-FFF2-40B4-BE49-F238E27FC236}">
                  <a16:creationId xmlns:a16="http://schemas.microsoft.com/office/drawing/2014/main" id="{167534AE-8158-3402-0ADE-D0C4866862C5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3488" y="4041775"/>
              <a:ext cx="93662" cy="90488"/>
            </a:xfrm>
            <a:custGeom>
              <a:avLst/>
              <a:gdLst>
                <a:gd name="T0" fmla="*/ 0 w 17431"/>
                <a:gd name="T1" fmla="*/ 10216632 h 21600"/>
                <a:gd name="T2" fmla="*/ 419535590 w 17431"/>
                <a:gd name="T3" fmla="*/ 9643751 h 21600"/>
                <a:gd name="T4" fmla="*/ 212643584 w 17431"/>
                <a:gd name="T5" fmla="*/ 116755451 h 21600"/>
                <a:gd name="T6" fmla="*/ 0 60000 65536"/>
                <a:gd name="T7" fmla="*/ 0 60000 65536"/>
                <a:gd name="T8" fmla="*/ 0 60000 65536"/>
                <a:gd name="T9" fmla="*/ 0 w 17431"/>
                <a:gd name="T10" fmla="*/ 0 h 21600"/>
                <a:gd name="T11" fmla="*/ 17431 w 17431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431" h="21600" fill="none" extrusionOk="0">
                  <a:moveTo>
                    <a:pt x="-1" y="1889"/>
                  </a:moveTo>
                  <a:cubicBezTo>
                    <a:pt x="2778" y="643"/>
                    <a:pt x="5789" y="-1"/>
                    <a:pt x="8835" y="0"/>
                  </a:cubicBezTo>
                  <a:cubicBezTo>
                    <a:pt x="11792" y="0"/>
                    <a:pt x="14717" y="607"/>
                    <a:pt x="17430" y="1784"/>
                  </a:cubicBezTo>
                </a:path>
                <a:path w="17431" h="21600" stroke="0" extrusionOk="0">
                  <a:moveTo>
                    <a:pt x="-1" y="1889"/>
                  </a:moveTo>
                  <a:cubicBezTo>
                    <a:pt x="2778" y="643"/>
                    <a:pt x="5789" y="-1"/>
                    <a:pt x="8835" y="0"/>
                  </a:cubicBezTo>
                  <a:cubicBezTo>
                    <a:pt x="11792" y="0"/>
                    <a:pt x="14717" y="607"/>
                    <a:pt x="17430" y="1784"/>
                  </a:cubicBezTo>
                  <a:lnTo>
                    <a:pt x="8835" y="216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8" name="Line 65">
              <a:extLst>
                <a:ext uri="{FF2B5EF4-FFF2-40B4-BE49-F238E27FC236}">
                  <a16:creationId xmlns:a16="http://schemas.microsoft.com/office/drawing/2014/main" id="{8A04CEB0-5B7B-91F9-483F-00179E84C57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19525" y="2320926"/>
              <a:ext cx="0" cy="1743075"/>
            </a:xfrm>
            <a:prstGeom prst="line">
              <a:avLst/>
            </a:prstGeom>
            <a:noFill/>
            <a:ln w="12699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" name="Line 66">
              <a:extLst>
                <a:ext uri="{FF2B5EF4-FFF2-40B4-BE49-F238E27FC236}">
                  <a16:creationId xmlns:a16="http://schemas.microsoft.com/office/drawing/2014/main" id="{AE7B43FA-4340-F6D2-D549-7AAF0CF24C0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08414" y="2324100"/>
              <a:ext cx="1552575" cy="0"/>
            </a:xfrm>
            <a:prstGeom prst="line">
              <a:avLst/>
            </a:prstGeom>
            <a:noFill/>
            <a:ln w="12699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0" name="Freeform 67">
              <a:extLst>
                <a:ext uri="{FF2B5EF4-FFF2-40B4-BE49-F238E27FC236}">
                  <a16:creationId xmlns:a16="http://schemas.microsoft.com/office/drawing/2014/main" id="{87AB1B8D-E7F2-098D-E6CC-05F257F89107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8176" y="881064"/>
              <a:ext cx="2384425" cy="4010025"/>
            </a:xfrm>
            <a:custGeom>
              <a:avLst/>
              <a:gdLst>
                <a:gd name="T0" fmla="*/ 0 w 1557"/>
                <a:gd name="T1" fmla="*/ 2147483647 h 3424"/>
                <a:gd name="T2" fmla="*/ 0 w 1557"/>
                <a:gd name="T3" fmla="*/ 0 h 3424"/>
                <a:gd name="T4" fmla="*/ 2147483647 w 1557"/>
                <a:gd name="T5" fmla="*/ 0 h 3424"/>
                <a:gd name="T6" fmla="*/ 0 60000 65536"/>
                <a:gd name="T7" fmla="*/ 0 60000 65536"/>
                <a:gd name="T8" fmla="*/ 0 60000 65536"/>
                <a:gd name="T9" fmla="*/ 0 w 1557"/>
                <a:gd name="T10" fmla="*/ 0 h 3424"/>
                <a:gd name="T11" fmla="*/ 1557 w 1557"/>
                <a:gd name="T12" fmla="*/ 3424 h 342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557" h="3424">
                  <a:moveTo>
                    <a:pt x="0" y="3423"/>
                  </a:moveTo>
                  <a:lnTo>
                    <a:pt x="0" y="0"/>
                  </a:lnTo>
                  <a:lnTo>
                    <a:pt x="1556" y="0"/>
                  </a:lnTo>
                </a:path>
              </a:pathLst>
            </a:custGeom>
            <a:noFill/>
            <a:ln w="12699" cap="rnd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Rectangle 68">
              <a:extLst>
                <a:ext uri="{FF2B5EF4-FFF2-40B4-BE49-F238E27FC236}">
                  <a16:creationId xmlns:a16="http://schemas.microsoft.com/office/drawing/2014/main" id="{A4BF227C-97C5-1845-1CC2-9C0BDC61A5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54489" y="1127125"/>
              <a:ext cx="993775" cy="273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07950" tIns="53975" rIns="107950" bIns="53975">
              <a:spAutoFit/>
            </a:bodyPr>
            <a:lstStyle>
              <a:lvl1pPr defTabSz="1044575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1pPr>
              <a:lvl2pPr marL="742950" indent="-285750" defTabSz="1044575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2pPr>
              <a:lvl3pPr marL="1143000" indent="-228600" defTabSz="1044575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3pPr>
              <a:lvl4pPr marL="1600200" indent="-228600" defTabSz="1044575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4pPr>
              <a:lvl5pPr marL="2057400" indent="-228600" defTabSz="1044575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5pPr>
              <a:lvl6pPr marL="2514600" indent="-228600" defTabSz="1044575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6pPr>
              <a:lvl7pPr marL="2971800" indent="-228600" defTabSz="1044575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7pPr>
              <a:lvl8pPr marL="3429000" indent="-228600" defTabSz="1044575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8pPr>
              <a:lvl9pPr marL="3886200" indent="-228600" defTabSz="1044575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9pPr>
            </a:lstStyle>
            <a:p>
              <a:r>
                <a:rPr lang="en-US" altLang="ko-KR" sz="1200">
                  <a:solidFill>
                    <a:srgbClr val="000000"/>
                  </a:solidFill>
                </a:rPr>
                <a:t>Segment1:</a:t>
              </a:r>
            </a:p>
          </p:txBody>
        </p:sp>
        <p:sp>
          <p:nvSpPr>
            <p:cNvPr id="62" name="Rectangle 69">
              <a:extLst>
                <a:ext uri="{FF2B5EF4-FFF2-40B4-BE49-F238E27FC236}">
                  <a16:creationId xmlns:a16="http://schemas.microsoft.com/office/drawing/2014/main" id="{CFFBAC89-B77A-3D07-3AE8-01A3D0CDC9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68776" y="1716088"/>
              <a:ext cx="993775" cy="273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07950" tIns="53975" rIns="107950" bIns="53975">
              <a:spAutoFit/>
            </a:bodyPr>
            <a:lstStyle>
              <a:lvl1pPr defTabSz="1044575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1pPr>
              <a:lvl2pPr marL="742950" indent="-285750" defTabSz="1044575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2pPr>
              <a:lvl3pPr marL="1143000" indent="-228600" defTabSz="1044575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3pPr>
              <a:lvl4pPr marL="1600200" indent="-228600" defTabSz="1044575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4pPr>
              <a:lvl5pPr marL="2057400" indent="-228600" defTabSz="1044575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5pPr>
              <a:lvl6pPr marL="2514600" indent="-228600" defTabSz="1044575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6pPr>
              <a:lvl7pPr marL="2971800" indent="-228600" defTabSz="1044575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7pPr>
              <a:lvl8pPr marL="3429000" indent="-228600" defTabSz="1044575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8pPr>
              <a:lvl9pPr marL="3886200" indent="-228600" defTabSz="1044575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9pPr>
            </a:lstStyle>
            <a:p>
              <a:r>
                <a:rPr lang="en-US" altLang="ko-KR" sz="1200">
                  <a:solidFill>
                    <a:srgbClr val="000000"/>
                  </a:solidFill>
                </a:rPr>
                <a:t>Segment2:</a:t>
              </a:r>
            </a:p>
          </p:txBody>
        </p:sp>
        <p:sp>
          <p:nvSpPr>
            <p:cNvPr id="63" name="Rectangle 70">
              <a:extLst>
                <a:ext uri="{FF2B5EF4-FFF2-40B4-BE49-F238E27FC236}">
                  <a16:creationId xmlns:a16="http://schemas.microsoft.com/office/drawing/2014/main" id="{5938EACB-1D70-61CA-D577-7C163FA92C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81476" y="2682875"/>
              <a:ext cx="993775" cy="273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07950" tIns="53975" rIns="107950" bIns="53975">
              <a:spAutoFit/>
            </a:bodyPr>
            <a:lstStyle>
              <a:lvl1pPr defTabSz="1044575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1pPr>
              <a:lvl2pPr marL="742950" indent="-285750" defTabSz="1044575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2pPr>
              <a:lvl3pPr marL="1143000" indent="-228600" defTabSz="1044575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3pPr>
              <a:lvl4pPr marL="1600200" indent="-228600" defTabSz="1044575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4pPr>
              <a:lvl5pPr marL="2057400" indent="-228600" defTabSz="1044575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5pPr>
              <a:lvl6pPr marL="2514600" indent="-228600" defTabSz="1044575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6pPr>
              <a:lvl7pPr marL="2971800" indent="-228600" defTabSz="1044575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7pPr>
              <a:lvl8pPr marL="3429000" indent="-228600" defTabSz="1044575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8pPr>
              <a:lvl9pPr marL="3886200" indent="-228600" defTabSz="1044575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9pPr>
            </a:lstStyle>
            <a:p>
              <a:r>
                <a:rPr lang="en-US" altLang="ko-KR" sz="1200">
                  <a:solidFill>
                    <a:srgbClr val="000000"/>
                  </a:solidFill>
                </a:rPr>
                <a:t>Segment3:</a:t>
              </a:r>
            </a:p>
          </p:txBody>
        </p:sp>
        <p:sp>
          <p:nvSpPr>
            <p:cNvPr id="64" name="Rectangle 71">
              <a:extLst>
                <a:ext uri="{FF2B5EF4-FFF2-40B4-BE49-F238E27FC236}">
                  <a16:creationId xmlns:a16="http://schemas.microsoft.com/office/drawing/2014/main" id="{6892C330-C4F7-6D46-C559-B754FA72FB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81476" y="3154363"/>
              <a:ext cx="993775" cy="273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07950" tIns="53975" rIns="107950" bIns="53975">
              <a:spAutoFit/>
            </a:bodyPr>
            <a:lstStyle>
              <a:lvl1pPr defTabSz="1044575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1pPr>
              <a:lvl2pPr marL="742950" indent="-285750" defTabSz="1044575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2pPr>
              <a:lvl3pPr marL="1143000" indent="-228600" defTabSz="1044575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3pPr>
              <a:lvl4pPr marL="1600200" indent="-228600" defTabSz="1044575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4pPr>
              <a:lvl5pPr marL="2057400" indent="-228600" defTabSz="1044575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5pPr>
              <a:lvl6pPr marL="2514600" indent="-228600" defTabSz="1044575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6pPr>
              <a:lvl7pPr marL="2971800" indent="-228600" defTabSz="1044575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7pPr>
              <a:lvl8pPr marL="3429000" indent="-228600" defTabSz="1044575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8pPr>
              <a:lvl9pPr marL="3886200" indent="-228600" defTabSz="1044575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9pPr>
            </a:lstStyle>
            <a:p>
              <a:r>
                <a:rPr lang="en-US" altLang="ko-KR" sz="1200">
                  <a:solidFill>
                    <a:srgbClr val="000000"/>
                  </a:solidFill>
                </a:rPr>
                <a:t>Segment4:</a:t>
              </a:r>
            </a:p>
          </p:txBody>
        </p:sp>
        <p:sp>
          <p:nvSpPr>
            <p:cNvPr id="65" name="Line 154">
              <a:extLst>
                <a:ext uri="{FF2B5EF4-FFF2-40B4-BE49-F238E27FC236}">
                  <a16:creationId xmlns:a16="http://schemas.microsoft.com/office/drawing/2014/main" id="{78AEF8FD-47F4-7038-909A-54DDBD36608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981700" y="2492375"/>
              <a:ext cx="0" cy="65088"/>
            </a:xfrm>
            <a:prstGeom prst="line">
              <a:avLst/>
            </a:prstGeom>
            <a:noFill/>
            <a:ln w="12699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89" name="Group 151">
            <a:extLst>
              <a:ext uri="{FF2B5EF4-FFF2-40B4-BE49-F238E27FC236}">
                <a16:creationId xmlns:a16="http://schemas.microsoft.com/office/drawing/2014/main" id="{C87A9B1E-24F6-ACD2-949F-4FCA9E22951D}"/>
              </a:ext>
            </a:extLst>
          </p:cNvPr>
          <p:cNvGrpSpPr>
            <a:grpSpLocks/>
          </p:cNvGrpSpPr>
          <p:nvPr/>
        </p:nvGrpSpPr>
        <p:grpSpPr bwMode="auto">
          <a:xfrm>
            <a:off x="216473" y="3760736"/>
            <a:ext cx="5768689" cy="2861105"/>
            <a:chOff x="370" y="4773"/>
            <a:chExt cx="3292" cy="1195"/>
          </a:xfrm>
        </p:grpSpPr>
        <p:sp>
          <p:nvSpPr>
            <p:cNvPr id="90" name="Line 72">
              <a:extLst>
                <a:ext uri="{FF2B5EF4-FFF2-40B4-BE49-F238E27FC236}">
                  <a16:creationId xmlns:a16="http://schemas.microsoft.com/office/drawing/2014/main" id="{53793053-52A2-268D-144F-57F463BFFB5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64" y="4780"/>
              <a:ext cx="0" cy="1175"/>
            </a:xfrm>
            <a:prstGeom prst="line">
              <a:avLst/>
            </a:prstGeom>
            <a:noFill/>
            <a:ln w="25399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1" name="Line 73">
              <a:extLst>
                <a:ext uri="{FF2B5EF4-FFF2-40B4-BE49-F238E27FC236}">
                  <a16:creationId xmlns:a16="http://schemas.microsoft.com/office/drawing/2014/main" id="{EC62BA46-0D20-4814-6858-166A0889B9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68" y="4780"/>
              <a:ext cx="0" cy="1175"/>
            </a:xfrm>
            <a:prstGeom prst="line">
              <a:avLst/>
            </a:prstGeom>
            <a:noFill/>
            <a:ln w="25399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" name="Line 74">
              <a:extLst>
                <a:ext uri="{FF2B5EF4-FFF2-40B4-BE49-F238E27FC236}">
                  <a16:creationId xmlns:a16="http://schemas.microsoft.com/office/drawing/2014/main" id="{237D5854-7219-F5A1-9A86-9C1A6760225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64" y="4780"/>
              <a:ext cx="0" cy="1175"/>
            </a:xfrm>
            <a:prstGeom prst="line">
              <a:avLst/>
            </a:prstGeom>
            <a:noFill/>
            <a:ln w="25399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3" name="Line 75">
              <a:extLst>
                <a:ext uri="{FF2B5EF4-FFF2-40B4-BE49-F238E27FC236}">
                  <a16:creationId xmlns:a16="http://schemas.microsoft.com/office/drawing/2014/main" id="{7E546381-1DC1-4C48-AB56-E3AC3C32A5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61" y="4780"/>
              <a:ext cx="0" cy="1175"/>
            </a:xfrm>
            <a:prstGeom prst="line">
              <a:avLst/>
            </a:prstGeom>
            <a:noFill/>
            <a:ln w="25399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4" name="Line 76">
              <a:extLst>
                <a:ext uri="{FF2B5EF4-FFF2-40B4-BE49-F238E27FC236}">
                  <a16:creationId xmlns:a16="http://schemas.microsoft.com/office/drawing/2014/main" id="{B9A01228-DA48-E40D-E037-58459ABF12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64" y="4780"/>
              <a:ext cx="0" cy="1175"/>
            </a:xfrm>
            <a:prstGeom prst="line">
              <a:avLst/>
            </a:prstGeom>
            <a:noFill/>
            <a:ln w="25399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5" name="Line 77">
              <a:extLst>
                <a:ext uri="{FF2B5EF4-FFF2-40B4-BE49-F238E27FC236}">
                  <a16:creationId xmlns:a16="http://schemas.microsoft.com/office/drawing/2014/main" id="{2D5256B3-BFB5-F9A8-5F38-CCF0FD991AB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61" y="4780"/>
              <a:ext cx="0" cy="1175"/>
            </a:xfrm>
            <a:prstGeom prst="line">
              <a:avLst/>
            </a:prstGeom>
            <a:noFill/>
            <a:ln w="25399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6" name="Line 78">
              <a:extLst>
                <a:ext uri="{FF2B5EF4-FFF2-40B4-BE49-F238E27FC236}">
                  <a16:creationId xmlns:a16="http://schemas.microsoft.com/office/drawing/2014/main" id="{478F1680-4738-D349-BFAB-C8C74B06FA4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58" y="4780"/>
              <a:ext cx="0" cy="1175"/>
            </a:xfrm>
            <a:prstGeom prst="line">
              <a:avLst/>
            </a:prstGeom>
            <a:noFill/>
            <a:ln w="25399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7" name="Line 79">
              <a:extLst>
                <a:ext uri="{FF2B5EF4-FFF2-40B4-BE49-F238E27FC236}">
                  <a16:creationId xmlns:a16="http://schemas.microsoft.com/office/drawing/2014/main" id="{F2914821-FA7B-D5A8-9EDB-B4451928AF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61" y="4780"/>
              <a:ext cx="0" cy="1175"/>
            </a:xfrm>
            <a:prstGeom prst="line">
              <a:avLst/>
            </a:prstGeom>
            <a:noFill/>
            <a:ln w="25399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8" name="Line 80">
              <a:extLst>
                <a:ext uri="{FF2B5EF4-FFF2-40B4-BE49-F238E27FC236}">
                  <a16:creationId xmlns:a16="http://schemas.microsoft.com/office/drawing/2014/main" id="{C31718F7-96DF-EB5E-EA8D-5521DBC270F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58" y="4780"/>
              <a:ext cx="0" cy="1175"/>
            </a:xfrm>
            <a:prstGeom prst="line">
              <a:avLst/>
            </a:prstGeom>
            <a:noFill/>
            <a:ln w="25399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9" name="Line 81">
              <a:extLst>
                <a:ext uri="{FF2B5EF4-FFF2-40B4-BE49-F238E27FC236}">
                  <a16:creationId xmlns:a16="http://schemas.microsoft.com/office/drawing/2014/main" id="{B46377A8-FBF4-4E89-FCF1-C7E170FC8A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62" y="4780"/>
              <a:ext cx="0" cy="1175"/>
            </a:xfrm>
            <a:prstGeom prst="line">
              <a:avLst/>
            </a:prstGeom>
            <a:noFill/>
            <a:ln w="25399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0" name="Line 82">
              <a:extLst>
                <a:ext uri="{FF2B5EF4-FFF2-40B4-BE49-F238E27FC236}">
                  <a16:creationId xmlns:a16="http://schemas.microsoft.com/office/drawing/2014/main" id="{28250883-EDC9-3140-C574-5002EA936BF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58" y="4780"/>
              <a:ext cx="0" cy="1175"/>
            </a:xfrm>
            <a:prstGeom prst="line">
              <a:avLst/>
            </a:prstGeom>
            <a:noFill/>
            <a:ln w="25399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1" name="Line 83">
              <a:extLst>
                <a:ext uri="{FF2B5EF4-FFF2-40B4-BE49-F238E27FC236}">
                  <a16:creationId xmlns:a16="http://schemas.microsoft.com/office/drawing/2014/main" id="{E179BEB0-1F2E-F093-8223-6AF19BEC0B0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55" y="4780"/>
              <a:ext cx="0" cy="1175"/>
            </a:xfrm>
            <a:prstGeom prst="line">
              <a:avLst/>
            </a:prstGeom>
            <a:noFill/>
            <a:ln w="25399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" name="Line 84">
              <a:extLst>
                <a:ext uri="{FF2B5EF4-FFF2-40B4-BE49-F238E27FC236}">
                  <a16:creationId xmlns:a16="http://schemas.microsoft.com/office/drawing/2014/main" id="{5B1DD8EA-CACC-0CF2-FC75-9E77BC6D61F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58" y="4780"/>
              <a:ext cx="0" cy="1175"/>
            </a:xfrm>
            <a:prstGeom prst="line">
              <a:avLst/>
            </a:prstGeom>
            <a:noFill/>
            <a:ln w="25399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3" name="Line 85">
              <a:extLst>
                <a:ext uri="{FF2B5EF4-FFF2-40B4-BE49-F238E27FC236}">
                  <a16:creationId xmlns:a16="http://schemas.microsoft.com/office/drawing/2014/main" id="{8829FB58-D4D5-B1CA-6E8A-78ABB5BFAEE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55" y="4780"/>
              <a:ext cx="0" cy="1175"/>
            </a:xfrm>
            <a:prstGeom prst="line">
              <a:avLst/>
            </a:prstGeom>
            <a:noFill/>
            <a:ln w="25399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4" name="Rectangle 86">
              <a:extLst>
                <a:ext uri="{FF2B5EF4-FFF2-40B4-BE49-F238E27FC236}">
                  <a16:creationId xmlns:a16="http://schemas.microsoft.com/office/drawing/2014/main" id="{6CED1870-D967-7296-FE39-0593FEDCE5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6" y="4773"/>
              <a:ext cx="162" cy="1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1pPr>
              <a:lvl2pPr marL="742950" indent="-28575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2pPr>
              <a:lvl3pPr marL="11430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3pPr>
              <a:lvl4pPr marL="16002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4pPr>
              <a:lvl5pPr marL="20574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5pPr>
              <a:lvl6pPr marL="25146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6pPr>
              <a:lvl7pPr marL="29718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7pPr>
              <a:lvl8pPr marL="34290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8pPr>
              <a:lvl9pPr marL="38862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9pPr>
            </a:lstStyle>
            <a:p>
              <a:r>
                <a:rPr lang="en-US" altLang="ko-KR" sz="1000">
                  <a:solidFill>
                    <a:srgbClr val="000000"/>
                  </a:solidFill>
                </a:rPr>
                <a:t>1</a:t>
              </a:r>
            </a:p>
          </p:txBody>
        </p:sp>
        <p:sp>
          <p:nvSpPr>
            <p:cNvPr id="105" name="Rectangle 87">
              <a:extLst>
                <a:ext uri="{FF2B5EF4-FFF2-40B4-BE49-F238E27FC236}">
                  <a16:creationId xmlns:a16="http://schemas.microsoft.com/office/drawing/2014/main" id="{C6C10180-C80A-1642-D32D-B677012211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0" y="4773"/>
              <a:ext cx="162" cy="1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1pPr>
              <a:lvl2pPr marL="742950" indent="-28575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2pPr>
              <a:lvl3pPr marL="11430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3pPr>
              <a:lvl4pPr marL="16002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4pPr>
              <a:lvl5pPr marL="20574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5pPr>
              <a:lvl6pPr marL="25146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6pPr>
              <a:lvl7pPr marL="29718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7pPr>
              <a:lvl8pPr marL="34290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8pPr>
              <a:lvl9pPr marL="38862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9pPr>
            </a:lstStyle>
            <a:p>
              <a:r>
                <a:rPr lang="en-US" altLang="ko-KR" sz="1000">
                  <a:solidFill>
                    <a:srgbClr val="000000"/>
                  </a:solidFill>
                </a:rPr>
                <a:t>2</a:t>
              </a:r>
            </a:p>
          </p:txBody>
        </p:sp>
        <p:sp>
          <p:nvSpPr>
            <p:cNvPr id="106" name="Rectangle 88">
              <a:extLst>
                <a:ext uri="{FF2B5EF4-FFF2-40B4-BE49-F238E27FC236}">
                  <a16:creationId xmlns:a16="http://schemas.microsoft.com/office/drawing/2014/main" id="{1C883556-18C4-333F-56CA-145B8562D0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76" y="4773"/>
              <a:ext cx="162" cy="1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1pPr>
              <a:lvl2pPr marL="742950" indent="-28575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2pPr>
              <a:lvl3pPr marL="11430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3pPr>
              <a:lvl4pPr marL="16002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4pPr>
              <a:lvl5pPr marL="20574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5pPr>
              <a:lvl6pPr marL="25146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6pPr>
              <a:lvl7pPr marL="29718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7pPr>
              <a:lvl8pPr marL="34290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8pPr>
              <a:lvl9pPr marL="38862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9pPr>
            </a:lstStyle>
            <a:p>
              <a:r>
                <a:rPr lang="en-US" altLang="ko-KR" sz="1000">
                  <a:solidFill>
                    <a:srgbClr val="000000"/>
                  </a:solidFill>
                </a:rPr>
                <a:t>3</a:t>
              </a:r>
            </a:p>
          </p:txBody>
        </p:sp>
        <p:sp>
          <p:nvSpPr>
            <p:cNvPr id="107" name="Rectangle 89">
              <a:extLst>
                <a:ext uri="{FF2B5EF4-FFF2-40B4-BE49-F238E27FC236}">
                  <a16:creationId xmlns:a16="http://schemas.microsoft.com/office/drawing/2014/main" id="{43F60FD2-55A1-25C3-DE64-D96E1837E9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72" y="4773"/>
              <a:ext cx="162" cy="1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1pPr>
              <a:lvl2pPr marL="742950" indent="-28575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2pPr>
              <a:lvl3pPr marL="11430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3pPr>
              <a:lvl4pPr marL="16002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4pPr>
              <a:lvl5pPr marL="20574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5pPr>
              <a:lvl6pPr marL="25146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6pPr>
              <a:lvl7pPr marL="29718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7pPr>
              <a:lvl8pPr marL="34290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8pPr>
              <a:lvl9pPr marL="38862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9pPr>
            </a:lstStyle>
            <a:p>
              <a:r>
                <a:rPr lang="en-US" altLang="ko-KR" sz="1000">
                  <a:solidFill>
                    <a:srgbClr val="000000"/>
                  </a:solidFill>
                </a:rPr>
                <a:t>4</a:t>
              </a:r>
            </a:p>
          </p:txBody>
        </p:sp>
        <p:sp>
          <p:nvSpPr>
            <p:cNvPr id="108" name="Rectangle 90">
              <a:extLst>
                <a:ext uri="{FF2B5EF4-FFF2-40B4-BE49-F238E27FC236}">
                  <a16:creationId xmlns:a16="http://schemas.microsoft.com/office/drawing/2014/main" id="{1750B5FF-2A09-7796-0714-976115980C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7" y="4773"/>
              <a:ext cx="162" cy="1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1pPr>
              <a:lvl2pPr marL="742950" indent="-28575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2pPr>
              <a:lvl3pPr marL="11430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3pPr>
              <a:lvl4pPr marL="16002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4pPr>
              <a:lvl5pPr marL="20574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5pPr>
              <a:lvl6pPr marL="25146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6pPr>
              <a:lvl7pPr marL="29718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7pPr>
              <a:lvl8pPr marL="34290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8pPr>
              <a:lvl9pPr marL="38862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9pPr>
            </a:lstStyle>
            <a:p>
              <a:r>
                <a:rPr lang="en-US" altLang="ko-KR" sz="1000">
                  <a:solidFill>
                    <a:srgbClr val="000000"/>
                  </a:solidFill>
                </a:rPr>
                <a:t>5</a:t>
              </a:r>
            </a:p>
          </p:txBody>
        </p:sp>
        <p:sp>
          <p:nvSpPr>
            <p:cNvPr id="109" name="Rectangle 91">
              <a:extLst>
                <a:ext uri="{FF2B5EF4-FFF2-40B4-BE49-F238E27FC236}">
                  <a16:creationId xmlns:a16="http://schemas.microsoft.com/office/drawing/2014/main" id="{C57E1CD8-5A6F-4F88-7D24-F28B244B1E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73" y="4773"/>
              <a:ext cx="162" cy="1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1pPr>
              <a:lvl2pPr marL="742950" indent="-28575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2pPr>
              <a:lvl3pPr marL="11430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3pPr>
              <a:lvl4pPr marL="16002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4pPr>
              <a:lvl5pPr marL="20574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5pPr>
              <a:lvl6pPr marL="25146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6pPr>
              <a:lvl7pPr marL="29718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7pPr>
              <a:lvl8pPr marL="34290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8pPr>
              <a:lvl9pPr marL="38862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9pPr>
            </a:lstStyle>
            <a:p>
              <a:r>
                <a:rPr lang="en-US" altLang="ko-KR" sz="1000">
                  <a:solidFill>
                    <a:srgbClr val="000000"/>
                  </a:solidFill>
                </a:rPr>
                <a:t>6</a:t>
              </a:r>
            </a:p>
          </p:txBody>
        </p:sp>
        <p:sp>
          <p:nvSpPr>
            <p:cNvPr id="110" name="Rectangle 92">
              <a:extLst>
                <a:ext uri="{FF2B5EF4-FFF2-40B4-BE49-F238E27FC236}">
                  <a16:creationId xmlns:a16="http://schemas.microsoft.com/office/drawing/2014/main" id="{B90B7CF1-4A93-6653-EAEB-0AC0151D98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71" y="4773"/>
              <a:ext cx="162" cy="1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1pPr>
              <a:lvl2pPr marL="742950" indent="-28575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2pPr>
              <a:lvl3pPr marL="11430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3pPr>
              <a:lvl4pPr marL="16002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4pPr>
              <a:lvl5pPr marL="20574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5pPr>
              <a:lvl6pPr marL="25146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6pPr>
              <a:lvl7pPr marL="29718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7pPr>
              <a:lvl8pPr marL="34290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8pPr>
              <a:lvl9pPr marL="38862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9pPr>
            </a:lstStyle>
            <a:p>
              <a:r>
                <a:rPr lang="en-US" altLang="ko-KR" sz="1000">
                  <a:solidFill>
                    <a:srgbClr val="000000"/>
                  </a:solidFill>
                </a:rPr>
                <a:t>7</a:t>
              </a:r>
            </a:p>
          </p:txBody>
        </p:sp>
        <p:sp>
          <p:nvSpPr>
            <p:cNvPr id="111" name="Rectangle 93">
              <a:extLst>
                <a:ext uri="{FF2B5EF4-FFF2-40B4-BE49-F238E27FC236}">
                  <a16:creationId xmlns:a16="http://schemas.microsoft.com/office/drawing/2014/main" id="{D73B7403-9F50-D3A6-A4CC-8921412588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75" y="4773"/>
              <a:ext cx="162" cy="1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1pPr>
              <a:lvl2pPr marL="742950" indent="-28575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2pPr>
              <a:lvl3pPr marL="11430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3pPr>
              <a:lvl4pPr marL="16002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4pPr>
              <a:lvl5pPr marL="20574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5pPr>
              <a:lvl6pPr marL="25146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6pPr>
              <a:lvl7pPr marL="29718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7pPr>
              <a:lvl8pPr marL="34290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8pPr>
              <a:lvl9pPr marL="38862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9pPr>
            </a:lstStyle>
            <a:p>
              <a:r>
                <a:rPr lang="en-US" altLang="ko-KR" sz="1000">
                  <a:solidFill>
                    <a:srgbClr val="000000"/>
                  </a:solidFill>
                </a:rPr>
                <a:t>8</a:t>
              </a:r>
            </a:p>
          </p:txBody>
        </p:sp>
        <p:sp>
          <p:nvSpPr>
            <p:cNvPr id="112" name="Rectangle 94">
              <a:extLst>
                <a:ext uri="{FF2B5EF4-FFF2-40B4-BE49-F238E27FC236}">
                  <a16:creationId xmlns:a16="http://schemas.microsoft.com/office/drawing/2014/main" id="{0D0AB816-44E5-B7F7-ACB5-2206B8CCC2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70" y="4773"/>
              <a:ext cx="162" cy="1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1pPr>
              <a:lvl2pPr marL="742950" indent="-28575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2pPr>
              <a:lvl3pPr marL="11430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3pPr>
              <a:lvl4pPr marL="16002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4pPr>
              <a:lvl5pPr marL="20574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5pPr>
              <a:lvl6pPr marL="25146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6pPr>
              <a:lvl7pPr marL="29718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7pPr>
              <a:lvl8pPr marL="34290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8pPr>
              <a:lvl9pPr marL="38862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9pPr>
            </a:lstStyle>
            <a:p>
              <a:r>
                <a:rPr lang="en-US" altLang="ko-KR" sz="1000">
                  <a:solidFill>
                    <a:srgbClr val="000000"/>
                  </a:solidFill>
                </a:rPr>
                <a:t>9</a:t>
              </a:r>
            </a:p>
          </p:txBody>
        </p:sp>
        <p:sp>
          <p:nvSpPr>
            <p:cNvPr id="113" name="Rectangle 95">
              <a:extLst>
                <a:ext uri="{FF2B5EF4-FFF2-40B4-BE49-F238E27FC236}">
                  <a16:creationId xmlns:a16="http://schemas.microsoft.com/office/drawing/2014/main" id="{D9CC8E27-AE9F-6C0B-AA30-4BF684EC8E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4" y="4773"/>
              <a:ext cx="206" cy="1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1pPr>
              <a:lvl2pPr marL="742950" indent="-28575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2pPr>
              <a:lvl3pPr marL="11430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3pPr>
              <a:lvl4pPr marL="16002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4pPr>
              <a:lvl5pPr marL="20574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5pPr>
              <a:lvl6pPr marL="25146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6pPr>
              <a:lvl7pPr marL="29718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7pPr>
              <a:lvl8pPr marL="34290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8pPr>
              <a:lvl9pPr marL="38862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9pPr>
            </a:lstStyle>
            <a:p>
              <a:r>
                <a:rPr lang="en-US" altLang="ko-KR" sz="1000">
                  <a:solidFill>
                    <a:srgbClr val="000000"/>
                  </a:solidFill>
                </a:rPr>
                <a:t>10</a:t>
              </a:r>
            </a:p>
          </p:txBody>
        </p:sp>
        <p:sp>
          <p:nvSpPr>
            <p:cNvPr id="114" name="Rectangle 96">
              <a:extLst>
                <a:ext uri="{FF2B5EF4-FFF2-40B4-BE49-F238E27FC236}">
                  <a16:creationId xmlns:a16="http://schemas.microsoft.com/office/drawing/2014/main" id="{B5F6FE16-D9A6-CE16-DDF2-E6DF9C4C54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42" y="4773"/>
              <a:ext cx="206" cy="1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1pPr>
              <a:lvl2pPr marL="742950" indent="-28575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2pPr>
              <a:lvl3pPr marL="11430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3pPr>
              <a:lvl4pPr marL="16002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4pPr>
              <a:lvl5pPr marL="20574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5pPr>
              <a:lvl6pPr marL="25146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6pPr>
              <a:lvl7pPr marL="29718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7pPr>
              <a:lvl8pPr marL="34290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8pPr>
              <a:lvl9pPr marL="38862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9pPr>
            </a:lstStyle>
            <a:p>
              <a:r>
                <a:rPr lang="en-US" altLang="ko-KR" sz="1000">
                  <a:solidFill>
                    <a:srgbClr val="000000"/>
                  </a:solidFill>
                </a:rPr>
                <a:t>12</a:t>
              </a:r>
            </a:p>
          </p:txBody>
        </p:sp>
        <p:sp>
          <p:nvSpPr>
            <p:cNvPr id="115" name="Rectangle 97">
              <a:extLst>
                <a:ext uri="{FF2B5EF4-FFF2-40B4-BE49-F238E27FC236}">
                  <a16:creationId xmlns:a16="http://schemas.microsoft.com/office/drawing/2014/main" id="{E22FCC68-D201-0247-2F9E-578FF1EADB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44" y="4773"/>
              <a:ext cx="206" cy="1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1pPr>
              <a:lvl2pPr marL="742950" indent="-28575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2pPr>
              <a:lvl3pPr marL="11430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3pPr>
              <a:lvl4pPr marL="16002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4pPr>
              <a:lvl5pPr marL="20574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5pPr>
              <a:lvl6pPr marL="25146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6pPr>
              <a:lvl7pPr marL="29718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7pPr>
              <a:lvl8pPr marL="34290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8pPr>
              <a:lvl9pPr marL="38862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9pPr>
            </a:lstStyle>
            <a:p>
              <a:r>
                <a:rPr lang="en-US" altLang="ko-KR" sz="1000">
                  <a:solidFill>
                    <a:srgbClr val="000000"/>
                  </a:solidFill>
                </a:rPr>
                <a:t>13</a:t>
              </a:r>
            </a:p>
          </p:txBody>
        </p:sp>
        <p:sp>
          <p:nvSpPr>
            <p:cNvPr id="116" name="Rectangle 98">
              <a:extLst>
                <a:ext uri="{FF2B5EF4-FFF2-40B4-BE49-F238E27FC236}">
                  <a16:creationId xmlns:a16="http://schemas.microsoft.com/office/drawing/2014/main" id="{535A4067-159E-47CD-D9C1-C0684710C9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38" y="4773"/>
              <a:ext cx="206" cy="1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1pPr>
              <a:lvl2pPr marL="742950" indent="-28575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2pPr>
              <a:lvl3pPr marL="11430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3pPr>
              <a:lvl4pPr marL="16002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4pPr>
              <a:lvl5pPr marL="20574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5pPr>
              <a:lvl6pPr marL="25146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6pPr>
              <a:lvl7pPr marL="29718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7pPr>
              <a:lvl8pPr marL="34290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8pPr>
              <a:lvl9pPr marL="38862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9pPr>
            </a:lstStyle>
            <a:p>
              <a:r>
                <a:rPr lang="en-US" altLang="ko-KR" sz="1000">
                  <a:solidFill>
                    <a:srgbClr val="000000"/>
                  </a:solidFill>
                </a:rPr>
                <a:t>11</a:t>
              </a:r>
            </a:p>
          </p:txBody>
        </p:sp>
        <p:sp>
          <p:nvSpPr>
            <p:cNvPr id="117" name="Line 99">
              <a:extLst>
                <a:ext uri="{FF2B5EF4-FFF2-40B4-BE49-F238E27FC236}">
                  <a16:creationId xmlns:a16="http://schemas.microsoft.com/office/drawing/2014/main" id="{CCE6E73D-F8E5-AC35-AA0A-17DDE41FB58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67" y="4898"/>
              <a:ext cx="2983" cy="0"/>
            </a:xfrm>
            <a:prstGeom prst="line">
              <a:avLst/>
            </a:prstGeom>
            <a:noFill/>
            <a:ln w="25399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8" name="Rectangle 100">
              <a:extLst>
                <a:ext uri="{FF2B5EF4-FFF2-40B4-BE49-F238E27FC236}">
                  <a16:creationId xmlns:a16="http://schemas.microsoft.com/office/drawing/2014/main" id="{10442D97-812A-DD35-37EA-2F92E3198F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1" y="4913"/>
              <a:ext cx="189" cy="1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1pPr>
              <a:lvl2pPr marL="742950" indent="-28575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2pPr>
              <a:lvl3pPr marL="11430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3pPr>
              <a:lvl4pPr marL="16002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4pPr>
              <a:lvl5pPr marL="20574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5pPr>
              <a:lvl6pPr marL="25146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6pPr>
              <a:lvl7pPr marL="29718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7pPr>
              <a:lvl8pPr marL="34290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8pPr>
              <a:lvl9pPr marL="38862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9pPr>
            </a:lstStyle>
            <a:p>
              <a:r>
                <a:rPr lang="en-US" altLang="ko-KR" sz="1000">
                  <a:solidFill>
                    <a:srgbClr val="000000"/>
                  </a:solidFill>
                </a:rPr>
                <a:t>FI</a:t>
              </a:r>
            </a:p>
          </p:txBody>
        </p:sp>
        <p:sp>
          <p:nvSpPr>
            <p:cNvPr id="119" name="Rectangle 101">
              <a:extLst>
                <a:ext uri="{FF2B5EF4-FFF2-40B4-BE49-F238E27FC236}">
                  <a16:creationId xmlns:a16="http://schemas.microsoft.com/office/drawing/2014/main" id="{A5BE280A-234E-204C-3927-2B55B20F6F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8" y="4913"/>
              <a:ext cx="234" cy="1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1pPr>
              <a:lvl2pPr marL="742950" indent="-28575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2pPr>
              <a:lvl3pPr marL="11430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3pPr>
              <a:lvl4pPr marL="16002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4pPr>
              <a:lvl5pPr marL="20574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5pPr>
              <a:lvl6pPr marL="25146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6pPr>
              <a:lvl7pPr marL="29718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7pPr>
              <a:lvl8pPr marL="34290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8pPr>
              <a:lvl9pPr marL="38862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9pPr>
            </a:lstStyle>
            <a:p>
              <a:r>
                <a:rPr lang="en-US" altLang="ko-KR" sz="1000">
                  <a:solidFill>
                    <a:srgbClr val="000000"/>
                  </a:solidFill>
                </a:rPr>
                <a:t>DA</a:t>
              </a:r>
            </a:p>
          </p:txBody>
        </p:sp>
        <p:sp>
          <p:nvSpPr>
            <p:cNvPr id="120" name="Rectangle 102">
              <a:extLst>
                <a:ext uri="{FF2B5EF4-FFF2-40B4-BE49-F238E27FC236}">
                  <a16:creationId xmlns:a16="http://schemas.microsoft.com/office/drawing/2014/main" id="{B0A82080-96BD-21DE-8A0E-9E71B128F9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4" y="4913"/>
              <a:ext cx="229" cy="1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1pPr>
              <a:lvl2pPr marL="742950" indent="-28575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2pPr>
              <a:lvl3pPr marL="11430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3pPr>
              <a:lvl4pPr marL="16002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4pPr>
              <a:lvl5pPr marL="20574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5pPr>
              <a:lvl6pPr marL="25146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6pPr>
              <a:lvl7pPr marL="29718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7pPr>
              <a:lvl8pPr marL="34290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8pPr>
              <a:lvl9pPr marL="38862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9pPr>
            </a:lstStyle>
            <a:p>
              <a:r>
                <a:rPr lang="en-US" altLang="ko-KR" sz="1000">
                  <a:solidFill>
                    <a:srgbClr val="000000"/>
                  </a:solidFill>
                </a:rPr>
                <a:t>FO</a:t>
              </a:r>
            </a:p>
          </p:txBody>
        </p:sp>
        <p:sp>
          <p:nvSpPr>
            <p:cNvPr id="121" name="Rectangle 103">
              <a:extLst>
                <a:ext uri="{FF2B5EF4-FFF2-40B4-BE49-F238E27FC236}">
                  <a16:creationId xmlns:a16="http://schemas.microsoft.com/office/drawing/2014/main" id="{9A6D17BD-9571-4708-A3DF-782E5C5883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48" y="4913"/>
              <a:ext cx="224" cy="1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1pPr>
              <a:lvl2pPr marL="742950" indent="-28575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2pPr>
              <a:lvl3pPr marL="11430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3pPr>
              <a:lvl4pPr marL="16002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4pPr>
              <a:lvl5pPr marL="20574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5pPr>
              <a:lvl6pPr marL="25146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6pPr>
              <a:lvl7pPr marL="29718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7pPr>
              <a:lvl8pPr marL="34290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8pPr>
              <a:lvl9pPr marL="38862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9pPr>
            </a:lstStyle>
            <a:p>
              <a:r>
                <a:rPr lang="en-US" altLang="ko-KR" sz="1000">
                  <a:solidFill>
                    <a:srgbClr val="000000"/>
                  </a:solidFill>
                </a:rPr>
                <a:t>EX</a:t>
              </a:r>
            </a:p>
          </p:txBody>
        </p:sp>
        <p:sp>
          <p:nvSpPr>
            <p:cNvPr id="122" name="Line 104">
              <a:extLst>
                <a:ext uri="{FF2B5EF4-FFF2-40B4-BE49-F238E27FC236}">
                  <a16:creationId xmlns:a16="http://schemas.microsoft.com/office/drawing/2014/main" id="{14C1CBC3-9AA1-AE40-5A43-2D72D7C43F6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41" y="5051"/>
              <a:ext cx="2709" cy="0"/>
            </a:xfrm>
            <a:prstGeom prst="line">
              <a:avLst/>
            </a:prstGeom>
            <a:noFill/>
            <a:ln w="25399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" name="Rectangle 105">
              <a:extLst>
                <a:ext uri="{FF2B5EF4-FFF2-40B4-BE49-F238E27FC236}">
                  <a16:creationId xmlns:a16="http://schemas.microsoft.com/office/drawing/2014/main" id="{4EA9662E-CB3E-E22F-1EC3-72AC413ED2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0" y="4908"/>
              <a:ext cx="162" cy="1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1pPr>
              <a:lvl2pPr marL="742950" indent="-28575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2pPr>
              <a:lvl3pPr marL="11430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3pPr>
              <a:lvl4pPr marL="16002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4pPr>
              <a:lvl5pPr marL="20574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5pPr>
              <a:lvl6pPr marL="25146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6pPr>
              <a:lvl7pPr marL="29718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7pPr>
              <a:lvl8pPr marL="34290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8pPr>
              <a:lvl9pPr marL="38862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9pPr>
            </a:lstStyle>
            <a:p>
              <a:r>
                <a:rPr lang="en-US" altLang="ko-KR" sz="1000">
                  <a:solidFill>
                    <a:srgbClr val="000000"/>
                  </a:solidFill>
                </a:rPr>
                <a:t>1</a:t>
              </a:r>
            </a:p>
          </p:txBody>
        </p:sp>
        <p:sp>
          <p:nvSpPr>
            <p:cNvPr id="124" name="Line 106">
              <a:extLst>
                <a:ext uri="{FF2B5EF4-FFF2-40B4-BE49-F238E27FC236}">
                  <a16:creationId xmlns:a16="http://schemas.microsoft.com/office/drawing/2014/main" id="{9CE59801-A27F-6651-8FF2-961FF80419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41" y="5198"/>
              <a:ext cx="2709" cy="0"/>
            </a:xfrm>
            <a:prstGeom prst="line">
              <a:avLst/>
            </a:prstGeom>
            <a:noFill/>
            <a:ln w="25399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5" name="Line 107">
              <a:extLst>
                <a:ext uri="{FF2B5EF4-FFF2-40B4-BE49-F238E27FC236}">
                  <a16:creationId xmlns:a16="http://schemas.microsoft.com/office/drawing/2014/main" id="{A97E81BC-2FB8-71A8-515B-244604CDA8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41" y="5352"/>
              <a:ext cx="2709" cy="0"/>
            </a:xfrm>
            <a:prstGeom prst="line">
              <a:avLst/>
            </a:prstGeom>
            <a:noFill/>
            <a:ln w="25399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6" name="Line 108">
              <a:extLst>
                <a:ext uri="{FF2B5EF4-FFF2-40B4-BE49-F238E27FC236}">
                  <a16:creationId xmlns:a16="http://schemas.microsoft.com/office/drawing/2014/main" id="{CF4D1B61-1C35-3BE1-8253-702F7604AF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41" y="5506"/>
              <a:ext cx="2709" cy="0"/>
            </a:xfrm>
            <a:prstGeom prst="line">
              <a:avLst/>
            </a:prstGeom>
            <a:noFill/>
            <a:ln w="25399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7" name="Line 109">
              <a:extLst>
                <a:ext uri="{FF2B5EF4-FFF2-40B4-BE49-F238E27FC236}">
                  <a16:creationId xmlns:a16="http://schemas.microsoft.com/office/drawing/2014/main" id="{A65E4BB9-CFBA-60E4-4978-C666EF04AA0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41" y="5653"/>
              <a:ext cx="2709" cy="0"/>
            </a:xfrm>
            <a:prstGeom prst="line">
              <a:avLst/>
            </a:prstGeom>
            <a:noFill/>
            <a:ln w="25399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8" name="Line 110">
              <a:extLst>
                <a:ext uri="{FF2B5EF4-FFF2-40B4-BE49-F238E27FC236}">
                  <a16:creationId xmlns:a16="http://schemas.microsoft.com/office/drawing/2014/main" id="{B0D7D4CA-C7E3-9AB3-BD56-B93DC00692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41" y="5806"/>
              <a:ext cx="2709" cy="0"/>
            </a:xfrm>
            <a:prstGeom prst="line">
              <a:avLst/>
            </a:prstGeom>
            <a:noFill/>
            <a:ln w="25399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9" name="Line 111">
              <a:extLst>
                <a:ext uri="{FF2B5EF4-FFF2-40B4-BE49-F238E27FC236}">
                  <a16:creationId xmlns:a16="http://schemas.microsoft.com/office/drawing/2014/main" id="{0E500EFE-8D3A-BA6F-9628-15DBA6D96E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41" y="5960"/>
              <a:ext cx="2709" cy="0"/>
            </a:xfrm>
            <a:prstGeom prst="line">
              <a:avLst/>
            </a:prstGeom>
            <a:noFill/>
            <a:ln w="25399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0" name="Rectangle 112">
              <a:extLst>
                <a:ext uri="{FF2B5EF4-FFF2-40B4-BE49-F238E27FC236}">
                  <a16:creationId xmlns:a16="http://schemas.microsoft.com/office/drawing/2014/main" id="{F8C48E81-F4CC-119F-A00E-73640FFCAC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5" y="5061"/>
              <a:ext cx="189" cy="1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1pPr>
              <a:lvl2pPr marL="742950" indent="-28575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2pPr>
              <a:lvl3pPr marL="11430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3pPr>
              <a:lvl4pPr marL="16002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4pPr>
              <a:lvl5pPr marL="20574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5pPr>
              <a:lvl6pPr marL="25146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6pPr>
              <a:lvl7pPr marL="29718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7pPr>
              <a:lvl8pPr marL="34290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8pPr>
              <a:lvl9pPr marL="38862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9pPr>
            </a:lstStyle>
            <a:p>
              <a:r>
                <a:rPr lang="en-US" altLang="ko-KR" sz="1000">
                  <a:solidFill>
                    <a:srgbClr val="000000"/>
                  </a:solidFill>
                </a:rPr>
                <a:t>FI</a:t>
              </a:r>
            </a:p>
          </p:txBody>
        </p:sp>
        <p:sp>
          <p:nvSpPr>
            <p:cNvPr id="131" name="Rectangle 113">
              <a:extLst>
                <a:ext uri="{FF2B5EF4-FFF2-40B4-BE49-F238E27FC236}">
                  <a16:creationId xmlns:a16="http://schemas.microsoft.com/office/drawing/2014/main" id="{4E1777D4-47EA-87B3-9A72-3706983779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1" y="5061"/>
              <a:ext cx="234" cy="1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1pPr>
              <a:lvl2pPr marL="742950" indent="-28575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2pPr>
              <a:lvl3pPr marL="11430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3pPr>
              <a:lvl4pPr marL="16002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4pPr>
              <a:lvl5pPr marL="20574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5pPr>
              <a:lvl6pPr marL="25146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6pPr>
              <a:lvl7pPr marL="29718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7pPr>
              <a:lvl8pPr marL="34290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8pPr>
              <a:lvl9pPr marL="38862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9pPr>
            </a:lstStyle>
            <a:p>
              <a:r>
                <a:rPr lang="en-US" altLang="ko-KR" sz="1000">
                  <a:solidFill>
                    <a:srgbClr val="000000"/>
                  </a:solidFill>
                </a:rPr>
                <a:t>DA</a:t>
              </a:r>
            </a:p>
          </p:txBody>
        </p:sp>
        <p:sp>
          <p:nvSpPr>
            <p:cNvPr id="132" name="Rectangle 114">
              <a:extLst>
                <a:ext uri="{FF2B5EF4-FFF2-40B4-BE49-F238E27FC236}">
                  <a16:creationId xmlns:a16="http://schemas.microsoft.com/office/drawing/2014/main" id="{1EC6313B-6B91-4EB1-6AD7-F6C6045769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48" y="5061"/>
              <a:ext cx="229" cy="1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1pPr>
              <a:lvl2pPr marL="742950" indent="-28575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2pPr>
              <a:lvl3pPr marL="11430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3pPr>
              <a:lvl4pPr marL="16002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4pPr>
              <a:lvl5pPr marL="20574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5pPr>
              <a:lvl6pPr marL="25146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6pPr>
              <a:lvl7pPr marL="29718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7pPr>
              <a:lvl8pPr marL="34290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8pPr>
              <a:lvl9pPr marL="38862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9pPr>
            </a:lstStyle>
            <a:p>
              <a:r>
                <a:rPr lang="en-US" altLang="ko-KR" sz="1000">
                  <a:solidFill>
                    <a:srgbClr val="000000"/>
                  </a:solidFill>
                </a:rPr>
                <a:t>FO</a:t>
              </a:r>
            </a:p>
          </p:txBody>
        </p:sp>
        <p:sp>
          <p:nvSpPr>
            <p:cNvPr id="133" name="Rectangle 115">
              <a:extLst>
                <a:ext uri="{FF2B5EF4-FFF2-40B4-BE49-F238E27FC236}">
                  <a16:creationId xmlns:a16="http://schemas.microsoft.com/office/drawing/2014/main" id="{DBBB1419-6876-8D87-7A75-CB370E4C77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52" y="5061"/>
              <a:ext cx="224" cy="1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1pPr>
              <a:lvl2pPr marL="742950" indent="-28575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2pPr>
              <a:lvl3pPr marL="11430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3pPr>
              <a:lvl4pPr marL="16002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4pPr>
              <a:lvl5pPr marL="20574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5pPr>
              <a:lvl6pPr marL="25146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6pPr>
              <a:lvl7pPr marL="29718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7pPr>
              <a:lvl8pPr marL="34290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8pPr>
              <a:lvl9pPr marL="38862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9pPr>
            </a:lstStyle>
            <a:p>
              <a:r>
                <a:rPr lang="en-US" altLang="ko-KR" sz="1000">
                  <a:solidFill>
                    <a:srgbClr val="000000"/>
                  </a:solidFill>
                </a:rPr>
                <a:t>EX</a:t>
              </a:r>
            </a:p>
          </p:txBody>
        </p:sp>
        <p:sp>
          <p:nvSpPr>
            <p:cNvPr id="134" name="Rectangle 116">
              <a:extLst>
                <a:ext uri="{FF2B5EF4-FFF2-40B4-BE49-F238E27FC236}">
                  <a16:creationId xmlns:a16="http://schemas.microsoft.com/office/drawing/2014/main" id="{8F3293ED-E53D-7435-7F51-8182F51F14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1" y="5211"/>
              <a:ext cx="189" cy="1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1pPr>
              <a:lvl2pPr marL="742950" indent="-28575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2pPr>
              <a:lvl3pPr marL="11430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3pPr>
              <a:lvl4pPr marL="16002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4pPr>
              <a:lvl5pPr marL="20574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5pPr>
              <a:lvl6pPr marL="25146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6pPr>
              <a:lvl7pPr marL="29718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7pPr>
              <a:lvl8pPr marL="34290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8pPr>
              <a:lvl9pPr marL="38862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9pPr>
            </a:lstStyle>
            <a:p>
              <a:r>
                <a:rPr lang="en-US" altLang="ko-KR" sz="1000">
                  <a:solidFill>
                    <a:srgbClr val="000000"/>
                  </a:solidFill>
                </a:rPr>
                <a:t>FI</a:t>
              </a:r>
            </a:p>
          </p:txBody>
        </p:sp>
        <p:sp>
          <p:nvSpPr>
            <p:cNvPr id="135" name="Rectangle 117">
              <a:extLst>
                <a:ext uri="{FF2B5EF4-FFF2-40B4-BE49-F238E27FC236}">
                  <a16:creationId xmlns:a16="http://schemas.microsoft.com/office/drawing/2014/main" id="{138FE312-9AAF-441B-AC84-2292B939A9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48" y="5211"/>
              <a:ext cx="234" cy="1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1pPr>
              <a:lvl2pPr marL="742950" indent="-28575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2pPr>
              <a:lvl3pPr marL="11430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3pPr>
              <a:lvl4pPr marL="16002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4pPr>
              <a:lvl5pPr marL="20574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5pPr>
              <a:lvl6pPr marL="25146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6pPr>
              <a:lvl7pPr marL="29718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7pPr>
              <a:lvl8pPr marL="34290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8pPr>
              <a:lvl9pPr marL="38862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9pPr>
            </a:lstStyle>
            <a:p>
              <a:r>
                <a:rPr lang="en-US" altLang="ko-KR" sz="1000">
                  <a:solidFill>
                    <a:srgbClr val="000000"/>
                  </a:solidFill>
                </a:rPr>
                <a:t>DA</a:t>
              </a:r>
            </a:p>
          </p:txBody>
        </p:sp>
        <p:sp>
          <p:nvSpPr>
            <p:cNvPr id="136" name="Rectangle 118">
              <a:extLst>
                <a:ext uri="{FF2B5EF4-FFF2-40B4-BE49-F238E27FC236}">
                  <a16:creationId xmlns:a16="http://schemas.microsoft.com/office/drawing/2014/main" id="{C13632EE-EA72-1D9A-6604-7C01B62B89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45" y="5211"/>
              <a:ext cx="228" cy="1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1pPr>
              <a:lvl2pPr marL="742950" indent="-28575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2pPr>
              <a:lvl3pPr marL="11430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3pPr>
              <a:lvl4pPr marL="16002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4pPr>
              <a:lvl5pPr marL="20574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5pPr>
              <a:lvl6pPr marL="25146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6pPr>
              <a:lvl7pPr marL="29718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7pPr>
              <a:lvl8pPr marL="34290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8pPr>
              <a:lvl9pPr marL="38862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9pPr>
            </a:lstStyle>
            <a:p>
              <a:r>
                <a:rPr lang="en-US" altLang="ko-KR" sz="1000">
                  <a:solidFill>
                    <a:srgbClr val="000000"/>
                  </a:solidFill>
                </a:rPr>
                <a:t>FO</a:t>
              </a:r>
            </a:p>
          </p:txBody>
        </p:sp>
        <p:sp>
          <p:nvSpPr>
            <p:cNvPr id="137" name="Rectangle 119">
              <a:extLst>
                <a:ext uri="{FF2B5EF4-FFF2-40B4-BE49-F238E27FC236}">
                  <a16:creationId xmlns:a16="http://schemas.microsoft.com/office/drawing/2014/main" id="{BEF41FD2-DEB2-2346-61BA-CEE6EBCEF8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48" y="5211"/>
              <a:ext cx="224" cy="1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1pPr>
              <a:lvl2pPr marL="742950" indent="-28575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2pPr>
              <a:lvl3pPr marL="11430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3pPr>
              <a:lvl4pPr marL="16002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4pPr>
              <a:lvl5pPr marL="20574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5pPr>
              <a:lvl6pPr marL="25146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6pPr>
              <a:lvl7pPr marL="29718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7pPr>
              <a:lvl8pPr marL="34290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8pPr>
              <a:lvl9pPr marL="38862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9pPr>
            </a:lstStyle>
            <a:p>
              <a:r>
                <a:rPr lang="en-US" altLang="ko-KR" sz="1000">
                  <a:solidFill>
                    <a:srgbClr val="000000"/>
                  </a:solidFill>
                </a:rPr>
                <a:t>EX</a:t>
              </a:r>
            </a:p>
          </p:txBody>
        </p:sp>
        <p:sp>
          <p:nvSpPr>
            <p:cNvPr id="138" name="Rectangle 120">
              <a:extLst>
                <a:ext uri="{FF2B5EF4-FFF2-40B4-BE49-F238E27FC236}">
                  <a16:creationId xmlns:a16="http://schemas.microsoft.com/office/drawing/2014/main" id="{4F2D2B58-6A77-B93A-E24C-4ED79183D3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45" y="5369"/>
              <a:ext cx="189" cy="1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1pPr>
              <a:lvl2pPr marL="742950" indent="-28575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2pPr>
              <a:lvl3pPr marL="11430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3pPr>
              <a:lvl4pPr marL="16002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4pPr>
              <a:lvl5pPr marL="20574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5pPr>
              <a:lvl6pPr marL="25146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6pPr>
              <a:lvl7pPr marL="29718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7pPr>
              <a:lvl8pPr marL="34290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8pPr>
              <a:lvl9pPr marL="38862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9pPr>
            </a:lstStyle>
            <a:p>
              <a:r>
                <a:rPr lang="en-US" altLang="ko-KR" sz="1000">
                  <a:solidFill>
                    <a:srgbClr val="000000"/>
                  </a:solidFill>
                </a:rPr>
                <a:t>FI</a:t>
              </a:r>
            </a:p>
          </p:txBody>
        </p:sp>
        <p:sp>
          <p:nvSpPr>
            <p:cNvPr id="139" name="Rectangle 121">
              <a:extLst>
                <a:ext uri="{FF2B5EF4-FFF2-40B4-BE49-F238E27FC236}">
                  <a16:creationId xmlns:a16="http://schemas.microsoft.com/office/drawing/2014/main" id="{0AC6D60E-B7CF-4983-D7E9-2836985E3F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0" y="5369"/>
              <a:ext cx="234" cy="1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1pPr>
              <a:lvl2pPr marL="742950" indent="-28575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2pPr>
              <a:lvl3pPr marL="11430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3pPr>
              <a:lvl4pPr marL="16002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4pPr>
              <a:lvl5pPr marL="20574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5pPr>
              <a:lvl6pPr marL="25146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6pPr>
              <a:lvl7pPr marL="29718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7pPr>
              <a:lvl8pPr marL="34290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8pPr>
              <a:lvl9pPr marL="38862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9pPr>
            </a:lstStyle>
            <a:p>
              <a:r>
                <a:rPr lang="en-US" altLang="ko-KR" sz="1000">
                  <a:solidFill>
                    <a:srgbClr val="000000"/>
                  </a:solidFill>
                </a:rPr>
                <a:t>DA</a:t>
              </a:r>
            </a:p>
          </p:txBody>
        </p:sp>
        <p:sp>
          <p:nvSpPr>
            <p:cNvPr id="140" name="Rectangle 122">
              <a:extLst>
                <a:ext uri="{FF2B5EF4-FFF2-40B4-BE49-F238E27FC236}">
                  <a16:creationId xmlns:a16="http://schemas.microsoft.com/office/drawing/2014/main" id="{9D078EB3-9127-DA1A-1A15-33D58D1817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37" y="5369"/>
              <a:ext cx="229" cy="1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1pPr>
              <a:lvl2pPr marL="742950" indent="-28575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2pPr>
              <a:lvl3pPr marL="11430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3pPr>
              <a:lvl4pPr marL="16002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4pPr>
              <a:lvl5pPr marL="20574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5pPr>
              <a:lvl6pPr marL="25146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6pPr>
              <a:lvl7pPr marL="29718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7pPr>
              <a:lvl8pPr marL="34290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8pPr>
              <a:lvl9pPr marL="38862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9pPr>
            </a:lstStyle>
            <a:p>
              <a:r>
                <a:rPr lang="en-US" altLang="ko-KR" sz="1000">
                  <a:solidFill>
                    <a:srgbClr val="000000"/>
                  </a:solidFill>
                </a:rPr>
                <a:t>FO</a:t>
              </a:r>
            </a:p>
          </p:txBody>
        </p:sp>
        <p:sp>
          <p:nvSpPr>
            <p:cNvPr id="141" name="Rectangle 123">
              <a:extLst>
                <a:ext uri="{FF2B5EF4-FFF2-40B4-BE49-F238E27FC236}">
                  <a16:creationId xmlns:a16="http://schemas.microsoft.com/office/drawing/2014/main" id="{604B09DD-73C4-D35E-5363-8BF0356596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41" y="5369"/>
              <a:ext cx="224" cy="1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1pPr>
              <a:lvl2pPr marL="742950" indent="-28575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2pPr>
              <a:lvl3pPr marL="11430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3pPr>
              <a:lvl4pPr marL="16002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4pPr>
              <a:lvl5pPr marL="20574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5pPr>
              <a:lvl6pPr marL="25146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6pPr>
              <a:lvl7pPr marL="29718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7pPr>
              <a:lvl8pPr marL="34290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8pPr>
              <a:lvl9pPr marL="38862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9pPr>
            </a:lstStyle>
            <a:p>
              <a:r>
                <a:rPr lang="en-US" altLang="ko-KR" sz="1000">
                  <a:solidFill>
                    <a:srgbClr val="000000"/>
                  </a:solidFill>
                </a:rPr>
                <a:t>EX</a:t>
              </a:r>
            </a:p>
          </p:txBody>
        </p:sp>
        <p:sp>
          <p:nvSpPr>
            <p:cNvPr id="142" name="Rectangle 124">
              <a:extLst>
                <a:ext uri="{FF2B5EF4-FFF2-40B4-BE49-F238E27FC236}">
                  <a16:creationId xmlns:a16="http://schemas.microsoft.com/office/drawing/2014/main" id="{76C0DED1-B961-C974-FA4B-0062F41632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7" y="5513"/>
              <a:ext cx="189" cy="1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1pPr>
              <a:lvl2pPr marL="742950" indent="-28575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2pPr>
              <a:lvl3pPr marL="11430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3pPr>
              <a:lvl4pPr marL="16002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4pPr>
              <a:lvl5pPr marL="20574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5pPr>
              <a:lvl6pPr marL="25146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6pPr>
              <a:lvl7pPr marL="29718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7pPr>
              <a:lvl8pPr marL="34290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8pPr>
              <a:lvl9pPr marL="38862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9pPr>
            </a:lstStyle>
            <a:p>
              <a:r>
                <a:rPr lang="en-US" altLang="ko-KR" sz="1000">
                  <a:solidFill>
                    <a:srgbClr val="000000"/>
                  </a:solidFill>
                </a:rPr>
                <a:t>FI</a:t>
              </a:r>
            </a:p>
          </p:txBody>
        </p:sp>
        <p:sp>
          <p:nvSpPr>
            <p:cNvPr id="143" name="Rectangle 125">
              <a:extLst>
                <a:ext uri="{FF2B5EF4-FFF2-40B4-BE49-F238E27FC236}">
                  <a16:creationId xmlns:a16="http://schemas.microsoft.com/office/drawing/2014/main" id="{6B62F842-E2FC-51CA-43B8-61A67B5591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4" y="5513"/>
              <a:ext cx="234" cy="1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1pPr>
              <a:lvl2pPr marL="742950" indent="-28575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2pPr>
              <a:lvl3pPr marL="11430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3pPr>
              <a:lvl4pPr marL="16002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4pPr>
              <a:lvl5pPr marL="20574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5pPr>
              <a:lvl6pPr marL="25146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6pPr>
              <a:lvl7pPr marL="29718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7pPr>
              <a:lvl8pPr marL="34290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8pPr>
              <a:lvl9pPr marL="38862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9pPr>
            </a:lstStyle>
            <a:p>
              <a:r>
                <a:rPr lang="en-US" altLang="ko-KR" sz="1000">
                  <a:solidFill>
                    <a:srgbClr val="000000"/>
                  </a:solidFill>
                </a:rPr>
                <a:t>DA</a:t>
              </a:r>
            </a:p>
          </p:txBody>
        </p:sp>
        <p:sp>
          <p:nvSpPr>
            <p:cNvPr id="144" name="Rectangle 126">
              <a:extLst>
                <a:ext uri="{FF2B5EF4-FFF2-40B4-BE49-F238E27FC236}">
                  <a16:creationId xmlns:a16="http://schemas.microsoft.com/office/drawing/2014/main" id="{10A73C59-FBB0-EE61-9E6E-88A5C93BEF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41" y="5513"/>
              <a:ext cx="229" cy="1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1pPr>
              <a:lvl2pPr marL="742950" indent="-28575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2pPr>
              <a:lvl3pPr marL="11430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3pPr>
              <a:lvl4pPr marL="16002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4pPr>
              <a:lvl5pPr marL="20574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5pPr>
              <a:lvl6pPr marL="25146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6pPr>
              <a:lvl7pPr marL="29718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7pPr>
              <a:lvl8pPr marL="34290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8pPr>
              <a:lvl9pPr marL="38862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9pPr>
            </a:lstStyle>
            <a:p>
              <a:r>
                <a:rPr lang="en-US" altLang="ko-KR" sz="1000">
                  <a:solidFill>
                    <a:srgbClr val="000000"/>
                  </a:solidFill>
                </a:rPr>
                <a:t>FO</a:t>
              </a:r>
            </a:p>
          </p:txBody>
        </p:sp>
        <p:sp>
          <p:nvSpPr>
            <p:cNvPr id="145" name="Rectangle 127">
              <a:extLst>
                <a:ext uri="{FF2B5EF4-FFF2-40B4-BE49-F238E27FC236}">
                  <a16:creationId xmlns:a16="http://schemas.microsoft.com/office/drawing/2014/main" id="{17F91157-BCDB-B85E-760E-1360ED4C6D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45" y="5513"/>
              <a:ext cx="224" cy="1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1pPr>
              <a:lvl2pPr marL="742950" indent="-28575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2pPr>
              <a:lvl3pPr marL="11430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3pPr>
              <a:lvl4pPr marL="16002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4pPr>
              <a:lvl5pPr marL="20574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5pPr>
              <a:lvl6pPr marL="25146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6pPr>
              <a:lvl7pPr marL="29718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7pPr>
              <a:lvl8pPr marL="34290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8pPr>
              <a:lvl9pPr marL="38862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9pPr>
            </a:lstStyle>
            <a:p>
              <a:r>
                <a:rPr lang="en-US" altLang="ko-KR" sz="1000">
                  <a:solidFill>
                    <a:srgbClr val="000000"/>
                  </a:solidFill>
                </a:rPr>
                <a:t>EX</a:t>
              </a:r>
            </a:p>
          </p:txBody>
        </p:sp>
        <p:sp>
          <p:nvSpPr>
            <p:cNvPr id="146" name="Rectangle 128">
              <a:extLst>
                <a:ext uri="{FF2B5EF4-FFF2-40B4-BE49-F238E27FC236}">
                  <a16:creationId xmlns:a16="http://schemas.microsoft.com/office/drawing/2014/main" id="{F4135A8E-A3AB-1681-4525-8F6731D19B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4" y="5668"/>
              <a:ext cx="189" cy="1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1pPr>
              <a:lvl2pPr marL="742950" indent="-28575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2pPr>
              <a:lvl3pPr marL="11430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3pPr>
              <a:lvl4pPr marL="16002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4pPr>
              <a:lvl5pPr marL="20574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5pPr>
              <a:lvl6pPr marL="25146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6pPr>
              <a:lvl7pPr marL="29718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7pPr>
              <a:lvl8pPr marL="34290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8pPr>
              <a:lvl9pPr marL="38862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9pPr>
            </a:lstStyle>
            <a:p>
              <a:r>
                <a:rPr lang="en-US" altLang="ko-KR" sz="1000">
                  <a:solidFill>
                    <a:srgbClr val="000000"/>
                  </a:solidFill>
                </a:rPr>
                <a:t>FI</a:t>
              </a:r>
            </a:p>
          </p:txBody>
        </p:sp>
        <p:sp>
          <p:nvSpPr>
            <p:cNvPr id="147" name="Rectangle 129">
              <a:extLst>
                <a:ext uri="{FF2B5EF4-FFF2-40B4-BE49-F238E27FC236}">
                  <a16:creationId xmlns:a16="http://schemas.microsoft.com/office/drawing/2014/main" id="{FFA596B5-8D2B-725D-6B03-B64048EEE6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41" y="5668"/>
              <a:ext cx="234" cy="1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1pPr>
              <a:lvl2pPr marL="742950" indent="-28575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2pPr>
              <a:lvl3pPr marL="11430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3pPr>
              <a:lvl4pPr marL="16002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4pPr>
              <a:lvl5pPr marL="20574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5pPr>
              <a:lvl6pPr marL="25146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6pPr>
              <a:lvl7pPr marL="29718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7pPr>
              <a:lvl8pPr marL="34290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8pPr>
              <a:lvl9pPr marL="38862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9pPr>
            </a:lstStyle>
            <a:p>
              <a:r>
                <a:rPr lang="en-US" altLang="ko-KR" sz="1000">
                  <a:solidFill>
                    <a:srgbClr val="000000"/>
                  </a:solidFill>
                </a:rPr>
                <a:t>DA</a:t>
              </a:r>
            </a:p>
          </p:txBody>
        </p:sp>
        <p:sp>
          <p:nvSpPr>
            <p:cNvPr id="148" name="Rectangle 130">
              <a:extLst>
                <a:ext uri="{FF2B5EF4-FFF2-40B4-BE49-F238E27FC236}">
                  <a16:creationId xmlns:a16="http://schemas.microsoft.com/office/drawing/2014/main" id="{AA616E19-72F6-A2F2-0E0E-D6F04D3A87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38" y="5668"/>
              <a:ext cx="229" cy="1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1pPr>
              <a:lvl2pPr marL="742950" indent="-28575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2pPr>
              <a:lvl3pPr marL="11430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3pPr>
              <a:lvl4pPr marL="16002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4pPr>
              <a:lvl5pPr marL="20574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5pPr>
              <a:lvl6pPr marL="25146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6pPr>
              <a:lvl7pPr marL="29718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7pPr>
              <a:lvl8pPr marL="34290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8pPr>
              <a:lvl9pPr marL="38862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9pPr>
            </a:lstStyle>
            <a:p>
              <a:r>
                <a:rPr lang="en-US" altLang="ko-KR" sz="1000">
                  <a:solidFill>
                    <a:srgbClr val="000000"/>
                  </a:solidFill>
                </a:rPr>
                <a:t>FO</a:t>
              </a:r>
            </a:p>
          </p:txBody>
        </p:sp>
        <p:sp>
          <p:nvSpPr>
            <p:cNvPr id="149" name="Rectangle 131">
              <a:extLst>
                <a:ext uri="{FF2B5EF4-FFF2-40B4-BE49-F238E27FC236}">
                  <a16:creationId xmlns:a16="http://schemas.microsoft.com/office/drawing/2014/main" id="{AB201EBE-94F4-62DC-0ABA-85CFA3D008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42" y="5668"/>
              <a:ext cx="224" cy="1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1pPr>
              <a:lvl2pPr marL="742950" indent="-28575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2pPr>
              <a:lvl3pPr marL="11430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3pPr>
              <a:lvl4pPr marL="16002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4pPr>
              <a:lvl5pPr marL="20574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5pPr>
              <a:lvl6pPr marL="25146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6pPr>
              <a:lvl7pPr marL="29718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7pPr>
              <a:lvl8pPr marL="34290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8pPr>
              <a:lvl9pPr marL="38862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9pPr>
            </a:lstStyle>
            <a:p>
              <a:r>
                <a:rPr lang="en-US" altLang="ko-KR" sz="1000">
                  <a:solidFill>
                    <a:srgbClr val="000000"/>
                  </a:solidFill>
                </a:rPr>
                <a:t>EX</a:t>
              </a:r>
            </a:p>
          </p:txBody>
        </p:sp>
        <p:sp>
          <p:nvSpPr>
            <p:cNvPr id="150" name="Rectangle 132">
              <a:extLst>
                <a:ext uri="{FF2B5EF4-FFF2-40B4-BE49-F238E27FC236}">
                  <a16:creationId xmlns:a16="http://schemas.microsoft.com/office/drawing/2014/main" id="{5B08CD9A-B18D-DD49-FCAA-AF63BA0036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41" y="5821"/>
              <a:ext cx="189" cy="1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1pPr>
              <a:lvl2pPr marL="742950" indent="-28575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2pPr>
              <a:lvl3pPr marL="11430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3pPr>
              <a:lvl4pPr marL="16002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4pPr>
              <a:lvl5pPr marL="20574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5pPr>
              <a:lvl6pPr marL="25146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6pPr>
              <a:lvl7pPr marL="29718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7pPr>
              <a:lvl8pPr marL="34290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8pPr>
              <a:lvl9pPr marL="38862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9pPr>
            </a:lstStyle>
            <a:p>
              <a:r>
                <a:rPr lang="en-US" altLang="ko-KR" sz="1000">
                  <a:solidFill>
                    <a:srgbClr val="000000"/>
                  </a:solidFill>
                </a:rPr>
                <a:t>FI</a:t>
              </a:r>
            </a:p>
          </p:txBody>
        </p:sp>
        <p:sp>
          <p:nvSpPr>
            <p:cNvPr id="151" name="Rectangle 133">
              <a:extLst>
                <a:ext uri="{FF2B5EF4-FFF2-40B4-BE49-F238E27FC236}">
                  <a16:creationId xmlns:a16="http://schemas.microsoft.com/office/drawing/2014/main" id="{9DCD7759-6313-E0DB-30CE-7B2B197980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38" y="5821"/>
              <a:ext cx="234" cy="1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1pPr>
              <a:lvl2pPr marL="742950" indent="-28575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2pPr>
              <a:lvl3pPr marL="11430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3pPr>
              <a:lvl4pPr marL="16002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4pPr>
              <a:lvl5pPr marL="20574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5pPr>
              <a:lvl6pPr marL="25146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6pPr>
              <a:lvl7pPr marL="29718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7pPr>
              <a:lvl8pPr marL="34290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8pPr>
              <a:lvl9pPr marL="38862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9pPr>
            </a:lstStyle>
            <a:p>
              <a:r>
                <a:rPr lang="en-US" altLang="ko-KR" sz="1000">
                  <a:solidFill>
                    <a:srgbClr val="000000"/>
                  </a:solidFill>
                </a:rPr>
                <a:t>DA</a:t>
              </a:r>
            </a:p>
          </p:txBody>
        </p:sp>
        <p:sp>
          <p:nvSpPr>
            <p:cNvPr id="152" name="Rectangle 134">
              <a:extLst>
                <a:ext uri="{FF2B5EF4-FFF2-40B4-BE49-F238E27FC236}">
                  <a16:creationId xmlns:a16="http://schemas.microsoft.com/office/drawing/2014/main" id="{AFDCEC45-E26D-749B-BD34-3EE083B2AD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3" y="5821"/>
              <a:ext cx="229" cy="1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1pPr>
              <a:lvl2pPr marL="742950" indent="-28575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2pPr>
              <a:lvl3pPr marL="11430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3pPr>
              <a:lvl4pPr marL="16002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4pPr>
              <a:lvl5pPr marL="20574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5pPr>
              <a:lvl6pPr marL="25146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6pPr>
              <a:lvl7pPr marL="29718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7pPr>
              <a:lvl8pPr marL="34290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8pPr>
              <a:lvl9pPr marL="38862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9pPr>
            </a:lstStyle>
            <a:p>
              <a:r>
                <a:rPr lang="en-US" altLang="ko-KR" sz="1000">
                  <a:solidFill>
                    <a:srgbClr val="000000"/>
                  </a:solidFill>
                </a:rPr>
                <a:t>FO</a:t>
              </a:r>
            </a:p>
          </p:txBody>
        </p:sp>
        <p:sp>
          <p:nvSpPr>
            <p:cNvPr id="153" name="Rectangle 135">
              <a:extLst>
                <a:ext uri="{FF2B5EF4-FFF2-40B4-BE49-F238E27FC236}">
                  <a16:creationId xmlns:a16="http://schemas.microsoft.com/office/drawing/2014/main" id="{7469CC2B-E536-05FF-E233-71E040B5D5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38" y="5821"/>
              <a:ext cx="224" cy="1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1pPr>
              <a:lvl2pPr marL="742950" indent="-28575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2pPr>
              <a:lvl3pPr marL="11430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3pPr>
              <a:lvl4pPr marL="16002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4pPr>
              <a:lvl5pPr marL="20574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5pPr>
              <a:lvl6pPr marL="25146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6pPr>
              <a:lvl7pPr marL="29718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7pPr>
              <a:lvl8pPr marL="34290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8pPr>
              <a:lvl9pPr marL="38862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9pPr>
            </a:lstStyle>
            <a:p>
              <a:r>
                <a:rPr lang="en-US" altLang="ko-KR" sz="1000">
                  <a:solidFill>
                    <a:srgbClr val="000000"/>
                  </a:solidFill>
                </a:rPr>
                <a:t>EX</a:t>
              </a:r>
            </a:p>
          </p:txBody>
        </p:sp>
        <p:sp>
          <p:nvSpPr>
            <p:cNvPr id="154" name="Rectangle 136">
              <a:extLst>
                <a:ext uri="{FF2B5EF4-FFF2-40B4-BE49-F238E27FC236}">
                  <a16:creationId xmlns:a16="http://schemas.microsoft.com/office/drawing/2014/main" id="{82C9DEAD-5D46-48E4-67AC-6D36997631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4" y="5061"/>
              <a:ext cx="162" cy="1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1pPr>
              <a:lvl2pPr marL="742950" indent="-28575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2pPr>
              <a:lvl3pPr marL="11430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3pPr>
              <a:lvl4pPr marL="16002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4pPr>
              <a:lvl5pPr marL="20574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5pPr>
              <a:lvl6pPr marL="25146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6pPr>
              <a:lvl7pPr marL="29718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7pPr>
              <a:lvl8pPr marL="34290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8pPr>
              <a:lvl9pPr marL="38862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9pPr>
            </a:lstStyle>
            <a:p>
              <a:r>
                <a:rPr lang="en-US" altLang="ko-KR" sz="1000">
                  <a:solidFill>
                    <a:srgbClr val="000000"/>
                  </a:solidFill>
                </a:rPr>
                <a:t>2</a:t>
              </a:r>
            </a:p>
          </p:txBody>
        </p:sp>
        <p:sp>
          <p:nvSpPr>
            <p:cNvPr id="155" name="Rectangle 137">
              <a:extLst>
                <a:ext uri="{FF2B5EF4-FFF2-40B4-BE49-F238E27FC236}">
                  <a16:creationId xmlns:a16="http://schemas.microsoft.com/office/drawing/2014/main" id="{E334BB77-9C01-B140-CDD4-B17BD1C4B3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4" y="5213"/>
              <a:ext cx="162" cy="1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1pPr>
              <a:lvl2pPr marL="742950" indent="-28575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2pPr>
              <a:lvl3pPr marL="11430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3pPr>
              <a:lvl4pPr marL="16002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4pPr>
              <a:lvl5pPr marL="20574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5pPr>
              <a:lvl6pPr marL="25146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6pPr>
              <a:lvl7pPr marL="29718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7pPr>
              <a:lvl8pPr marL="34290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8pPr>
              <a:lvl9pPr marL="38862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9pPr>
            </a:lstStyle>
            <a:p>
              <a:r>
                <a:rPr lang="en-US" altLang="ko-KR" sz="1000">
                  <a:solidFill>
                    <a:srgbClr val="000000"/>
                  </a:solidFill>
                </a:rPr>
                <a:t>3</a:t>
              </a:r>
            </a:p>
          </p:txBody>
        </p:sp>
        <p:sp>
          <p:nvSpPr>
            <p:cNvPr id="156" name="Rectangle 138">
              <a:extLst>
                <a:ext uri="{FF2B5EF4-FFF2-40B4-BE49-F238E27FC236}">
                  <a16:creationId xmlns:a16="http://schemas.microsoft.com/office/drawing/2014/main" id="{7BD55A4E-4D98-6AE5-88DD-F7868E9AB1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4" y="5362"/>
              <a:ext cx="162" cy="1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1pPr>
              <a:lvl2pPr marL="742950" indent="-28575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2pPr>
              <a:lvl3pPr marL="11430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3pPr>
              <a:lvl4pPr marL="16002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4pPr>
              <a:lvl5pPr marL="20574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5pPr>
              <a:lvl6pPr marL="25146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6pPr>
              <a:lvl7pPr marL="29718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7pPr>
              <a:lvl8pPr marL="34290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8pPr>
              <a:lvl9pPr marL="38862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9pPr>
            </a:lstStyle>
            <a:p>
              <a:r>
                <a:rPr lang="en-US" altLang="ko-KR" sz="1000">
                  <a:solidFill>
                    <a:srgbClr val="000000"/>
                  </a:solidFill>
                </a:rPr>
                <a:t>4</a:t>
              </a:r>
            </a:p>
          </p:txBody>
        </p:sp>
        <p:sp>
          <p:nvSpPr>
            <p:cNvPr id="157" name="Rectangle 139">
              <a:extLst>
                <a:ext uri="{FF2B5EF4-FFF2-40B4-BE49-F238E27FC236}">
                  <a16:creationId xmlns:a16="http://schemas.microsoft.com/office/drawing/2014/main" id="{859BF2C3-34AC-7B84-37E1-44B5E13A46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4" y="5514"/>
              <a:ext cx="162" cy="1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1pPr>
              <a:lvl2pPr marL="742950" indent="-28575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2pPr>
              <a:lvl3pPr marL="11430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3pPr>
              <a:lvl4pPr marL="16002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4pPr>
              <a:lvl5pPr marL="20574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5pPr>
              <a:lvl6pPr marL="25146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6pPr>
              <a:lvl7pPr marL="29718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7pPr>
              <a:lvl8pPr marL="34290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8pPr>
              <a:lvl9pPr marL="38862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9pPr>
            </a:lstStyle>
            <a:p>
              <a:r>
                <a:rPr lang="en-US" altLang="ko-KR" sz="1000">
                  <a:solidFill>
                    <a:srgbClr val="000000"/>
                  </a:solidFill>
                </a:rPr>
                <a:t>5</a:t>
              </a:r>
            </a:p>
          </p:txBody>
        </p:sp>
        <p:sp>
          <p:nvSpPr>
            <p:cNvPr id="158" name="Rectangle 140">
              <a:extLst>
                <a:ext uri="{FF2B5EF4-FFF2-40B4-BE49-F238E27FC236}">
                  <a16:creationId xmlns:a16="http://schemas.microsoft.com/office/drawing/2014/main" id="{7DF461BA-F139-F012-2F08-F8D205A2C7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4" y="5669"/>
              <a:ext cx="162" cy="1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1pPr>
              <a:lvl2pPr marL="742950" indent="-28575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2pPr>
              <a:lvl3pPr marL="11430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3pPr>
              <a:lvl4pPr marL="16002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4pPr>
              <a:lvl5pPr marL="20574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5pPr>
              <a:lvl6pPr marL="25146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6pPr>
              <a:lvl7pPr marL="29718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7pPr>
              <a:lvl8pPr marL="34290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8pPr>
              <a:lvl9pPr marL="38862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9pPr>
            </a:lstStyle>
            <a:p>
              <a:r>
                <a:rPr lang="en-US" altLang="ko-KR" sz="1000">
                  <a:solidFill>
                    <a:srgbClr val="000000"/>
                  </a:solidFill>
                </a:rPr>
                <a:t>6</a:t>
              </a:r>
            </a:p>
          </p:txBody>
        </p:sp>
        <p:sp>
          <p:nvSpPr>
            <p:cNvPr id="159" name="Rectangle 141">
              <a:extLst>
                <a:ext uri="{FF2B5EF4-FFF2-40B4-BE49-F238E27FC236}">
                  <a16:creationId xmlns:a16="http://schemas.microsoft.com/office/drawing/2014/main" id="{04309E43-B0B9-D10F-F8E8-EFF89EB3AC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4" y="5815"/>
              <a:ext cx="162" cy="1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1pPr>
              <a:lvl2pPr marL="742950" indent="-28575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2pPr>
              <a:lvl3pPr marL="11430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3pPr>
              <a:lvl4pPr marL="16002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4pPr>
              <a:lvl5pPr marL="20574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5pPr>
              <a:lvl6pPr marL="25146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6pPr>
              <a:lvl7pPr marL="29718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7pPr>
              <a:lvl8pPr marL="34290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8pPr>
              <a:lvl9pPr marL="38862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9pPr>
            </a:lstStyle>
            <a:p>
              <a:r>
                <a:rPr lang="en-US" altLang="ko-KR" sz="1000">
                  <a:solidFill>
                    <a:srgbClr val="000000"/>
                  </a:solidFill>
                </a:rPr>
                <a:t>7</a:t>
              </a:r>
            </a:p>
          </p:txBody>
        </p:sp>
        <p:sp>
          <p:nvSpPr>
            <p:cNvPr id="160" name="Rectangle 142">
              <a:extLst>
                <a:ext uri="{FF2B5EF4-FFF2-40B4-BE49-F238E27FC236}">
                  <a16:creationId xmlns:a16="http://schemas.microsoft.com/office/drawing/2014/main" id="{BADABC83-29F4-9B0A-8652-EC0A7636A9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48" y="5369"/>
              <a:ext cx="189" cy="1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1pPr>
              <a:lvl2pPr marL="742950" indent="-28575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2pPr>
              <a:lvl3pPr marL="11430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3pPr>
              <a:lvl4pPr marL="16002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4pPr>
              <a:lvl5pPr marL="20574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5pPr>
              <a:lvl6pPr marL="25146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6pPr>
              <a:lvl7pPr marL="29718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7pPr>
              <a:lvl8pPr marL="34290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8pPr>
              <a:lvl9pPr marL="38862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9pPr>
            </a:lstStyle>
            <a:p>
              <a:r>
                <a:rPr lang="en-US" altLang="ko-KR" sz="1000">
                  <a:solidFill>
                    <a:srgbClr val="000000"/>
                  </a:solidFill>
                </a:rPr>
                <a:t>FI</a:t>
              </a:r>
            </a:p>
          </p:txBody>
        </p:sp>
        <p:sp>
          <p:nvSpPr>
            <p:cNvPr id="161" name="Line 143">
              <a:extLst>
                <a:ext uri="{FF2B5EF4-FFF2-40B4-BE49-F238E27FC236}">
                  <a16:creationId xmlns:a16="http://schemas.microsoft.com/office/drawing/2014/main" id="{AD419BB3-9D6B-C872-147F-AC05F12DF57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38" y="5425"/>
              <a:ext cx="41" cy="0"/>
            </a:xfrm>
            <a:prstGeom prst="line">
              <a:avLst/>
            </a:prstGeom>
            <a:noFill/>
            <a:ln w="25399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2" name="Line 144">
              <a:extLst>
                <a:ext uri="{FF2B5EF4-FFF2-40B4-BE49-F238E27FC236}">
                  <a16:creationId xmlns:a16="http://schemas.microsoft.com/office/drawing/2014/main" id="{97166F54-596A-6A25-9BFB-8CCEB57DCE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4" y="5425"/>
              <a:ext cx="41" cy="0"/>
            </a:xfrm>
            <a:prstGeom prst="line">
              <a:avLst/>
            </a:prstGeom>
            <a:noFill/>
            <a:ln w="25399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3" name="Line 145">
              <a:extLst>
                <a:ext uri="{FF2B5EF4-FFF2-40B4-BE49-F238E27FC236}">
                  <a16:creationId xmlns:a16="http://schemas.microsoft.com/office/drawing/2014/main" id="{6E7469E8-B9CE-41C5-F2DD-47F7E961902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38" y="5579"/>
              <a:ext cx="41" cy="0"/>
            </a:xfrm>
            <a:prstGeom prst="line">
              <a:avLst/>
            </a:prstGeom>
            <a:noFill/>
            <a:ln w="25399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4" name="Line 146">
              <a:extLst>
                <a:ext uri="{FF2B5EF4-FFF2-40B4-BE49-F238E27FC236}">
                  <a16:creationId xmlns:a16="http://schemas.microsoft.com/office/drawing/2014/main" id="{08D543F0-4A53-934D-7DEF-1BDCB78BE27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4" y="5579"/>
              <a:ext cx="41" cy="0"/>
            </a:xfrm>
            <a:prstGeom prst="line">
              <a:avLst/>
            </a:prstGeom>
            <a:noFill/>
            <a:ln w="25399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5" name="Line 147">
              <a:extLst>
                <a:ext uri="{FF2B5EF4-FFF2-40B4-BE49-F238E27FC236}">
                  <a16:creationId xmlns:a16="http://schemas.microsoft.com/office/drawing/2014/main" id="{19BFDF28-0A13-3A02-E3B3-B73B4880F30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38" y="5579"/>
              <a:ext cx="34" cy="0"/>
            </a:xfrm>
            <a:prstGeom prst="line">
              <a:avLst/>
            </a:prstGeom>
            <a:noFill/>
            <a:ln w="25399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6" name="Rectangle 148">
              <a:extLst>
                <a:ext uri="{FF2B5EF4-FFF2-40B4-BE49-F238E27FC236}">
                  <a16:creationId xmlns:a16="http://schemas.microsoft.com/office/drawing/2014/main" id="{44076202-161F-3F9F-8D6E-62855F858D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2" y="4773"/>
              <a:ext cx="319" cy="1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1pPr>
              <a:lvl2pPr marL="742950" indent="-28575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2pPr>
              <a:lvl3pPr marL="11430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3pPr>
              <a:lvl4pPr marL="16002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4pPr>
              <a:lvl5pPr marL="20574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5pPr>
              <a:lvl6pPr marL="25146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6pPr>
              <a:lvl7pPr marL="29718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7pPr>
              <a:lvl8pPr marL="34290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8pPr>
              <a:lvl9pPr marL="38862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9pPr>
            </a:lstStyle>
            <a:p>
              <a:r>
                <a:rPr lang="en-US" altLang="ko-KR" sz="1000">
                  <a:solidFill>
                    <a:srgbClr val="000000"/>
                  </a:solidFill>
                </a:rPr>
                <a:t>Step:</a:t>
              </a:r>
            </a:p>
          </p:txBody>
        </p:sp>
        <p:sp>
          <p:nvSpPr>
            <p:cNvPr id="167" name="Rectangle 149">
              <a:extLst>
                <a:ext uri="{FF2B5EF4-FFF2-40B4-BE49-F238E27FC236}">
                  <a16:creationId xmlns:a16="http://schemas.microsoft.com/office/drawing/2014/main" id="{C6543B5A-0323-D0B8-4BC3-B1F865FBEE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" y="4908"/>
              <a:ext cx="534" cy="1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1pPr>
              <a:lvl2pPr marL="742950" indent="-28575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2pPr>
              <a:lvl3pPr marL="11430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3pPr>
              <a:lvl4pPr marL="16002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4pPr>
              <a:lvl5pPr marL="20574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5pPr>
              <a:lvl6pPr marL="25146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6pPr>
              <a:lvl7pPr marL="29718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7pPr>
              <a:lvl8pPr marL="34290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8pPr>
              <a:lvl9pPr marL="38862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9pPr>
            </a:lstStyle>
            <a:p>
              <a:r>
                <a:rPr lang="en-US" altLang="ko-KR" sz="1000">
                  <a:solidFill>
                    <a:srgbClr val="000000"/>
                  </a:solidFill>
                </a:rPr>
                <a:t>Instruction</a:t>
              </a:r>
            </a:p>
          </p:txBody>
        </p:sp>
        <p:sp>
          <p:nvSpPr>
            <p:cNvPr id="168" name="Rectangle 150">
              <a:extLst>
                <a:ext uri="{FF2B5EF4-FFF2-40B4-BE49-F238E27FC236}">
                  <a16:creationId xmlns:a16="http://schemas.microsoft.com/office/drawing/2014/main" id="{DCDB5237-1323-9FB0-CD84-F138285AE6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" y="5214"/>
              <a:ext cx="449" cy="1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1pPr>
              <a:lvl2pPr marL="742950" indent="-28575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2pPr>
              <a:lvl3pPr marL="11430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3pPr>
              <a:lvl4pPr marL="16002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4pPr>
              <a:lvl5pPr marL="20574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5pPr>
              <a:lvl6pPr marL="25146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6pPr>
              <a:lvl7pPr marL="29718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7pPr>
              <a:lvl8pPr marL="34290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8pPr>
              <a:lvl9pPr marL="38862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9pPr>
            </a:lstStyle>
            <a:p>
              <a:r>
                <a:rPr lang="en-US" altLang="ko-KR" sz="1000">
                  <a:solidFill>
                    <a:srgbClr val="000000"/>
                  </a:solidFill>
                </a:rPr>
                <a:t>(Branch)</a:t>
              </a:r>
            </a:p>
          </p:txBody>
        </p:sp>
      </p:grpSp>
      <p:sp>
        <p:nvSpPr>
          <p:cNvPr id="170" name="TextBox 169">
            <a:extLst>
              <a:ext uri="{FF2B5EF4-FFF2-40B4-BE49-F238E27FC236}">
                <a16:creationId xmlns:a16="http://schemas.microsoft.com/office/drawing/2014/main" id="{D85ECEE4-6B40-2D73-F813-EB41382295E1}"/>
              </a:ext>
            </a:extLst>
          </p:cNvPr>
          <p:cNvSpPr txBox="1"/>
          <p:nvPr/>
        </p:nvSpPr>
        <p:spPr>
          <a:xfrm>
            <a:off x="883784" y="3365834"/>
            <a:ext cx="6098240" cy="286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3000" lvl="2" indent="-228600">
              <a:spcBef>
                <a:spcPts val="470"/>
              </a:spcBef>
              <a:buClr>
                <a:srgbClr val="D01608"/>
              </a:buClr>
              <a:buSzPts val="1200"/>
              <a:buFont typeface="Wingdings" pitchFamily="2" charset="2"/>
              <a:buChar char=""/>
              <a:tabLst>
                <a:tab pos="1348105" algn="l"/>
              </a:tabLst>
            </a:pPr>
            <a:r>
              <a:rPr lang="en-US" sz="1400" dirty="0">
                <a:effectLst/>
                <a:latin typeface="Arial MT"/>
                <a:ea typeface="Wingdings" pitchFamily="2" charset="2"/>
                <a:cs typeface="Wingdings" pitchFamily="2" charset="2"/>
              </a:rPr>
              <a:t>Timing</a:t>
            </a:r>
            <a:r>
              <a:rPr lang="en-US" sz="1400" spc="-35" dirty="0">
                <a:effectLst/>
                <a:latin typeface="Arial MT"/>
                <a:ea typeface="Wingdings" pitchFamily="2" charset="2"/>
                <a:cs typeface="Wingdings" pitchFamily="2" charset="2"/>
              </a:rPr>
              <a:t> </a:t>
            </a:r>
            <a:r>
              <a:rPr lang="en-US" sz="1400" dirty="0">
                <a:effectLst/>
                <a:latin typeface="Arial MT"/>
                <a:ea typeface="Wingdings" pitchFamily="2" charset="2"/>
                <a:cs typeface="Wingdings" pitchFamily="2" charset="2"/>
              </a:rPr>
              <a:t>of Instruction</a:t>
            </a:r>
            <a:r>
              <a:rPr lang="en-US" sz="1400" spc="15" dirty="0">
                <a:effectLst/>
                <a:latin typeface="Arial MT"/>
                <a:ea typeface="Wingdings" pitchFamily="2" charset="2"/>
                <a:cs typeface="Wingdings" pitchFamily="2" charset="2"/>
              </a:rPr>
              <a:t> </a:t>
            </a:r>
            <a:r>
              <a:rPr lang="en-US" sz="1400" dirty="0">
                <a:effectLst/>
                <a:latin typeface="Arial MT"/>
                <a:ea typeface="Wingdings" pitchFamily="2" charset="2"/>
                <a:cs typeface="Wingdings" pitchFamily="2" charset="2"/>
              </a:rPr>
              <a:t>Pipeline</a:t>
            </a:r>
            <a:endParaRPr lang="en-IN" sz="1050" dirty="0">
              <a:effectLst/>
              <a:latin typeface="Arial MT"/>
              <a:ea typeface="Wingdings" pitchFamily="2" charset="2"/>
              <a:cs typeface="Wingdings" pitchFamily="2" charset="2"/>
            </a:endParaRPr>
          </a:p>
        </p:txBody>
      </p:sp>
      <p:sp>
        <p:nvSpPr>
          <p:cNvPr id="171" name="Rectangle 2">
            <a:extLst>
              <a:ext uri="{FF2B5EF4-FFF2-40B4-BE49-F238E27FC236}">
                <a16:creationId xmlns:a16="http://schemas.microsoft.com/office/drawing/2014/main" id="{F36FC6D2-2A2C-64EE-DA50-C065F8CEEB6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anchor="ctr"/>
          <a:lstStyle/>
          <a:p>
            <a:pPr>
              <a:lnSpc>
                <a:spcPct val="80000"/>
              </a:lnSpc>
            </a:pPr>
            <a:r>
              <a:rPr lang="en-US" altLang="ko-KR" sz="2000">
                <a:solidFill>
                  <a:schemeClr val="tx1"/>
                </a:solidFill>
              </a:rPr>
              <a:t>INSTRUCTION  EXECUTION  IN  A  4-STAGE  PIPELINE</a:t>
            </a:r>
          </a:p>
        </p:txBody>
      </p:sp>
    </p:spTree>
    <p:extLst>
      <p:ext uri="{BB962C8B-B14F-4D97-AF65-F5344CB8AC3E}">
        <p14:creationId xmlns:p14="http://schemas.microsoft.com/office/powerpoint/2010/main" val="13884807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F8062C86-4951-8D76-BBFF-94A565E3167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305050" y="318535"/>
            <a:ext cx="7659688" cy="383695"/>
          </a:xfrm>
          <a:noFill/>
        </p:spPr>
        <p:txBody>
          <a:bodyPr anchor="ctr"/>
          <a:lstStyle/>
          <a:p>
            <a:r>
              <a:rPr lang="en-US" altLang="ko-KR" sz="2400">
                <a:solidFill>
                  <a:schemeClr val="tx1"/>
                </a:solidFill>
              </a:rPr>
              <a:t>MAJOR  HAZARDS  IN  PIPELINED  EXECUTION</a:t>
            </a:r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577E1BEE-57C6-1B21-199B-4B951C6541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512" y="791130"/>
            <a:ext cx="11832763" cy="30086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075" tIns="46038" rIns="92075" bIns="46038">
            <a:spAutoFit/>
          </a:bodyPr>
          <a:lstStyle>
            <a:lvl1pPr marL="342900" indent="-3429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5715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 indent="-246063" algn="just"/>
            <a:r>
              <a:rPr lang="en-IN" altLang="ko-KR" sz="1800" b="0" dirty="0"/>
              <a:t>The problems that occur in the pipeline are called hazards.</a:t>
            </a:r>
          </a:p>
          <a:p>
            <a:pPr indent="-246063" algn="just"/>
            <a:r>
              <a:rPr lang="en-IN" altLang="ko-KR" sz="1800" b="0" dirty="0"/>
              <a:t>A hazard is an error in the operation of the microcontroller, caused by the simultaneous execution of multiple</a:t>
            </a:r>
          </a:p>
          <a:p>
            <a:pPr indent="-246063" algn="just"/>
            <a:r>
              <a:rPr lang="en-IN" altLang="ko-KR" sz="1800" b="0" dirty="0"/>
              <a:t>stages in a pipelined processor</a:t>
            </a:r>
            <a:r>
              <a:rPr lang="en-IN" altLang="en-US" sz="2000" b="0" dirty="0"/>
              <a:t>. Difficulties that cause instruction pipeline to deviate</a:t>
            </a:r>
            <a:endParaRPr lang="en-US" altLang="ko-KR" sz="1800" dirty="0"/>
          </a:p>
          <a:p>
            <a:pPr marL="338138" lvl="1" indent="-28575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altLang="ko-KR" sz="1800" dirty="0"/>
              <a:t>Resource Conflicts (Structural hazards)</a:t>
            </a:r>
            <a:r>
              <a:rPr lang="en-US" altLang="ko-KR" sz="1800" b="0" dirty="0"/>
              <a:t> : Hardware Resources required by the instructions in simultaneous overlapped execution cannot be met. </a:t>
            </a:r>
          </a:p>
          <a:p>
            <a:pPr marL="541338" indent="-223838">
              <a:spcBef>
                <a:spcPts val="235"/>
              </a:spcBef>
              <a:spcAft>
                <a:spcPts val="0"/>
              </a:spcAft>
              <a:tabLst>
                <a:tab pos="1803400" algn="l"/>
              </a:tabLst>
            </a:pPr>
            <a:r>
              <a:rPr lang="en-US" sz="1600" dirty="0">
                <a:solidFill>
                  <a:srgbClr val="000082"/>
                </a:solidFill>
                <a:effectLst/>
                <a:latin typeface="Arial MT"/>
                <a:ea typeface="Arial MT"/>
                <a:cs typeface="Arial MT"/>
              </a:rPr>
              <a:t>»	memory</a:t>
            </a:r>
            <a:r>
              <a:rPr lang="en-US" sz="1600" spc="-40" dirty="0">
                <a:solidFill>
                  <a:srgbClr val="000082"/>
                </a:solidFill>
                <a:effectLst/>
                <a:latin typeface="Arial MT"/>
                <a:ea typeface="Arial MT"/>
                <a:cs typeface="Arial MT"/>
              </a:rPr>
              <a:t> </a:t>
            </a:r>
            <a:r>
              <a:rPr lang="en-US" sz="1600" dirty="0">
                <a:solidFill>
                  <a:srgbClr val="000082"/>
                </a:solidFill>
                <a:effectLst/>
                <a:latin typeface="Arial MT"/>
                <a:ea typeface="Arial MT"/>
                <a:cs typeface="Arial MT"/>
              </a:rPr>
              <a:t>access</a:t>
            </a:r>
            <a:r>
              <a:rPr lang="en-US" sz="1600" spc="-40" dirty="0">
                <a:solidFill>
                  <a:srgbClr val="000082"/>
                </a:solidFill>
                <a:effectLst/>
                <a:latin typeface="Arial MT"/>
                <a:ea typeface="Arial MT"/>
                <a:cs typeface="Arial MT"/>
              </a:rPr>
              <a:t> </a:t>
            </a:r>
            <a:r>
              <a:rPr lang="en-US" sz="1600" dirty="0">
                <a:solidFill>
                  <a:srgbClr val="000082"/>
                </a:solidFill>
                <a:effectLst/>
                <a:latin typeface="Arial MT"/>
                <a:ea typeface="Arial MT"/>
                <a:cs typeface="Arial MT"/>
              </a:rPr>
              <a:t>by</a:t>
            </a:r>
            <a:r>
              <a:rPr lang="en-US" sz="1600" spc="-15" dirty="0">
                <a:solidFill>
                  <a:srgbClr val="000082"/>
                </a:solidFill>
                <a:effectLst/>
                <a:latin typeface="Arial MT"/>
                <a:ea typeface="Arial MT"/>
                <a:cs typeface="Arial MT"/>
              </a:rPr>
              <a:t> </a:t>
            </a:r>
            <a:r>
              <a:rPr lang="en-US" sz="1600" dirty="0">
                <a:solidFill>
                  <a:srgbClr val="000082"/>
                </a:solidFill>
                <a:effectLst/>
                <a:latin typeface="Arial MT"/>
                <a:ea typeface="Arial MT"/>
                <a:cs typeface="Arial MT"/>
              </a:rPr>
              <a:t>two</a:t>
            </a:r>
            <a:r>
              <a:rPr lang="en-US" sz="1600" spc="5" dirty="0">
                <a:solidFill>
                  <a:srgbClr val="000082"/>
                </a:solidFill>
                <a:effectLst/>
                <a:latin typeface="Arial MT"/>
                <a:ea typeface="Arial MT"/>
                <a:cs typeface="Arial MT"/>
              </a:rPr>
              <a:t> </a:t>
            </a:r>
            <a:r>
              <a:rPr lang="en-US" sz="1600" dirty="0">
                <a:solidFill>
                  <a:srgbClr val="000082"/>
                </a:solidFill>
                <a:effectLst/>
                <a:latin typeface="Arial MT"/>
                <a:ea typeface="Arial MT"/>
                <a:cs typeface="Arial MT"/>
              </a:rPr>
              <a:t>segments</a:t>
            </a:r>
            <a:r>
              <a:rPr lang="en-US" sz="1600" spc="-45" dirty="0">
                <a:solidFill>
                  <a:srgbClr val="000082"/>
                </a:solidFill>
                <a:effectLst/>
                <a:latin typeface="Arial MT"/>
                <a:ea typeface="Arial MT"/>
                <a:cs typeface="Arial MT"/>
              </a:rPr>
              <a:t> </a:t>
            </a:r>
            <a:r>
              <a:rPr lang="en-US" sz="1600" dirty="0">
                <a:solidFill>
                  <a:srgbClr val="000082"/>
                </a:solidFill>
                <a:effectLst/>
                <a:latin typeface="Arial MT"/>
                <a:ea typeface="Arial MT"/>
                <a:cs typeface="Arial MT"/>
              </a:rPr>
              <a:t>at</a:t>
            </a:r>
            <a:r>
              <a:rPr lang="en-US" sz="1600" spc="-15" dirty="0">
                <a:solidFill>
                  <a:srgbClr val="000082"/>
                </a:solidFill>
                <a:effectLst/>
                <a:latin typeface="Arial MT"/>
                <a:ea typeface="Arial MT"/>
                <a:cs typeface="Arial MT"/>
              </a:rPr>
              <a:t> </a:t>
            </a:r>
            <a:r>
              <a:rPr lang="en-US" sz="1600" dirty="0">
                <a:solidFill>
                  <a:srgbClr val="000082"/>
                </a:solidFill>
                <a:effectLst/>
                <a:latin typeface="Arial MT"/>
                <a:ea typeface="Arial MT"/>
                <a:cs typeface="Arial MT"/>
              </a:rPr>
              <a:t>the</a:t>
            </a:r>
            <a:r>
              <a:rPr lang="en-US" sz="1600" spc="-20" dirty="0">
                <a:solidFill>
                  <a:srgbClr val="000082"/>
                </a:solidFill>
                <a:effectLst/>
                <a:latin typeface="Arial MT"/>
                <a:ea typeface="Arial MT"/>
                <a:cs typeface="Arial MT"/>
              </a:rPr>
              <a:t> </a:t>
            </a:r>
            <a:r>
              <a:rPr lang="en-US" sz="1600" dirty="0">
                <a:solidFill>
                  <a:srgbClr val="000082"/>
                </a:solidFill>
                <a:effectLst/>
                <a:latin typeface="Arial MT"/>
                <a:ea typeface="Arial MT"/>
                <a:cs typeface="Arial MT"/>
              </a:rPr>
              <a:t>same</a:t>
            </a:r>
            <a:r>
              <a:rPr lang="en-US" sz="1600" spc="-20" dirty="0">
                <a:solidFill>
                  <a:srgbClr val="000082"/>
                </a:solidFill>
                <a:effectLst/>
                <a:latin typeface="Arial MT"/>
                <a:ea typeface="Arial MT"/>
                <a:cs typeface="Arial MT"/>
              </a:rPr>
              <a:t> </a:t>
            </a:r>
            <a:r>
              <a:rPr lang="en-US" sz="1600" dirty="0">
                <a:solidFill>
                  <a:srgbClr val="000082"/>
                </a:solidFill>
                <a:effectLst/>
                <a:latin typeface="Arial MT"/>
                <a:ea typeface="Arial MT"/>
                <a:cs typeface="Arial MT"/>
              </a:rPr>
              <a:t>time.</a:t>
            </a:r>
            <a:endParaRPr lang="en-IN" sz="1600" dirty="0">
              <a:effectLst/>
              <a:latin typeface="Arial MT"/>
              <a:ea typeface="Arial MT"/>
              <a:cs typeface="Arial MT"/>
            </a:endParaRPr>
          </a:p>
          <a:p>
            <a:pPr marL="541338" indent="-223838">
              <a:spcBef>
                <a:spcPts val="235"/>
              </a:spcBef>
              <a:spcAft>
                <a:spcPts val="0"/>
              </a:spcAft>
              <a:tabLst>
                <a:tab pos="1803400" algn="l"/>
              </a:tabLst>
            </a:pPr>
            <a:r>
              <a:rPr lang="en-US" sz="1600" dirty="0">
                <a:solidFill>
                  <a:srgbClr val="000082"/>
                </a:solidFill>
                <a:effectLst/>
                <a:latin typeface="Arial MT"/>
                <a:ea typeface="Arial MT"/>
                <a:cs typeface="Arial MT"/>
              </a:rPr>
              <a:t>»	Can</a:t>
            </a:r>
            <a:r>
              <a:rPr lang="en-US" sz="1600" spc="-15" dirty="0">
                <a:solidFill>
                  <a:srgbClr val="000082"/>
                </a:solidFill>
                <a:effectLst/>
                <a:latin typeface="Arial MT"/>
                <a:ea typeface="Arial MT"/>
                <a:cs typeface="Arial MT"/>
              </a:rPr>
              <a:t> </a:t>
            </a:r>
            <a:r>
              <a:rPr lang="en-US" sz="1600" dirty="0">
                <a:solidFill>
                  <a:srgbClr val="000082"/>
                </a:solidFill>
                <a:effectLst/>
                <a:latin typeface="Arial MT"/>
                <a:ea typeface="Arial MT"/>
                <a:cs typeface="Arial MT"/>
              </a:rPr>
              <a:t>be</a:t>
            </a:r>
            <a:r>
              <a:rPr lang="en-US" sz="1600" spc="-15" dirty="0">
                <a:solidFill>
                  <a:srgbClr val="000082"/>
                </a:solidFill>
                <a:effectLst/>
                <a:latin typeface="Arial MT"/>
                <a:ea typeface="Arial MT"/>
                <a:cs typeface="Arial MT"/>
              </a:rPr>
              <a:t> </a:t>
            </a:r>
            <a:r>
              <a:rPr lang="en-US" sz="1600" dirty="0">
                <a:solidFill>
                  <a:srgbClr val="000082"/>
                </a:solidFill>
                <a:effectLst/>
                <a:latin typeface="Arial MT"/>
                <a:ea typeface="Arial MT"/>
                <a:cs typeface="Arial MT"/>
              </a:rPr>
              <a:t>avoided</a:t>
            </a:r>
            <a:r>
              <a:rPr lang="en-US" sz="1600" spc="-5" dirty="0">
                <a:solidFill>
                  <a:srgbClr val="000082"/>
                </a:solidFill>
                <a:effectLst/>
                <a:latin typeface="Arial MT"/>
                <a:ea typeface="Arial MT"/>
                <a:cs typeface="Arial MT"/>
              </a:rPr>
              <a:t> </a:t>
            </a:r>
            <a:r>
              <a:rPr lang="en-US" sz="1600" dirty="0">
                <a:solidFill>
                  <a:srgbClr val="000082"/>
                </a:solidFill>
                <a:effectLst/>
                <a:latin typeface="Arial MT"/>
                <a:ea typeface="Arial MT"/>
                <a:cs typeface="Arial MT"/>
              </a:rPr>
              <a:t>by</a:t>
            </a:r>
            <a:r>
              <a:rPr lang="en-US" sz="1600" spc="-10" dirty="0">
                <a:solidFill>
                  <a:srgbClr val="000082"/>
                </a:solidFill>
                <a:effectLst/>
                <a:latin typeface="Arial MT"/>
                <a:ea typeface="Arial MT"/>
                <a:cs typeface="Arial MT"/>
              </a:rPr>
              <a:t> </a:t>
            </a:r>
            <a:r>
              <a:rPr lang="en-US" sz="1600" dirty="0">
                <a:solidFill>
                  <a:srgbClr val="000082"/>
                </a:solidFill>
                <a:effectLst/>
                <a:latin typeface="Arial MT"/>
                <a:ea typeface="Arial MT"/>
                <a:cs typeface="Arial MT"/>
              </a:rPr>
              <a:t>using</a:t>
            </a:r>
            <a:r>
              <a:rPr lang="en-US" sz="1600" spc="-15" dirty="0">
                <a:solidFill>
                  <a:srgbClr val="000082"/>
                </a:solidFill>
                <a:effectLst/>
                <a:latin typeface="Arial MT"/>
                <a:ea typeface="Arial MT"/>
                <a:cs typeface="Arial MT"/>
              </a:rPr>
              <a:t> </a:t>
            </a:r>
            <a:r>
              <a:rPr lang="en-US" sz="1600" dirty="0">
                <a:solidFill>
                  <a:srgbClr val="000082"/>
                </a:solidFill>
                <a:effectLst/>
                <a:latin typeface="Arial MT"/>
                <a:ea typeface="Arial MT"/>
                <a:cs typeface="Arial MT"/>
              </a:rPr>
              <a:t>separate</a:t>
            </a:r>
            <a:r>
              <a:rPr lang="en-US" sz="1600" spc="-50" dirty="0">
                <a:solidFill>
                  <a:srgbClr val="000082"/>
                </a:solidFill>
                <a:effectLst/>
                <a:latin typeface="Arial MT"/>
                <a:ea typeface="Arial MT"/>
                <a:cs typeface="Arial MT"/>
              </a:rPr>
              <a:t> </a:t>
            </a:r>
            <a:r>
              <a:rPr lang="en-US" sz="1600" dirty="0">
                <a:solidFill>
                  <a:srgbClr val="000082"/>
                </a:solidFill>
                <a:effectLst/>
                <a:latin typeface="Arial MT"/>
                <a:ea typeface="Arial MT"/>
                <a:cs typeface="Arial MT"/>
              </a:rPr>
              <a:t>instruction</a:t>
            </a:r>
            <a:r>
              <a:rPr lang="en-US" sz="1600" spc="-65" dirty="0">
                <a:solidFill>
                  <a:srgbClr val="000082"/>
                </a:solidFill>
                <a:effectLst/>
                <a:latin typeface="Arial MT"/>
                <a:ea typeface="Arial MT"/>
                <a:cs typeface="Arial MT"/>
              </a:rPr>
              <a:t> </a:t>
            </a:r>
            <a:r>
              <a:rPr lang="en-US" sz="1600" dirty="0">
                <a:solidFill>
                  <a:srgbClr val="000082"/>
                </a:solidFill>
                <a:effectLst/>
                <a:latin typeface="Arial MT"/>
                <a:ea typeface="Arial MT"/>
                <a:cs typeface="Arial MT"/>
              </a:rPr>
              <a:t>stream</a:t>
            </a:r>
            <a:r>
              <a:rPr lang="en-US" sz="1600" spc="-35" dirty="0">
                <a:solidFill>
                  <a:srgbClr val="000082"/>
                </a:solidFill>
                <a:effectLst/>
                <a:latin typeface="Arial MT"/>
                <a:ea typeface="Arial MT"/>
                <a:cs typeface="Arial MT"/>
              </a:rPr>
              <a:t> </a:t>
            </a:r>
            <a:r>
              <a:rPr lang="en-US" sz="1600" dirty="0">
                <a:solidFill>
                  <a:srgbClr val="000082"/>
                </a:solidFill>
                <a:effectLst/>
                <a:latin typeface="Arial MT"/>
                <a:ea typeface="Arial MT"/>
                <a:cs typeface="Arial MT"/>
              </a:rPr>
              <a:t>and</a:t>
            </a:r>
            <a:r>
              <a:rPr lang="en-US" sz="1600" spc="-15" dirty="0">
                <a:solidFill>
                  <a:srgbClr val="000082"/>
                </a:solidFill>
                <a:effectLst/>
                <a:latin typeface="Arial MT"/>
                <a:ea typeface="Arial MT"/>
                <a:cs typeface="Arial MT"/>
              </a:rPr>
              <a:t> </a:t>
            </a:r>
            <a:r>
              <a:rPr lang="en-US" sz="1600" dirty="0">
                <a:solidFill>
                  <a:srgbClr val="000082"/>
                </a:solidFill>
                <a:effectLst/>
                <a:latin typeface="Arial MT"/>
                <a:ea typeface="Arial MT"/>
                <a:cs typeface="Arial MT"/>
              </a:rPr>
              <a:t>data</a:t>
            </a:r>
            <a:r>
              <a:rPr lang="en-US" sz="1600" spc="-25" dirty="0">
                <a:solidFill>
                  <a:srgbClr val="000082"/>
                </a:solidFill>
                <a:effectLst/>
                <a:latin typeface="Arial MT"/>
                <a:ea typeface="Arial MT"/>
                <a:cs typeface="Arial MT"/>
              </a:rPr>
              <a:t> </a:t>
            </a:r>
            <a:r>
              <a:rPr lang="en-US" sz="1600" dirty="0">
                <a:solidFill>
                  <a:srgbClr val="000082"/>
                </a:solidFill>
                <a:effectLst/>
                <a:latin typeface="Arial MT"/>
                <a:ea typeface="Arial MT"/>
                <a:cs typeface="Arial MT"/>
              </a:rPr>
              <a:t>memories.</a:t>
            </a:r>
            <a:endParaRPr lang="en-US" altLang="ko-KR" sz="1800" b="0" dirty="0"/>
          </a:p>
          <a:p>
            <a:pPr lvl="1" indent="-517525">
              <a:lnSpc>
                <a:spcPct val="40000"/>
              </a:lnSpc>
              <a:spcBef>
                <a:spcPct val="40000"/>
              </a:spcBef>
            </a:pPr>
            <a:endParaRPr lang="en-US" altLang="ko-KR" sz="1800" b="0" dirty="0"/>
          </a:p>
          <a:p>
            <a:pPr marL="357188" lvl="1" indent="-303213">
              <a:lnSpc>
                <a:spcPct val="4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altLang="ko-KR" sz="1800" dirty="0"/>
              <a:t>Data Dependency Conflicts (Data hazards) </a:t>
            </a:r>
          </a:p>
          <a:p>
            <a:pPr marL="53975" lvl="1" indent="263525">
              <a:lnSpc>
                <a:spcPct val="100000"/>
              </a:lnSpc>
              <a:spcBef>
                <a:spcPts val="400"/>
              </a:spcBef>
            </a:pPr>
            <a:r>
              <a:rPr lang="en-US" altLang="ko-KR" sz="1800" b="0" dirty="0"/>
              <a:t>An instruction scheduled to be executed in the pipeline requires the result of a previous instruction, which</a:t>
            </a:r>
          </a:p>
          <a:p>
            <a:pPr marL="53975" lvl="1" indent="263525">
              <a:lnSpc>
                <a:spcPct val="100000"/>
              </a:lnSpc>
              <a:spcBef>
                <a:spcPts val="400"/>
              </a:spcBef>
            </a:pPr>
            <a:r>
              <a:rPr lang="en-US" altLang="ko-KR" sz="1800" b="0" dirty="0"/>
              <a:t>is not yet available</a:t>
            </a:r>
          </a:p>
        </p:txBody>
      </p:sp>
      <p:sp>
        <p:nvSpPr>
          <p:cNvPr id="27681" name="Rectangle 66">
            <a:extLst>
              <a:ext uri="{FF2B5EF4-FFF2-40B4-BE49-F238E27FC236}">
                <a16:creationId xmlns:a16="http://schemas.microsoft.com/office/drawing/2014/main" id="{A5388F0D-F835-C5EB-1D83-BBCC8DB991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9000" y="5778500"/>
            <a:ext cx="3917950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>
              <a:lnSpc>
                <a:spcPct val="85000"/>
              </a:lnSpc>
            </a:pPr>
            <a:r>
              <a:rPr lang="en-US" altLang="ko-KR" sz="1800" b="0"/>
              <a:t>Hazards in pipelines may make it      </a:t>
            </a:r>
          </a:p>
          <a:p>
            <a:pPr>
              <a:lnSpc>
                <a:spcPct val="85000"/>
              </a:lnSpc>
            </a:pPr>
            <a:r>
              <a:rPr lang="en-US" altLang="ko-KR" sz="1800" b="0"/>
              <a:t>necessary to </a:t>
            </a:r>
            <a:r>
              <a:rPr lang="en-US" altLang="ko-KR" sz="1800" i="1"/>
              <a:t>stall</a:t>
            </a:r>
            <a:r>
              <a:rPr lang="en-US" altLang="ko-KR" sz="1800"/>
              <a:t>  </a:t>
            </a:r>
            <a:r>
              <a:rPr lang="en-US" altLang="ko-KR" sz="1800" b="0"/>
              <a:t>the pipeline</a:t>
            </a:r>
          </a:p>
        </p:txBody>
      </p:sp>
      <p:sp>
        <p:nvSpPr>
          <p:cNvPr id="27682" name="Rectangle 67">
            <a:extLst>
              <a:ext uri="{FF2B5EF4-FFF2-40B4-BE49-F238E27FC236}">
                <a16:creationId xmlns:a16="http://schemas.microsoft.com/office/drawing/2014/main" id="{224E66F6-C38A-456C-F185-F39661D355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00263" y="5789614"/>
            <a:ext cx="3746500" cy="534987"/>
          </a:xfrm>
          <a:prstGeom prst="rect">
            <a:avLst/>
          </a:prstGeom>
          <a:noFill/>
          <a:ln w="25399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endParaRPr lang="en-IN" altLang="en-US"/>
          </a:p>
        </p:txBody>
      </p:sp>
      <p:sp>
        <p:nvSpPr>
          <p:cNvPr id="27683" name="Rectangle 68">
            <a:extLst>
              <a:ext uri="{FF2B5EF4-FFF2-40B4-BE49-F238E27FC236}">
                <a16:creationId xmlns:a16="http://schemas.microsoft.com/office/drawing/2014/main" id="{7BD8516C-6997-DEC7-0485-49810EB9DC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3013" y="5778501"/>
            <a:ext cx="4095750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>
              <a:lnSpc>
                <a:spcPct val="85000"/>
              </a:lnSpc>
            </a:pPr>
            <a:r>
              <a:rPr lang="en-US" altLang="ko-KR" sz="1800" b="0"/>
              <a:t>Pipeline Interlock: </a:t>
            </a:r>
          </a:p>
          <a:p>
            <a:pPr>
              <a:lnSpc>
                <a:spcPct val="85000"/>
              </a:lnSpc>
            </a:pPr>
            <a:r>
              <a:rPr lang="en-US" altLang="ko-KR" sz="1800" b="0"/>
              <a:t>  Detect Hazards Stall until it is cleared</a:t>
            </a:r>
          </a:p>
          <a:p>
            <a:pPr eaLnBrk="1" hangingPunct="1">
              <a:lnSpc>
                <a:spcPct val="85000"/>
              </a:lnSpc>
            </a:pPr>
            <a:endParaRPr lang="en-US" altLang="ko-KR" sz="1800" b="0"/>
          </a:p>
        </p:txBody>
      </p:sp>
      <p:sp>
        <p:nvSpPr>
          <p:cNvPr id="27684" name="Rectangle 69">
            <a:extLst>
              <a:ext uri="{FF2B5EF4-FFF2-40B4-BE49-F238E27FC236}">
                <a16:creationId xmlns:a16="http://schemas.microsoft.com/office/drawing/2014/main" id="{49C2C2EC-9A46-0525-20AC-058D6CE9D0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81750" y="5792789"/>
            <a:ext cx="4057650" cy="528637"/>
          </a:xfrm>
          <a:prstGeom prst="rect">
            <a:avLst/>
          </a:prstGeom>
          <a:noFill/>
          <a:ln w="25399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endParaRPr lang="en-IN" altLang="en-US"/>
          </a:p>
        </p:txBody>
      </p:sp>
      <p:sp>
        <p:nvSpPr>
          <p:cNvPr id="27685" name="AutoShape 70">
            <a:extLst>
              <a:ext uri="{FF2B5EF4-FFF2-40B4-BE49-F238E27FC236}">
                <a16:creationId xmlns:a16="http://schemas.microsoft.com/office/drawing/2014/main" id="{B5FC213B-AA58-6EA9-3D8C-B7C33DE8A5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61064" y="6040438"/>
            <a:ext cx="350837" cy="106362"/>
          </a:xfrm>
          <a:prstGeom prst="rightArrow">
            <a:avLst>
              <a:gd name="adj1" fmla="val 50000"/>
              <a:gd name="adj2" fmla="val 164941"/>
            </a:avLst>
          </a:prstGeom>
          <a:noFill/>
          <a:ln w="25399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endParaRPr lang="en-IN" altLang="en-US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D4B88D43-6A2E-AE5E-8C99-576F5CE5E617}"/>
              </a:ext>
            </a:extLst>
          </p:cNvPr>
          <p:cNvGrpSpPr/>
          <p:nvPr/>
        </p:nvGrpSpPr>
        <p:grpSpPr>
          <a:xfrm>
            <a:off x="5718022" y="3434743"/>
            <a:ext cx="5764213" cy="803276"/>
            <a:chOff x="2851151" y="2901950"/>
            <a:chExt cx="5764213" cy="803276"/>
          </a:xfrm>
        </p:grpSpPr>
        <p:sp>
          <p:nvSpPr>
            <p:cNvPr id="27687" name="Rectangle 4">
              <a:extLst>
                <a:ext uri="{FF2B5EF4-FFF2-40B4-BE49-F238E27FC236}">
                  <a16:creationId xmlns:a16="http://schemas.microsoft.com/office/drawing/2014/main" id="{D61687C8-3603-98D6-82AB-CD576A72A4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14901" y="2955926"/>
              <a:ext cx="512763" cy="257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1pPr>
              <a:lvl2pPr marL="742950" indent="-28575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2pPr>
              <a:lvl3pPr marL="11430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3pPr>
              <a:lvl4pPr marL="16002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4pPr>
              <a:lvl5pPr marL="20574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5pPr>
              <a:lvl6pPr marL="25146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6pPr>
              <a:lvl7pPr marL="29718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7pPr>
              <a:lvl8pPr marL="34290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8pPr>
              <a:lvl9pPr marL="38862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9pPr>
            </a:lstStyle>
            <a:p>
              <a:r>
                <a:rPr lang="en-US" altLang="ko-KR" sz="1200">
                  <a:solidFill>
                    <a:srgbClr val="000000"/>
                  </a:solidFill>
                </a:rPr>
                <a:t>ADD</a:t>
              </a:r>
            </a:p>
          </p:txBody>
        </p:sp>
        <p:sp>
          <p:nvSpPr>
            <p:cNvPr id="27688" name="Line 5">
              <a:extLst>
                <a:ext uri="{FF2B5EF4-FFF2-40B4-BE49-F238E27FC236}">
                  <a16:creationId xmlns:a16="http://schemas.microsoft.com/office/drawing/2014/main" id="{898DFEBC-66D8-71B8-9DF2-89394C7E2A1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73639" y="2908300"/>
              <a:ext cx="1851025" cy="0"/>
            </a:xfrm>
            <a:prstGeom prst="line">
              <a:avLst/>
            </a:prstGeom>
            <a:noFill/>
            <a:ln w="25399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89" name="Line 6">
              <a:extLst>
                <a:ext uri="{FF2B5EF4-FFF2-40B4-BE49-F238E27FC236}">
                  <a16:creationId xmlns:a16="http://schemas.microsoft.com/office/drawing/2014/main" id="{17BEB9A2-2F75-3135-409F-C294C2240BD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59351" y="3228975"/>
              <a:ext cx="1852613" cy="0"/>
            </a:xfrm>
            <a:prstGeom prst="line">
              <a:avLst/>
            </a:prstGeom>
            <a:noFill/>
            <a:ln w="25399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90" name="Line 7">
              <a:extLst>
                <a:ext uri="{FF2B5EF4-FFF2-40B4-BE49-F238E27FC236}">
                  <a16:creationId xmlns:a16="http://schemas.microsoft.com/office/drawing/2014/main" id="{DC68CC42-4292-4198-8ACE-5D8F7CD5A57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73638" y="2908301"/>
              <a:ext cx="0" cy="320675"/>
            </a:xfrm>
            <a:prstGeom prst="line">
              <a:avLst/>
            </a:prstGeom>
            <a:noFill/>
            <a:ln w="25399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91" name="Line 9">
              <a:extLst>
                <a:ext uri="{FF2B5EF4-FFF2-40B4-BE49-F238E27FC236}">
                  <a16:creationId xmlns:a16="http://schemas.microsoft.com/office/drawing/2014/main" id="{0A2FFAB8-4009-2EEE-F33D-88FAA9F7DD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905500" y="2908301"/>
              <a:ext cx="0" cy="320675"/>
            </a:xfrm>
            <a:prstGeom prst="line">
              <a:avLst/>
            </a:prstGeom>
            <a:noFill/>
            <a:ln w="25399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92" name="Rectangle 10">
              <a:extLst>
                <a:ext uri="{FF2B5EF4-FFF2-40B4-BE49-F238E27FC236}">
                  <a16:creationId xmlns:a16="http://schemas.microsoft.com/office/drawing/2014/main" id="{A2C42744-A0F6-0A26-7530-02C9C4976C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64176" y="2955926"/>
              <a:ext cx="403225" cy="257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1pPr>
              <a:lvl2pPr marL="742950" indent="-28575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2pPr>
              <a:lvl3pPr marL="11430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3pPr>
              <a:lvl4pPr marL="16002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4pPr>
              <a:lvl5pPr marL="20574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5pPr>
              <a:lvl6pPr marL="25146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6pPr>
              <a:lvl7pPr marL="29718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7pPr>
              <a:lvl8pPr marL="34290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8pPr>
              <a:lvl9pPr marL="38862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9pPr>
            </a:lstStyle>
            <a:p>
              <a:r>
                <a:rPr lang="en-US" altLang="ko-KR" sz="1200">
                  <a:solidFill>
                    <a:srgbClr val="000000"/>
                  </a:solidFill>
                </a:rPr>
                <a:t>DA</a:t>
              </a:r>
            </a:p>
          </p:txBody>
        </p:sp>
        <p:sp>
          <p:nvSpPr>
            <p:cNvPr id="27693" name="Rectangle 11">
              <a:extLst>
                <a:ext uri="{FF2B5EF4-FFF2-40B4-BE49-F238E27FC236}">
                  <a16:creationId xmlns:a16="http://schemas.microsoft.com/office/drawing/2014/main" id="{3BB14FFD-8844-9B35-EFBB-2D04A4AC44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91213" y="2955926"/>
              <a:ext cx="450444" cy="259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1pPr>
              <a:lvl2pPr marL="742950" indent="-28575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2pPr>
              <a:lvl3pPr marL="11430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3pPr>
              <a:lvl4pPr marL="16002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4pPr>
              <a:lvl5pPr marL="20574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5pPr>
              <a:lvl6pPr marL="25146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6pPr>
              <a:lvl7pPr marL="29718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7pPr>
              <a:lvl8pPr marL="34290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8pPr>
              <a:lvl9pPr marL="38862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9pPr>
            </a:lstStyle>
            <a:p>
              <a:r>
                <a:rPr lang="en-US" altLang="ko-KR" sz="1200">
                  <a:solidFill>
                    <a:srgbClr val="000000"/>
                  </a:solidFill>
                </a:rPr>
                <a:t>B,C</a:t>
              </a:r>
            </a:p>
          </p:txBody>
        </p:sp>
        <p:sp>
          <p:nvSpPr>
            <p:cNvPr id="27694" name="Rectangle 12">
              <a:extLst>
                <a:ext uri="{FF2B5EF4-FFF2-40B4-BE49-F238E27FC236}">
                  <a16:creationId xmlns:a16="http://schemas.microsoft.com/office/drawing/2014/main" id="{B37112EC-D73B-C459-5F7D-8F73991B79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34138" y="2955926"/>
              <a:ext cx="273050" cy="257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1pPr>
              <a:lvl2pPr marL="742950" indent="-28575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2pPr>
              <a:lvl3pPr marL="11430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3pPr>
              <a:lvl4pPr marL="16002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4pPr>
              <a:lvl5pPr marL="20574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5pPr>
              <a:lvl6pPr marL="25146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6pPr>
              <a:lvl7pPr marL="29718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7pPr>
              <a:lvl8pPr marL="34290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8pPr>
              <a:lvl9pPr marL="38862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9pPr>
            </a:lstStyle>
            <a:p>
              <a:r>
                <a:rPr lang="en-US" altLang="ko-KR" sz="1200">
                  <a:solidFill>
                    <a:srgbClr val="000000"/>
                  </a:solidFill>
                </a:rPr>
                <a:t>+</a:t>
              </a:r>
            </a:p>
          </p:txBody>
        </p:sp>
        <p:sp>
          <p:nvSpPr>
            <p:cNvPr id="27695" name="Line 13">
              <a:extLst>
                <a:ext uri="{FF2B5EF4-FFF2-40B4-BE49-F238E27FC236}">
                  <a16:creationId xmlns:a16="http://schemas.microsoft.com/office/drawing/2014/main" id="{9D271EC7-32DE-1AD8-AE20-E27F109347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72225" y="2908301"/>
              <a:ext cx="0" cy="320675"/>
            </a:xfrm>
            <a:prstGeom prst="line">
              <a:avLst/>
            </a:prstGeom>
            <a:noFill/>
            <a:ln w="25399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96" name="Rectangle 15">
              <a:extLst>
                <a:ext uri="{FF2B5EF4-FFF2-40B4-BE49-F238E27FC236}">
                  <a16:creationId xmlns:a16="http://schemas.microsoft.com/office/drawing/2014/main" id="{2B40DEB6-AE2B-C802-33F8-556C41A436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08613" y="3413126"/>
              <a:ext cx="450444" cy="259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1pPr>
              <a:lvl2pPr marL="742950" indent="-28575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2pPr>
              <a:lvl3pPr marL="11430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3pPr>
              <a:lvl4pPr marL="16002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4pPr>
              <a:lvl5pPr marL="20574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5pPr>
              <a:lvl6pPr marL="25146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6pPr>
              <a:lvl7pPr marL="29718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7pPr>
              <a:lvl8pPr marL="34290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8pPr>
              <a:lvl9pPr marL="38862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9pPr>
            </a:lstStyle>
            <a:p>
              <a:r>
                <a:rPr lang="en-US" altLang="ko-KR" sz="1200">
                  <a:solidFill>
                    <a:srgbClr val="000000"/>
                  </a:solidFill>
                </a:rPr>
                <a:t>INC</a:t>
              </a:r>
            </a:p>
          </p:txBody>
        </p:sp>
        <p:sp>
          <p:nvSpPr>
            <p:cNvPr id="27697" name="Line 16">
              <a:extLst>
                <a:ext uri="{FF2B5EF4-FFF2-40B4-BE49-F238E27FC236}">
                  <a16:creationId xmlns:a16="http://schemas.microsoft.com/office/drawing/2014/main" id="{D04C312E-2001-A6A2-BD4F-2A6C73D03C3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435601" y="3357564"/>
              <a:ext cx="936625" cy="9525"/>
            </a:xfrm>
            <a:prstGeom prst="line">
              <a:avLst/>
            </a:prstGeom>
            <a:noFill/>
            <a:ln w="25399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98" name="Line 17">
              <a:extLst>
                <a:ext uri="{FF2B5EF4-FFF2-40B4-BE49-F238E27FC236}">
                  <a16:creationId xmlns:a16="http://schemas.microsoft.com/office/drawing/2014/main" id="{000CF5A8-D396-2CD0-05B8-5AC9582140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24489" y="3686175"/>
              <a:ext cx="947737" cy="0"/>
            </a:xfrm>
            <a:prstGeom prst="line">
              <a:avLst/>
            </a:prstGeom>
            <a:noFill/>
            <a:ln w="25399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99" name="Line 19">
              <a:extLst>
                <a:ext uri="{FF2B5EF4-FFF2-40B4-BE49-F238E27FC236}">
                  <a16:creationId xmlns:a16="http://schemas.microsoft.com/office/drawing/2014/main" id="{BB2B0CC4-6BA0-318A-59A4-902D0F7820D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905500" y="3365501"/>
              <a:ext cx="0" cy="320675"/>
            </a:xfrm>
            <a:prstGeom prst="line">
              <a:avLst/>
            </a:prstGeom>
            <a:noFill/>
            <a:ln w="25399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700" name="Line 20">
              <a:extLst>
                <a:ext uri="{FF2B5EF4-FFF2-40B4-BE49-F238E27FC236}">
                  <a16:creationId xmlns:a16="http://schemas.microsoft.com/office/drawing/2014/main" id="{91F8747B-9131-0871-4D5B-24194F2037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72225" y="3365501"/>
              <a:ext cx="0" cy="320675"/>
            </a:xfrm>
            <a:prstGeom prst="line">
              <a:avLst/>
            </a:prstGeom>
            <a:noFill/>
            <a:ln w="25399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701" name="Rectangle 21">
              <a:extLst>
                <a:ext uri="{FF2B5EF4-FFF2-40B4-BE49-F238E27FC236}">
                  <a16:creationId xmlns:a16="http://schemas.microsoft.com/office/drawing/2014/main" id="{39D37DF6-6860-0FBB-57F6-BA49B76320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27726" y="3413126"/>
              <a:ext cx="403225" cy="257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1pPr>
              <a:lvl2pPr marL="742950" indent="-28575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2pPr>
              <a:lvl3pPr marL="11430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3pPr>
              <a:lvl4pPr marL="16002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4pPr>
              <a:lvl5pPr marL="20574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5pPr>
              <a:lvl6pPr marL="25146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6pPr>
              <a:lvl7pPr marL="29718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7pPr>
              <a:lvl8pPr marL="34290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8pPr>
              <a:lvl9pPr marL="38862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9pPr>
            </a:lstStyle>
            <a:p>
              <a:r>
                <a:rPr lang="en-US" altLang="ko-KR" sz="1200" dirty="0">
                  <a:solidFill>
                    <a:srgbClr val="000000"/>
                  </a:solidFill>
                </a:rPr>
                <a:t>DA</a:t>
              </a:r>
            </a:p>
          </p:txBody>
        </p:sp>
        <p:sp>
          <p:nvSpPr>
            <p:cNvPr id="27702" name="Rectangle 22">
              <a:extLst>
                <a:ext uri="{FF2B5EF4-FFF2-40B4-BE49-F238E27FC236}">
                  <a16:creationId xmlns:a16="http://schemas.microsoft.com/office/drawing/2014/main" id="{17802003-7024-1EED-AE71-24338C3FE1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32725" y="3413126"/>
              <a:ext cx="357188" cy="257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1pPr>
              <a:lvl2pPr marL="742950" indent="-28575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2pPr>
              <a:lvl3pPr marL="11430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3pPr>
              <a:lvl4pPr marL="16002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4pPr>
              <a:lvl5pPr marL="20574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5pPr>
              <a:lvl6pPr marL="25146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6pPr>
              <a:lvl7pPr marL="29718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7pPr>
              <a:lvl8pPr marL="34290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8pPr>
              <a:lvl9pPr marL="38862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9pPr>
            </a:lstStyle>
            <a:p>
              <a:r>
                <a:rPr lang="en-US" altLang="ko-KR" sz="1200">
                  <a:solidFill>
                    <a:srgbClr val="000000"/>
                  </a:solidFill>
                </a:rPr>
                <a:t>+1</a:t>
              </a:r>
            </a:p>
          </p:txBody>
        </p:sp>
        <p:sp>
          <p:nvSpPr>
            <p:cNvPr id="27703" name="Line 23">
              <a:extLst>
                <a:ext uri="{FF2B5EF4-FFF2-40B4-BE49-F238E27FC236}">
                  <a16:creationId xmlns:a16="http://schemas.microsoft.com/office/drawing/2014/main" id="{04A739A5-C607-D39F-3AD0-66FF0EB46BE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70813" y="3365501"/>
              <a:ext cx="0" cy="320675"/>
            </a:xfrm>
            <a:prstGeom prst="line">
              <a:avLst/>
            </a:prstGeom>
            <a:noFill/>
            <a:ln w="25399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704" name="Line 25">
              <a:extLst>
                <a:ext uri="{FF2B5EF4-FFF2-40B4-BE49-F238E27FC236}">
                  <a16:creationId xmlns:a16="http://schemas.microsoft.com/office/drawing/2014/main" id="{2FE7A1F7-FCE2-D6EB-DD0C-F42ED73CCF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02501" y="3367088"/>
              <a:ext cx="931863" cy="0"/>
            </a:xfrm>
            <a:prstGeom prst="line">
              <a:avLst/>
            </a:prstGeom>
            <a:noFill/>
            <a:ln w="25399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705" name="Line 26">
              <a:extLst>
                <a:ext uri="{FF2B5EF4-FFF2-40B4-BE49-F238E27FC236}">
                  <a16:creationId xmlns:a16="http://schemas.microsoft.com/office/drawing/2014/main" id="{6ABE833E-F3B4-E322-657F-9D4DA72F50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02500" y="3686175"/>
              <a:ext cx="947738" cy="0"/>
            </a:xfrm>
            <a:prstGeom prst="line">
              <a:avLst/>
            </a:prstGeom>
            <a:noFill/>
            <a:ln w="25399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706" name="Line 27">
              <a:extLst>
                <a:ext uri="{FF2B5EF4-FFF2-40B4-BE49-F238E27FC236}">
                  <a16:creationId xmlns:a16="http://schemas.microsoft.com/office/drawing/2014/main" id="{0892EDD0-A244-A7F7-0068-7741B639301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05675" y="3365501"/>
              <a:ext cx="0" cy="320675"/>
            </a:xfrm>
            <a:prstGeom prst="line">
              <a:avLst/>
            </a:prstGeom>
            <a:noFill/>
            <a:ln w="25399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707" name="Rectangle 28">
              <a:extLst>
                <a:ext uri="{FF2B5EF4-FFF2-40B4-BE49-F238E27FC236}">
                  <a16:creationId xmlns:a16="http://schemas.microsoft.com/office/drawing/2014/main" id="{5D4E3FD6-00AB-9BF0-CB88-F4BBA974CC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69176" y="3413126"/>
              <a:ext cx="377825" cy="257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1pPr>
              <a:lvl2pPr marL="742950" indent="-28575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2pPr>
              <a:lvl3pPr marL="11430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3pPr>
              <a:lvl4pPr marL="16002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4pPr>
              <a:lvl5pPr marL="20574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5pPr>
              <a:lvl6pPr marL="25146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6pPr>
              <a:lvl7pPr marL="29718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7pPr>
              <a:lvl8pPr marL="34290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8pPr>
              <a:lvl9pPr marL="38862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9pPr>
            </a:lstStyle>
            <a:p>
              <a:r>
                <a:rPr lang="en-US" altLang="ko-KR" sz="1200">
                  <a:solidFill>
                    <a:srgbClr val="000000"/>
                  </a:solidFill>
                </a:rPr>
                <a:t>R1</a:t>
              </a:r>
            </a:p>
          </p:txBody>
        </p:sp>
        <p:sp>
          <p:nvSpPr>
            <p:cNvPr id="27708" name="Freeform 29">
              <a:extLst>
                <a:ext uri="{FF2B5EF4-FFF2-40B4-BE49-F238E27FC236}">
                  <a16:creationId xmlns:a16="http://schemas.microsoft.com/office/drawing/2014/main" id="{448CB01B-665F-CA81-BE62-2458E62B9357}"/>
                </a:ext>
              </a:extLst>
            </p:cNvPr>
            <p:cNvSpPr>
              <a:spLocks/>
            </p:cNvSpPr>
            <p:nvPr/>
          </p:nvSpPr>
          <p:spPr bwMode="auto">
            <a:xfrm>
              <a:off x="6372225" y="3376613"/>
              <a:ext cx="935038" cy="309562"/>
            </a:xfrm>
            <a:custGeom>
              <a:avLst/>
              <a:gdLst>
                <a:gd name="T0" fmla="*/ 0 w 545"/>
                <a:gd name="T1" fmla="*/ 2147483647 h 185"/>
                <a:gd name="T2" fmla="*/ 0 w 545"/>
                <a:gd name="T3" fmla="*/ 2147483647 h 185"/>
                <a:gd name="T4" fmla="*/ 2147483647 w 545"/>
                <a:gd name="T5" fmla="*/ 2147483647 h 185"/>
                <a:gd name="T6" fmla="*/ 2147483647 w 545"/>
                <a:gd name="T7" fmla="*/ 0 h 185"/>
                <a:gd name="T8" fmla="*/ 2147483647 w 545"/>
                <a:gd name="T9" fmla="*/ 0 h 185"/>
                <a:gd name="T10" fmla="*/ 2147483647 w 545"/>
                <a:gd name="T11" fmla="*/ 2147483647 h 185"/>
                <a:gd name="T12" fmla="*/ 2147483647 w 545"/>
                <a:gd name="T13" fmla="*/ 2147483647 h 185"/>
                <a:gd name="T14" fmla="*/ 2147483647 w 545"/>
                <a:gd name="T15" fmla="*/ 0 h 185"/>
                <a:gd name="T16" fmla="*/ 2147483647 w 545"/>
                <a:gd name="T17" fmla="*/ 0 h 185"/>
                <a:gd name="T18" fmla="*/ 2147483647 w 545"/>
                <a:gd name="T19" fmla="*/ 2147483647 h 185"/>
                <a:gd name="T20" fmla="*/ 2147483647 w 545"/>
                <a:gd name="T21" fmla="*/ 2147483647 h 185"/>
                <a:gd name="T22" fmla="*/ 2147483647 w 545"/>
                <a:gd name="T23" fmla="*/ 2147483647 h 185"/>
                <a:gd name="T24" fmla="*/ 2147483647 w 545"/>
                <a:gd name="T25" fmla="*/ 2147483647 h 185"/>
                <a:gd name="T26" fmla="*/ 2147483647 w 545"/>
                <a:gd name="T27" fmla="*/ 0 h 185"/>
                <a:gd name="T28" fmla="*/ 2147483647 w 545"/>
                <a:gd name="T29" fmla="*/ 2147483647 h 185"/>
                <a:gd name="T30" fmla="*/ 2147483647 w 545"/>
                <a:gd name="T31" fmla="*/ 2147483647 h 185"/>
                <a:gd name="T32" fmla="*/ 2147483647 w 545"/>
                <a:gd name="T33" fmla="*/ 2147483647 h 185"/>
                <a:gd name="T34" fmla="*/ 2147483647 w 545"/>
                <a:gd name="T35" fmla="*/ 2147483647 h 185"/>
                <a:gd name="T36" fmla="*/ 2147483647 w 545"/>
                <a:gd name="T37" fmla="*/ 2147483647 h 185"/>
                <a:gd name="T38" fmla="*/ 2147483647 w 545"/>
                <a:gd name="T39" fmla="*/ 2147483647 h 185"/>
                <a:gd name="T40" fmla="*/ 2147483647 w 545"/>
                <a:gd name="T41" fmla="*/ 2147483647 h 185"/>
                <a:gd name="T42" fmla="*/ 2147483647 w 545"/>
                <a:gd name="T43" fmla="*/ 2147483647 h 185"/>
                <a:gd name="T44" fmla="*/ 2147483647 w 545"/>
                <a:gd name="T45" fmla="*/ 2147483647 h 185"/>
                <a:gd name="T46" fmla="*/ 2147483647 w 545"/>
                <a:gd name="T47" fmla="*/ 2147483647 h 185"/>
                <a:gd name="T48" fmla="*/ 2147483647 w 545"/>
                <a:gd name="T49" fmla="*/ 2147483647 h 185"/>
                <a:gd name="T50" fmla="*/ 2147483647 w 545"/>
                <a:gd name="T51" fmla="*/ 2147483647 h 185"/>
                <a:gd name="T52" fmla="*/ 2147483647 w 545"/>
                <a:gd name="T53" fmla="*/ 2147483647 h 185"/>
                <a:gd name="T54" fmla="*/ 2147483647 w 545"/>
                <a:gd name="T55" fmla="*/ 2147483647 h 185"/>
                <a:gd name="T56" fmla="*/ 2147483647 w 545"/>
                <a:gd name="T57" fmla="*/ 2147483647 h 185"/>
                <a:gd name="T58" fmla="*/ 2147483647 w 545"/>
                <a:gd name="T59" fmla="*/ 2147483647 h 185"/>
                <a:gd name="T60" fmla="*/ 2147483647 w 545"/>
                <a:gd name="T61" fmla="*/ 2147483647 h 185"/>
                <a:gd name="T62" fmla="*/ 2147483647 w 545"/>
                <a:gd name="T63" fmla="*/ 2147483647 h 185"/>
                <a:gd name="T64" fmla="*/ 2147483647 w 545"/>
                <a:gd name="T65" fmla="*/ 2147483647 h 185"/>
                <a:gd name="T66" fmla="*/ 0 w 545"/>
                <a:gd name="T67" fmla="*/ 2147483647 h 185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545"/>
                <a:gd name="T103" fmla="*/ 0 h 185"/>
                <a:gd name="T104" fmla="*/ 545 w 545"/>
                <a:gd name="T105" fmla="*/ 185 h 185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545" h="185">
                  <a:moveTo>
                    <a:pt x="0" y="80"/>
                  </a:moveTo>
                  <a:lnTo>
                    <a:pt x="0" y="48"/>
                  </a:lnTo>
                  <a:lnTo>
                    <a:pt x="32" y="16"/>
                  </a:lnTo>
                  <a:lnTo>
                    <a:pt x="88" y="0"/>
                  </a:lnTo>
                  <a:lnTo>
                    <a:pt x="112" y="0"/>
                  </a:lnTo>
                  <a:lnTo>
                    <a:pt x="160" y="24"/>
                  </a:lnTo>
                  <a:lnTo>
                    <a:pt x="200" y="24"/>
                  </a:lnTo>
                  <a:lnTo>
                    <a:pt x="232" y="0"/>
                  </a:lnTo>
                  <a:lnTo>
                    <a:pt x="288" y="0"/>
                  </a:lnTo>
                  <a:lnTo>
                    <a:pt x="304" y="24"/>
                  </a:lnTo>
                  <a:lnTo>
                    <a:pt x="360" y="32"/>
                  </a:lnTo>
                  <a:lnTo>
                    <a:pt x="400" y="32"/>
                  </a:lnTo>
                  <a:lnTo>
                    <a:pt x="440" y="16"/>
                  </a:lnTo>
                  <a:lnTo>
                    <a:pt x="488" y="0"/>
                  </a:lnTo>
                  <a:lnTo>
                    <a:pt x="504" y="32"/>
                  </a:lnTo>
                  <a:lnTo>
                    <a:pt x="536" y="64"/>
                  </a:lnTo>
                  <a:lnTo>
                    <a:pt x="544" y="104"/>
                  </a:lnTo>
                  <a:lnTo>
                    <a:pt x="544" y="136"/>
                  </a:lnTo>
                  <a:lnTo>
                    <a:pt x="504" y="168"/>
                  </a:lnTo>
                  <a:lnTo>
                    <a:pt x="488" y="176"/>
                  </a:lnTo>
                  <a:lnTo>
                    <a:pt x="440" y="176"/>
                  </a:lnTo>
                  <a:lnTo>
                    <a:pt x="400" y="168"/>
                  </a:lnTo>
                  <a:lnTo>
                    <a:pt x="360" y="152"/>
                  </a:lnTo>
                  <a:lnTo>
                    <a:pt x="304" y="160"/>
                  </a:lnTo>
                  <a:lnTo>
                    <a:pt x="288" y="176"/>
                  </a:lnTo>
                  <a:lnTo>
                    <a:pt x="232" y="184"/>
                  </a:lnTo>
                  <a:lnTo>
                    <a:pt x="200" y="152"/>
                  </a:lnTo>
                  <a:lnTo>
                    <a:pt x="160" y="152"/>
                  </a:lnTo>
                  <a:lnTo>
                    <a:pt x="112" y="168"/>
                  </a:lnTo>
                  <a:lnTo>
                    <a:pt x="88" y="168"/>
                  </a:lnTo>
                  <a:lnTo>
                    <a:pt x="32" y="168"/>
                  </a:lnTo>
                  <a:lnTo>
                    <a:pt x="16" y="136"/>
                  </a:lnTo>
                  <a:lnTo>
                    <a:pt x="8" y="104"/>
                  </a:lnTo>
                  <a:lnTo>
                    <a:pt x="0" y="104"/>
                  </a:lnTo>
                </a:path>
              </a:pathLst>
            </a:custGeom>
            <a:noFill/>
            <a:ln w="25399" cap="rnd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09" name="Rectangle 30">
              <a:extLst>
                <a:ext uri="{FF2B5EF4-FFF2-40B4-BE49-F238E27FC236}">
                  <a16:creationId xmlns:a16="http://schemas.microsoft.com/office/drawing/2014/main" id="{15B04C5C-C0C9-0A35-7BE4-C5EE060A56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78588" y="3413126"/>
              <a:ext cx="685800" cy="257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1pPr>
              <a:lvl2pPr marL="742950" indent="-28575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2pPr>
              <a:lvl3pPr marL="11430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3pPr>
              <a:lvl4pPr marL="16002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4pPr>
              <a:lvl5pPr marL="20574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5pPr>
              <a:lvl6pPr marL="25146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6pPr>
              <a:lvl7pPr marL="29718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7pPr>
              <a:lvl8pPr marL="34290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8pPr>
              <a:lvl9pPr marL="38862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9pPr>
            </a:lstStyle>
            <a:p>
              <a:r>
                <a:rPr lang="en-US" altLang="ko-KR" sz="1200">
                  <a:solidFill>
                    <a:srgbClr val="000000"/>
                  </a:solidFill>
                </a:rPr>
                <a:t>bubble</a:t>
              </a:r>
            </a:p>
          </p:txBody>
        </p:sp>
        <p:sp>
          <p:nvSpPr>
            <p:cNvPr id="27710" name="Rectangle 31">
              <a:extLst>
                <a:ext uri="{FF2B5EF4-FFF2-40B4-BE49-F238E27FC236}">
                  <a16:creationId xmlns:a16="http://schemas.microsoft.com/office/drawing/2014/main" id="{8A9EC534-581D-BB8C-5DED-EE4CCC05FF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0739" y="2947989"/>
              <a:ext cx="1444625" cy="257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1pPr>
              <a:lvl2pPr marL="742950" indent="-28575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2pPr>
              <a:lvl3pPr marL="11430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3pPr>
              <a:lvl4pPr marL="16002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4pPr>
              <a:lvl5pPr marL="20574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5pPr>
              <a:lvl6pPr marL="25146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6pPr>
              <a:lvl7pPr marL="29718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7pPr>
              <a:lvl8pPr marL="34290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8pPr>
              <a:lvl9pPr marL="38862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9pPr>
            </a:lstStyle>
            <a:p>
              <a:r>
                <a:rPr lang="en-US" altLang="ko-KR" sz="1200">
                  <a:solidFill>
                    <a:srgbClr val="000000"/>
                  </a:solidFill>
                </a:rPr>
                <a:t>Data dependency</a:t>
              </a:r>
            </a:p>
          </p:txBody>
        </p:sp>
        <p:sp>
          <p:nvSpPr>
            <p:cNvPr id="27711" name="Line 65">
              <a:extLst>
                <a:ext uri="{FF2B5EF4-FFF2-40B4-BE49-F238E27FC236}">
                  <a16:creationId xmlns:a16="http://schemas.microsoft.com/office/drawing/2014/main" id="{107EC656-CDE1-A3F9-1D7A-1BC96C20EE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61175" y="3043239"/>
              <a:ext cx="603250" cy="280987"/>
            </a:xfrm>
            <a:prstGeom prst="line">
              <a:avLst/>
            </a:prstGeom>
            <a:noFill/>
            <a:ln w="25399">
              <a:solidFill>
                <a:schemeClr val="tx1"/>
              </a:solidFill>
              <a:round/>
              <a:headEnd type="stealth" w="med" len="lg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712" name="Line 72">
              <a:extLst>
                <a:ext uri="{FF2B5EF4-FFF2-40B4-BE49-F238E27FC236}">
                  <a16:creationId xmlns:a16="http://schemas.microsoft.com/office/drawing/2014/main" id="{9E00BB2D-D810-8090-331F-FD72B7F69D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46713" y="2901950"/>
              <a:ext cx="0" cy="349250"/>
            </a:xfrm>
            <a:prstGeom prst="line">
              <a:avLst/>
            </a:prstGeom>
            <a:noFill/>
            <a:ln w="25399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713" name="Line 73">
              <a:extLst>
                <a:ext uri="{FF2B5EF4-FFF2-40B4-BE49-F238E27FC236}">
                  <a16:creationId xmlns:a16="http://schemas.microsoft.com/office/drawing/2014/main" id="{AB8B9113-ABB6-1959-9699-A875497EFD5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04025" y="2901950"/>
              <a:ext cx="0" cy="349250"/>
            </a:xfrm>
            <a:prstGeom prst="line">
              <a:avLst/>
            </a:prstGeom>
            <a:noFill/>
            <a:ln w="25399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714" name="Line 75">
              <a:extLst>
                <a:ext uri="{FF2B5EF4-FFF2-40B4-BE49-F238E27FC236}">
                  <a16:creationId xmlns:a16="http://schemas.microsoft.com/office/drawing/2014/main" id="{9947DAC4-861F-9798-8197-57BA9A1F50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231188" y="3365501"/>
              <a:ext cx="0" cy="320675"/>
            </a:xfrm>
            <a:prstGeom prst="line">
              <a:avLst/>
            </a:prstGeom>
            <a:noFill/>
            <a:ln w="25399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715" name="Line 76">
              <a:extLst>
                <a:ext uri="{FF2B5EF4-FFF2-40B4-BE49-F238E27FC236}">
                  <a16:creationId xmlns:a16="http://schemas.microsoft.com/office/drawing/2014/main" id="{924F508E-88FE-74A9-201C-01A77D81D2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32425" y="3365501"/>
              <a:ext cx="0" cy="339725"/>
            </a:xfrm>
            <a:prstGeom prst="line">
              <a:avLst/>
            </a:prstGeom>
            <a:noFill/>
            <a:ln w="25399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716" name="Rectangle 77">
              <a:extLst>
                <a:ext uri="{FF2B5EF4-FFF2-40B4-BE49-F238E27FC236}">
                  <a16:creationId xmlns:a16="http://schemas.microsoft.com/office/drawing/2014/main" id="{F8E3C42E-E991-BAB0-C77B-1BA35C865C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51151" y="3044826"/>
              <a:ext cx="2082621" cy="4980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1pPr>
              <a:lvl2pPr marL="5715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2pPr>
              <a:lvl3pPr marL="11430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3pPr>
              <a:lvl4pPr marL="16002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4pPr>
              <a:lvl5pPr marL="20574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5pPr>
              <a:lvl6pPr marL="25146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6pPr>
              <a:lvl7pPr marL="29718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7pPr>
              <a:lvl8pPr marL="34290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8pPr>
              <a:lvl9pPr marL="38862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9pPr>
            </a:lstStyle>
            <a:p>
              <a:pPr lvl="1">
                <a:lnSpc>
                  <a:spcPct val="50000"/>
                </a:lnSpc>
                <a:spcBef>
                  <a:spcPct val="40000"/>
                </a:spcBef>
              </a:pPr>
              <a:r>
                <a:rPr lang="en-US" altLang="ko-KR" sz="1800" dirty="0"/>
                <a:t>R1 &lt;- B + C</a:t>
              </a:r>
            </a:p>
            <a:p>
              <a:pPr lvl="1">
                <a:lnSpc>
                  <a:spcPct val="50000"/>
                </a:lnSpc>
                <a:spcBef>
                  <a:spcPct val="40000"/>
                </a:spcBef>
              </a:pPr>
              <a:r>
                <a:rPr lang="en-US" altLang="ko-KR" sz="1800" dirty="0"/>
                <a:t>R1 &lt;- R1 + 1</a:t>
              </a:r>
            </a:p>
          </p:txBody>
        </p:sp>
      </p:grpSp>
      <p:sp>
        <p:nvSpPr>
          <p:cNvPr id="27717" name="Rectangle 78">
            <a:extLst>
              <a:ext uri="{FF2B5EF4-FFF2-40B4-BE49-F238E27FC236}">
                <a16:creationId xmlns:a16="http://schemas.microsoft.com/office/drawing/2014/main" id="{15E968D4-DA71-5B67-1682-285A2D6A76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87015" y="4078791"/>
            <a:ext cx="12213767" cy="6469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075" tIns="46038" rIns="92075" bIns="46038">
            <a:spAutoFit/>
          </a:bodyPr>
          <a:lstStyle>
            <a:lvl1pPr marL="342900" indent="-3429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5715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 marL="857250" lvl="1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altLang="ko-KR" sz="1800" dirty="0"/>
              <a:t>Branch Difficulties(Control hazards)</a:t>
            </a:r>
          </a:p>
          <a:p>
            <a:pPr marL="808038" lvl="1" indent="41275">
              <a:lnSpc>
                <a:spcPct val="100000"/>
              </a:lnSpc>
              <a:spcBef>
                <a:spcPts val="0"/>
              </a:spcBef>
            </a:pPr>
            <a:r>
              <a:rPr lang="en-US" altLang="ko-KR" sz="1800" b="0" dirty="0"/>
              <a:t>Branches and other instructions that change the PC make the fetch of the next instruction to be delayed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9B646E2E-E540-DA42-C4C1-D5400B2EC918}"/>
              </a:ext>
            </a:extLst>
          </p:cNvPr>
          <p:cNvGrpSpPr/>
          <p:nvPr/>
        </p:nvGrpSpPr>
        <p:grpSpPr>
          <a:xfrm>
            <a:off x="6570510" y="4761277"/>
            <a:ext cx="4727474" cy="747712"/>
            <a:chOff x="3848100" y="4652963"/>
            <a:chExt cx="4727474" cy="747712"/>
          </a:xfrm>
        </p:grpSpPr>
        <p:sp>
          <p:nvSpPr>
            <p:cNvPr id="27652" name="Rectangle 32">
              <a:extLst>
                <a:ext uri="{FF2B5EF4-FFF2-40B4-BE49-F238E27FC236}">
                  <a16:creationId xmlns:a16="http://schemas.microsoft.com/office/drawing/2014/main" id="{E9EFCA41-C654-C600-EDDD-CA0914CBC1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8100" y="4705351"/>
              <a:ext cx="496888" cy="257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1pPr>
              <a:lvl2pPr marL="742950" indent="-28575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2pPr>
              <a:lvl3pPr marL="11430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3pPr>
              <a:lvl4pPr marL="16002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4pPr>
              <a:lvl5pPr marL="20574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5pPr>
              <a:lvl6pPr marL="25146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6pPr>
              <a:lvl7pPr marL="29718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7pPr>
              <a:lvl8pPr marL="34290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8pPr>
              <a:lvl9pPr marL="38862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9pPr>
            </a:lstStyle>
            <a:p>
              <a:r>
                <a:rPr lang="en-US" altLang="ko-KR" sz="1200">
                  <a:solidFill>
                    <a:srgbClr val="000000"/>
                  </a:solidFill>
                </a:rPr>
                <a:t>JMP</a:t>
              </a:r>
            </a:p>
          </p:txBody>
        </p:sp>
        <p:sp>
          <p:nvSpPr>
            <p:cNvPr id="27653" name="Line 33">
              <a:extLst>
                <a:ext uri="{FF2B5EF4-FFF2-40B4-BE49-F238E27FC236}">
                  <a16:creationId xmlns:a16="http://schemas.microsoft.com/office/drawing/2014/main" id="{8B6879C6-00E9-72B6-6144-84BDB11C6D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00489" y="4652963"/>
              <a:ext cx="2219325" cy="0"/>
            </a:xfrm>
            <a:prstGeom prst="line">
              <a:avLst/>
            </a:prstGeom>
            <a:noFill/>
            <a:ln w="25399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54" name="Line 34">
              <a:extLst>
                <a:ext uri="{FF2B5EF4-FFF2-40B4-BE49-F238E27FC236}">
                  <a16:creationId xmlns:a16="http://schemas.microsoft.com/office/drawing/2014/main" id="{5EE84CA2-4AD5-7A3D-E69C-395040B8CA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00489" y="4956175"/>
              <a:ext cx="2219325" cy="0"/>
            </a:xfrm>
            <a:prstGeom prst="line">
              <a:avLst/>
            </a:prstGeom>
            <a:noFill/>
            <a:ln w="25399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55" name="Line 35">
              <a:extLst>
                <a:ext uri="{FF2B5EF4-FFF2-40B4-BE49-F238E27FC236}">
                  <a16:creationId xmlns:a16="http://schemas.microsoft.com/office/drawing/2014/main" id="{D4626C37-9E05-DFFB-1DA6-446C68C4E70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03663" y="4659313"/>
              <a:ext cx="0" cy="296862"/>
            </a:xfrm>
            <a:prstGeom prst="line">
              <a:avLst/>
            </a:prstGeom>
            <a:noFill/>
            <a:ln w="25399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56" name="Line 36">
              <a:extLst>
                <a:ext uri="{FF2B5EF4-FFF2-40B4-BE49-F238E27FC236}">
                  <a16:creationId xmlns:a16="http://schemas.microsoft.com/office/drawing/2014/main" id="{96826684-4CE7-C125-C278-B557616D532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44988" y="4659313"/>
              <a:ext cx="0" cy="296862"/>
            </a:xfrm>
            <a:prstGeom prst="line">
              <a:avLst/>
            </a:prstGeom>
            <a:noFill/>
            <a:ln w="25399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57" name="Line 37">
              <a:extLst>
                <a:ext uri="{FF2B5EF4-FFF2-40B4-BE49-F238E27FC236}">
                  <a16:creationId xmlns:a16="http://schemas.microsoft.com/office/drawing/2014/main" id="{FBD409AF-F8B5-9257-E2CC-6F4A002D65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86313" y="4659313"/>
              <a:ext cx="0" cy="296862"/>
            </a:xfrm>
            <a:prstGeom prst="line">
              <a:avLst/>
            </a:prstGeom>
            <a:noFill/>
            <a:ln w="25399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58" name="Rectangle 38">
              <a:extLst>
                <a:ext uri="{FF2B5EF4-FFF2-40B4-BE49-F238E27FC236}">
                  <a16:creationId xmlns:a16="http://schemas.microsoft.com/office/drawing/2014/main" id="{050976E2-54B2-88A9-C8F0-D9904ED6E3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68800" y="4705351"/>
              <a:ext cx="336550" cy="257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1pPr>
              <a:lvl2pPr marL="742950" indent="-28575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2pPr>
              <a:lvl3pPr marL="11430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3pPr>
              <a:lvl4pPr marL="16002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4pPr>
              <a:lvl5pPr marL="20574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5pPr>
              <a:lvl6pPr marL="25146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6pPr>
              <a:lvl7pPr marL="29718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7pPr>
              <a:lvl8pPr marL="34290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8pPr>
              <a:lvl9pPr marL="38862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9pPr>
            </a:lstStyle>
            <a:p>
              <a:r>
                <a:rPr lang="en-US" altLang="ko-KR" sz="1200">
                  <a:solidFill>
                    <a:srgbClr val="000000"/>
                  </a:solidFill>
                </a:rPr>
                <a:t>ID</a:t>
              </a:r>
            </a:p>
          </p:txBody>
        </p:sp>
        <p:sp>
          <p:nvSpPr>
            <p:cNvPr id="27659" name="Rectangle 39">
              <a:extLst>
                <a:ext uri="{FF2B5EF4-FFF2-40B4-BE49-F238E27FC236}">
                  <a16:creationId xmlns:a16="http://schemas.microsoft.com/office/drawing/2014/main" id="{6681CE93-EF62-257B-E841-082D50AE9F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95838" y="4705351"/>
              <a:ext cx="399148" cy="259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1pPr>
              <a:lvl2pPr marL="742950" indent="-28575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2pPr>
              <a:lvl3pPr marL="11430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3pPr>
              <a:lvl4pPr marL="16002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4pPr>
              <a:lvl5pPr marL="20574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5pPr>
              <a:lvl6pPr marL="25146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6pPr>
              <a:lvl7pPr marL="29718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7pPr>
              <a:lvl8pPr marL="34290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8pPr>
              <a:lvl9pPr marL="38862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9pPr>
            </a:lstStyle>
            <a:p>
              <a:r>
                <a:rPr lang="en-US" altLang="ko-KR" sz="1200">
                  <a:solidFill>
                    <a:srgbClr val="000000"/>
                  </a:solidFill>
                </a:rPr>
                <a:t>PC</a:t>
              </a:r>
            </a:p>
          </p:txBody>
        </p:sp>
        <p:sp>
          <p:nvSpPr>
            <p:cNvPr id="27660" name="Rectangle 40">
              <a:extLst>
                <a:ext uri="{FF2B5EF4-FFF2-40B4-BE49-F238E27FC236}">
                  <a16:creationId xmlns:a16="http://schemas.microsoft.com/office/drawing/2014/main" id="{B0D5836C-6113-98BE-D959-BEE730665B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89550" y="4705351"/>
              <a:ext cx="273050" cy="257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1pPr>
              <a:lvl2pPr marL="742950" indent="-28575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2pPr>
              <a:lvl3pPr marL="11430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3pPr>
              <a:lvl4pPr marL="16002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4pPr>
              <a:lvl5pPr marL="20574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5pPr>
              <a:lvl6pPr marL="25146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6pPr>
              <a:lvl7pPr marL="29718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7pPr>
              <a:lvl8pPr marL="34290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8pPr>
              <a:lvl9pPr marL="38862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9pPr>
            </a:lstStyle>
            <a:p>
              <a:r>
                <a:rPr lang="en-US" altLang="ko-KR" sz="1200">
                  <a:solidFill>
                    <a:srgbClr val="000000"/>
                  </a:solidFill>
                </a:rPr>
                <a:t>+</a:t>
              </a:r>
            </a:p>
          </p:txBody>
        </p:sp>
        <p:sp>
          <p:nvSpPr>
            <p:cNvPr id="27661" name="Rectangle 41">
              <a:extLst>
                <a:ext uri="{FF2B5EF4-FFF2-40B4-BE49-F238E27FC236}">
                  <a16:creationId xmlns:a16="http://schemas.microsoft.com/office/drawing/2014/main" id="{A1FF2459-91FD-B6C7-7780-20C9456312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80075" y="4705351"/>
              <a:ext cx="395288" cy="257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1pPr>
              <a:lvl2pPr marL="742950" indent="-28575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2pPr>
              <a:lvl3pPr marL="11430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3pPr>
              <a:lvl4pPr marL="16002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4pPr>
              <a:lvl5pPr marL="20574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5pPr>
              <a:lvl6pPr marL="25146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6pPr>
              <a:lvl7pPr marL="29718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7pPr>
              <a:lvl8pPr marL="34290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8pPr>
              <a:lvl9pPr marL="38862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9pPr>
            </a:lstStyle>
            <a:p>
              <a:r>
                <a:rPr lang="en-US" altLang="ko-KR" sz="1200">
                  <a:solidFill>
                    <a:srgbClr val="000000"/>
                  </a:solidFill>
                </a:rPr>
                <a:t>PC</a:t>
              </a:r>
            </a:p>
          </p:txBody>
        </p:sp>
        <p:sp>
          <p:nvSpPr>
            <p:cNvPr id="27662" name="Line 42">
              <a:extLst>
                <a:ext uri="{FF2B5EF4-FFF2-40B4-BE49-F238E27FC236}">
                  <a16:creationId xmlns:a16="http://schemas.microsoft.com/office/drawing/2014/main" id="{5F98B83C-8F8F-16E0-73D3-40F1CC46BF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27638" y="4659313"/>
              <a:ext cx="0" cy="296862"/>
            </a:xfrm>
            <a:prstGeom prst="line">
              <a:avLst/>
            </a:prstGeom>
            <a:noFill/>
            <a:ln w="25399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63" name="Line 43">
              <a:extLst>
                <a:ext uri="{FF2B5EF4-FFF2-40B4-BE49-F238E27FC236}">
                  <a16:creationId xmlns:a16="http://schemas.microsoft.com/office/drawing/2014/main" id="{FAEECDD1-0B22-6E12-C168-F6FC3267AD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68963" y="4659313"/>
              <a:ext cx="0" cy="296862"/>
            </a:xfrm>
            <a:prstGeom prst="line">
              <a:avLst/>
            </a:prstGeom>
            <a:noFill/>
            <a:ln w="25399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64" name="Freeform 45">
              <a:extLst>
                <a:ext uri="{FF2B5EF4-FFF2-40B4-BE49-F238E27FC236}">
                  <a16:creationId xmlns:a16="http://schemas.microsoft.com/office/drawing/2014/main" id="{F45FB075-629D-6EF9-8CB5-F993E27FF56A}"/>
                </a:ext>
              </a:extLst>
            </p:cNvPr>
            <p:cNvSpPr>
              <a:spLocks/>
            </p:cNvSpPr>
            <p:nvPr/>
          </p:nvSpPr>
          <p:spPr bwMode="auto">
            <a:xfrm>
              <a:off x="4344988" y="5094289"/>
              <a:ext cx="1689100" cy="287337"/>
            </a:xfrm>
            <a:custGeom>
              <a:avLst/>
              <a:gdLst>
                <a:gd name="T0" fmla="*/ 0 w 1041"/>
                <a:gd name="T1" fmla="*/ 2147483647 h 185"/>
                <a:gd name="T2" fmla="*/ 0 w 1041"/>
                <a:gd name="T3" fmla="*/ 2147483647 h 185"/>
                <a:gd name="T4" fmla="*/ 2147483647 w 1041"/>
                <a:gd name="T5" fmla="*/ 2147483647 h 185"/>
                <a:gd name="T6" fmla="*/ 2147483647 w 1041"/>
                <a:gd name="T7" fmla="*/ 0 h 185"/>
                <a:gd name="T8" fmla="*/ 2147483647 w 1041"/>
                <a:gd name="T9" fmla="*/ 0 h 185"/>
                <a:gd name="T10" fmla="*/ 2147483647 w 1041"/>
                <a:gd name="T11" fmla="*/ 2147483647 h 185"/>
                <a:gd name="T12" fmla="*/ 2147483647 w 1041"/>
                <a:gd name="T13" fmla="*/ 2147483647 h 185"/>
                <a:gd name="T14" fmla="*/ 2147483647 w 1041"/>
                <a:gd name="T15" fmla="*/ 0 h 185"/>
                <a:gd name="T16" fmla="*/ 2147483647 w 1041"/>
                <a:gd name="T17" fmla="*/ 0 h 185"/>
                <a:gd name="T18" fmla="*/ 2147483647 w 1041"/>
                <a:gd name="T19" fmla="*/ 2147483647 h 185"/>
                <a:gd name="T20" fmla="*/ 2147483647 w 1041"/>
                <a:gd name="T21" fmla="*/ 2147483647 h 185"/>
                <a:gd name="T22" fmla="*/ 2147483647 w 1041"/>
                <a:gd name="T23" fmla="*/ 2147483647 h 185"/>
                <a:gd name="T24" fmla="*/ 2147483647 w 1041"/>
                <a:gd name="T25" fmla="*/ 2147483647 h 185"/>
                <a:gd name="T26" fmla="*/ 2147483647 w 1041"/>
                <a:gd name="T27" fmla="*/ 0 h 185"/>
                <a:gd name="T28" fmla="*/ 2147483647 w 1041"/>
                <a:gd name="T29" fmla="*/ 2147483647 h 185"/>
                <a:gd name="T30" fmla="*/ 2147483647 w 1041"/>
                <a:gd name="T31" fmla="*/ 2147483647 h 185"/>
                <a:gd name="T32" fmla="*/ 2147483647 w 1041"/>
                <a:gd name="T33" fmla="*/ 2147483647 h 185"/>
                <a:gd name="T34" fmla="*/ 2147483647 w 1041"/>
                <a:gd name="T35" fmla="*/ 2147483647 h 185"/>
                <a:gd name="T36" fmla="*/ 2147483647 w 1041"/>
                <a:gd name="T37" fmla="*/ 2147483647 h 185"/>
                <a:gd name="T38" fmla="*/ 2147483647 w 1041"/>
                <a:gd name="T39" fmla="*/ 2147483647 h 185"/>
                <a:gd name="T40" fmla="*/ 2147483647 w 1041"/>
                <a:gd name="T41" fmla="*/ 2147483647 h 185"/>
                <a:gd name="T42" fmla="*/ 2147483647 w 1041"/>
                <a:gd name="T43" fmla="*/ 2147483647 h 185"/>
                <a:gd name="T44" fmla="*/ 2147483647 w 1041"/>
                <a:gd name="T45" fmla="*/ 2147483647 h 185"/>
                <a:gd name="T46" fmla="*/ 2147483647 w 1041"/>
                <a:gd name="T47" fmla="*/ 2147483647 h 185"/>
                <a:gd name="T48" fmla="*/ 2147483647 w 1041"/>
                <a:gd name="T49" fmla="*/ 2147483647 h 185"/>
                <a:gd name="T50" fmla="*/ 2147483647 w 1041"/>
                <a:gd name="T51" fmla="*/ 2147483647 h 185"/>
                <a:gd name="T52" fmla="*/ 2147483647 w 1041"/>
                <a:gd name="T53" fmla="*/ 2147483647 h 185"/>
                <a:gd name="T54" fmla="*/ 2147483647 w 1041"/>
                <a:gd name="T55" fmla="*/ 2147483647 h 185"/>
                <a:gd name="T56" fmla="*/ 2147483647 w 1041"/>
                <a:gd name="T57" fmla="*/ 2147483647 h 185"/>
                <a:gd name="T58" fmla="*/ 2147483647 w 1041"/>
                <a:gd name="T59" fmla="*/ 2147483647 h 185"/>
                <a:gd name="T60" fmla="*/ 2147483647 w 1041"/>
                <a:gd name="T61" fmla="*/ 2147483647 h 185"/>
                <a:gd name="T62" fmla="*/ 2147483647 w 1041"/>
                <a:gd name="T63" fmla="*/ 2147483647 h 185"/>
                <a:gd name="T64" fmla="*/ 2147483647 w 1041"/>
                <a:gd name="T65" fmla="*/ 2147483647 h 185"/>
                <a:gd name="T66" fmla="*/ 0 w 1041"/>
                <a:gd name="T67" fmla="*/ 2147483647 h 185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1041"/>
                <a:gd name="T103" fmla="*/ 0 h 185"/>
                <a:gd name="T104" fmla="*/ 1041 w 1041"/>
                <a:gd name="T105" fmla="*/ 185 h 185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1041" h="185">
                  <a:moveTo>
                    <a:pt x="0" y="80"/>
                  </a:moveTo>
                  <a:lnTo>
                    <a:pt x="0" y="48"/>
                  </a:lnTo>
                  <a:lnTo>
                    <a:pt x="64" y="16"/>
                  </a:lnTo>
                  <a:lnTo>
                    <a:pt x="168" y="0"/>
                  </a:lnTo>
                  <a:lnTo>
                    <a:pt x="216" y="0"/>
                  </a:lnTo>
                  <a:lnTo>
                    <a:pt x="304" y="24"/>
                  </a:lnTo>
                  <a:lnTo>
                    <a:pt x="384" y="24"/>
                  </a:lnTo>
                  <a:lnTo>
                    <a:pt x="440" y="0"/>
                  </a:lnTo>
                  <a:lnTo>
                    <a:pt x="552" y="0"/>
                  </a:lnTo>
                  <a:lnTo>
                    <a:pt x="584" y="24"/>
                  </a:lnTo>
                  <a:lnTo>
                    <a:pt x="688" y="32"/>
                  </a:lnTo>
                  <a:lnTo>
                    <a:pt x="760" y="32"/>
                  </a:lnTo>
                  <a:lnTo>
                    <a:pt x="840" y="16"/>
                  </a:lnTo>
                  <a:lnTo>
                    <a:pt x="936" y="0"/>
                  </a:lnTo>
                  <a:lnTo>
                    <a:pt x="960" y="32"/>
                  </a:lnTo>
                  <a:lnTo>
                    <a:pt x="1024" y="64"/>
                  </a:lnTo>
                  <a:lnTo>
                    <a:pt x="1040" y="104"/>
                  </a:lnTo>
                  <a:lnTo>
                    <a:pt x="1040" y="136"/>
                  </a:lnTo>
                  <a:lnTo>
                    <a:pt x="960" y="168"/>
                  </a:lnTo>
                  <a:lnTo>
                    <a:pt x="936" y="176"/>
                  </a:lnTo>
                  <a:lnTo>
                    <a:pt x="840" y="176"/>
                  </a:lnTo>
                  <a:lnTo>
                    <a:pt x="760" y="168"/>
                  </a:lnTo>
                  <a:lnTo>
                    <a:pt x="688" y="152"/>
                  </a:lnTo>
                  <a:lnTo>
                    <a:pt x="584" y="160"/>
                  </a:lnTo>
                  <a:lnTo>
                    <a:pt x="552" y="176"/>
                  </a:lnTo>
                  <a:lnTo>
                    <a:pt x="440" y="184"/>
                  </a:lnTo>
                  <a:lnTo>
                    <a:pt x="384" y="152"/>
                  </a:lnTo>
                  <a:lnTo>
                    <a:pt x="304" y="152"/>
                  </a:lnTo>
                  <a:lnTo>
                    <a:pt x="216" y="168"/>
                  </a:lnTo>
                  <a:lnTo>
                    <a:pt x="168" y="168"/>
                  </a:lnTo>
                  <a:lnTo>
                    <a:pt x="64" y="168"/>
                  </a:lnTo>
                  <a:lnTo>
                    <a:pt x="32" y="136"/>
                  </a:lnTo>
                  <a:lnTo>
                    <a:pt x="16" y="104"/>
                  </a:lnTo>
                  <a:lnTo>
                    <a:pt x="0" y="104"/>
                  </a:lnTo>
                </a:path>
              </a:pathLst>
            </a:custGeom>
            <a:noFill/>
            <a:ln w="25399" cap="rnd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65" name="Rectangle 46">
              <a:extLst>
                <a:ext uri="{FF2B5EF4-FFF2-40B4-BE49-F238E27FC236}">
                  <a16:creationId xmlns:a16="http://schemas.microsoft.com/office/drawing/2014/main" id="{EDB88D0E-B9E9-A063-7330-22708F07E6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32338" y="5129214"/>
              <a:ext cx="685800" cy="257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1pPr>
              <a:lvl2pPr marL="742950" indent="-28575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2pPr>
              <a:lvl3pPr marL="11430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3pPr>
              <a:lvl4pPr marL="16002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4pPr>
              <a:lvl5pPr marL="20574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5pPr>
              <a:lvl6pPr marL="25146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6pPr>
              <a:lvl7pPr marL="29718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7pPr>
              <a:lvl8pPr marL="34290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8pPr>
              <a:lvl9pPr marL="38862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9pPr>
            </a:lstStyle>
            <a:p>
              <a:r>
                <a:rPr lang="en-US" altLang="ko-KR" sz="1200" dirty="0">
                  <a:solidFill>
                    <a:srgbClr val="000000"/>
                  </a:solidFill>
                </a:rPr>
                <a:t>bubble</a:t>
              </a:r>
            </a:p>
          </p:txBody>
        </p:sp>
        <p:sp>
          <p:nvSpPr>
            <p:cNvPr id="27666" name="Line 47">
              <a:extLst>
                <a:ext uri="{FF2B5EF4-FFF2-40B4-BE49-F238E27FC236}">
                  <a16:creationId xmlns:a16="http://schemas.microsoft.com/office/drawing/2014/main" id="{20E5402C-F8E9-B5C2-E766-C8F2DC43B89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332288" y="5170488"/>
              <a:ext cx="12700" cy="74612"/>
            </a:xfrm>
            <a:prstGeom prst="line">
              <a:avLst/>
            </a:prstGeom>
            <a:noFill/>
            <a:ln w="25399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67" name="Rectangle 48">
              <a:extLst>
                <a:ext uri="{FF2B5EF4-FFF2-40B4-BE49-F238E27FC236}">
                  <a16:creationId xmlns:a16="http://schemas.microsoft.com/office/drawing/2014/main" id="{30D468B2-1E09-6C0F-F148-7D54BFE185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57914" y="5129214"/>
              <a:ext cx="320675" cy="257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1pPr>
              <a:lvl2pPr marL="742950" indent="-28575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2pPr>
              <a:lvl3pPr marL="11430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3pPr>
              <a:lvl4pPr marL="16002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4pPr>
              <a:lvl5pPr marL="20574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5pPr>
              <a:lvl6pPr marL="25146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6pPr>
              <a:lvl7pPr marL="29718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7pPr>
              <a:lvl8pPr marL="34290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8pPr>
              <a:lvl9pPr marL="38862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9pPr>
            </a:lstStyle>
            <a:p>
              <a:r>
                <a:rPr lang="en-US" altLang="ko-KR" sz="1200">
                  <a:solidFill>
                    <a:srgbClr val="000000"/>
                  </a:solidFill>
                </a:rPr>
                <a:t>IF</a:t>
              </a:r>
            </a:p>
          </p:txBody>
        </p:sp>
        <p:sp>
          <p:nvSpPr>
            <p:cNvPr id="27668" name="Line 49">
              <a:extLst>
                <a:ext uri="{FF2B5EF4-FFF2-40B4-BE49-F238E27FC236}">
                  <a16:creationId xmlns:a16="http://schemas.microsoft.com/office/drawing/2014/main" id="{A9303FA8-44D4-0EFD-E294-267D3D03D52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97589" y="5094288"/>
              <a:ext cx="2219325" cy="0"/>
            </a:xfrm>
            <a:prstGeom prst="line">
              <a:avLst/>
            </a:prstGeom>
            <a:noFill/>
            <a:ln w="25399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69" name="Line 50">
              <a:extLst>
                <a:ext uri="{FF2B5EF4-FFF2-40B4-BE49-F238E27FC236}">
                  <a16:creationId xmlns:a16="http://schemas.microsoft.com/office/drawing/2014/main" id="{FCBBAEB7-5845-E97A-C58B-4F728DFC46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97589" y="5381625"/>
              <a:ext cx="2219325" cy="0"/>
            </a:xfrm>
            <a:prstGeom prst="line">
              <a:avLst/>
            </a:prstGeom>
            <a:noFill/>
            <a:ln w="25399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70" name="Line 51">
              <a:extLst>
                <a:ext uri="{FF2B5EF4-FFF2-40B4-BE49-F238E27FC236}">
                  <a16:creationId xmlns:a16="http://schemas.microsoft.com/office/drawing/2014/main" id="{BB3A81E6-A68C-65B1-CCE3-FBB2E31DF06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10288" y="5083175"/>
              <a:ext cx="0" cy="298450"/>
            </a:xfrm>
            <a:prstGeom prst="line">
              <a:avLst/>
            </a:prstGeom>
            <a:noFill/>
            <a:ln w="25399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71" name="Line 52">
              <a:extLst>
                <a:ext uri="{FF2B5EF4-FFF2-40B4-BE49-F238E27FC236}">
                  <a16:creationId xmlns:a16="http://schemas.microsoft.com/office/drawing/2014/main" id="{88AC2C05-EF9D-F925-BD64-41306EB429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551613" y="5083175"/>
              <a:ext cx="0" cy="298450"/>
            </a:xfrm>
            <a:prstGeom prst="line">
              <a:avLst/>
            </a:prstGeom>
            <a:noFill/>
            <a:ln w="25399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72" name="Line 53">
              <a:extLst>
                <a:ext uri="{FF2B5EF4-FFF2-40B4-BE49-F238E27FC236}">
                  <a16:creationId xmlns:a16="http://schemas.microsoft.com/office/drawing/2014/main" id="{7FB01FAF-A519-F4C6-7C68-815AD10962C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992938" y="5083175"/>
              <a:ext cx="0" cy="298450"/>
            </a:xfrm>
            <a:prstGeom prst="line">
              <a:avLst/>
            </a:prstGeom>
            <a:noFill/>
            <a:ln w="25399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73" name="Rectangle 54">
              <a:extLst>
                <a:ext uri="{FF2B5EF4-FFF2-40B4-BE49-F238E27FC236}">
                  <a16:creationId xmlns:a16="http://schemas.microsoft.com/office/drawing/2014/main" id="{3A5575E2-E00E-0B89-849D-50102F3EBF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73838" y="5129214"/>
              <a:ext cx="336550" cy="257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1pPr>
              <a:lvl2pPr marL="742950" indent="-28575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2pPr>
              <a:lvl3pPr marL="11430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3pPr>
              <a:lvl4pPr marL="16002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4pPr>
              <a:lvl5pPr marL="20574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5pPr>
              <a:lvl6pPr marL="25146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6pPr>
              <a:lvl7pPr marL="29718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7pPr>
              <a:lvl8pPr marL="34290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8pPr>
              <a:lvl9pPr marL="38862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9pPr>
            </a:lstStyle>
            <a:p>
              <a:r>
                <a:rPr lang="en-US" altLang="ko-KR" sz="1200">
                  <a:solidFill>
                    <a:srgbClr val="000000"/>
                  </a:solidFill>
                </a:rPr>
                <a:t>ID</a:t>
              </a:r>
            </a:p>
          </p:txBody>
        </p:sp>
        <p:sp>
          <p:nvSpPr>
            <p:cNvPr id="27674" name="Rectangle 55">
              <a:extLst>
                <a:ext uri="{FF2B5EF4-FFF2-40B4-BE49-F238E27FC236}">
                  <a16:creationId xmlns:a16="http://schemas.microsoft.com/office/drawing/2014/main" id="{1B0EAA0C-0E94-DA88-DB79-EEE6723B3E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77064" y="5129214"/>
              <a:ext cx="396875" cy="257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1pPr>
              <a:lvl2pPr marL="742950" indent="-28575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2pPr>
              <a:lvl3pPr marL="11430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3pPr>
              <a:lvl4pPr marL="16002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4pPr>
              <a:lvl5pPr marL="20574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5pPr>
              <a:lvl6pPr marL="25146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6pPr>
              <a:lvl7pPr marL="29718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7pPr>
              <a:lvl8pPr marL="34290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8pPr>
              <a:lvl9pPr marL="38862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9pPr>
            </a:lstStyle>
            <a:p>
              <a:r>
                <a:rPr lang="en-US" altLang="ko-KR" sz="1200">
                  <a:solidFill>
                    <a:srgbClr val="000000"/>
                  </a:solidFill>
                </a:rPr>
                <a:t>OF</a:t>
              </a:r>
            </a:p>
          </p:txBody>
        </p:sp>
        <p:sp>
          <p:nvSpPr>
            <p:cNvPr id="27675" name="Rectangle 56">
              <a:extLst>
                <a:ext uri="{FF2B5EF4-FFF2-40B4-BE49-F238E27FC236}">
                  <a16:creationId xmlns:a16="http://schemas.microsoft.com/office/drawing/2014/main" id="{C4F4F0E0-65A3-73AC-17F2-93FA04B8F7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43788" y="5127626"/>
              <a:ext cx="408766" cy="259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1pPr>
              <a:lvl2pPr marL="742950" indent="-28575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2pPr>
              <a:lvl3pPr marL="11430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3pPr>
              <a:lvl4pPr marL="16002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4pPr>
              <a:lvl5pPr marL="20574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5pPr>
              <a:lvl6pPr marL="25146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6pPr>
              <a:lvl7pPr marL="29718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7pPr>
              <a:lvl8pPr marL="34290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8pPr>
              <a:lvl9pPr marL="38862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9pPr>
            </a:lstStyle>
            <a:p>
              <a:r>
                <a:rPr lang="en-US" altLang="ko-KR" sz="1200">
                  <a:solidFill>
                    <a:srgbClr val="000000"/>
                  </a:solidFill>
                </a:rPr>
                <a:t>OE</a:t>
              </a:r>
            </a:p>
          </p:txBody>
        </p:sp>
        <p:sp>
          <p:nvSpPr>
            <p:cNvPr id="27676" name="Rectangle 57">
              <a:extLst>
                <a:ext uri="{FF2B5EF4-FFF2-40B4-BE49-F238E27FC236}">
                  <a16:creationId xmlns:a16="http://schemas.microsoft.com/office/drawing/2014/main" id="{3688C89A-2643-AA97-58AD-7862F6C09A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83526" y="5127626"/>
              <a:ext cx="404813" cy="257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1pPr>
              <a:lvl2pPr marL="742950" indent="-28575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2pPr>
              <a:lvl3pPr marL="11430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3pPr>
              <a:lvl4pPr marL="16002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4pPr>
              <a:lvl5pPr marL="20574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5pPr>
              <a:lvl6pPr marL="25146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6pPr>
              <a:lvl7pPr marL="29718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7pPr>
              <a:lvl8pPr marL="34290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8pPr>
              <a:lvl9pPr marL="38862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9pPr>
            </a:lstStyle>
            <a:p>
              <a:r>
                <a:rPr lang="en-US" altLang="ko-KR" sz="1200">
                  <a:solidFill>
                    <a:srgbClr val="000000"/>
                  </a:solidFill>
                </a:rPr>
                <a:t>OS</a:t>
              </a:r>
            </a:p>
          </p:txBody>
        </p:sp>
        <p:sp>
          <p:nvSpPr>
            <p:cNvPr id="27677" name="Line 58">
              <a:extLst>
                <a:ext uri="{FF2B5EF4-FFF2-40B4-BE49-F238E27FC236}">
                  <a16:creationId xmlns:a16="http://schemas.microsoft.com/office/drawing/2014/main" id="{F76EBEC5-5F8E-C9A2-45D7-819D50CF51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32675" y="5083175"/>
              <a:ext cx="0" cy="298450"/>
            </a:xfrm>
            <a:prstGeom prst="line">
              <a:avLst/>
            </a:prstGeom>
            <a:noFill/>
            <a:ln w="25399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78" name="Line 59">
              <a:extLst>
                <a:ext uri="{FF2B5EF4-FFF2-40B4-BE49-F238E27FC236}">
                  <a16:creationId xmlns:a16="http://schemas.microsoft.com/office/drawing/2014/main" id="{16F70F48-1375-C940-574A-2DFB1F28AD5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875588" y="5083175"/>
              <a:ext cx="0" cy="298450"/>
            </a:xfrm>
            <a:prstGeom prst="line">
              <a:avLst/>
            </a:prstGeom>
            <a:noFill/>
            <a:ln w="25399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79" name="Line 60">
              <a:extLst>
                <a:ext uri="{FF2B5EF4-FFF2-40B4-BE49-F238E27FC236}">
                  <a16:creationId xmlns:a16="http://schemas.microsoft.com/office/drawing/2014/main" id="{2146124F-A736-38F1-CB75-708B277F852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316913" y="5083175"/>
              <a:ext cx="0" cy="317500"/>
            </a:xfrm>
            <a:prstGeom prst="line">
              <a:avLst/>
            </a:prstGeom>
            <a:noFill/>
            <a:ln w="25399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80" name="Rectangle 61">
              <a:extLst>
                <a:ext uri="{FF2B5EF4-FFF2-40B4-BE49-F238E27FC236}">
                  <a16:creationId xmlns:a16="http://schemas.microsoft.com/office/drawing/2014/main" id="{10202B41-5AF3-30D6-68B5-00817A3C80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88088" y="4740276"/>
              <a:ext cx="2287486" cy="259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1pPr>
              <a:lvl2pPr marL="742950" indent="-28575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2pPr>
              <a:lvl3pPr marL="11430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3pPr>
              <a:lvl4pPr marL="16002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4pPr>
              <a:lvl5pPr marL="20574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5pPr>
              <a:lvl6pPr marL="25146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6pPr>
              <a:lvl7pPr marL="29718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7pPr>
              <a:lvl8pPr marL="34290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8pPr>
              <a:lvl9pPr marL="38862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9pPr>
            </a:lstStyle>
            <a:p>
              <a:r>
                <a:rPr lang="en-US" altLang="ko-KR" sz="1200">
                  <a:solidFill>
                    <a:srgbClr val="000000"/>
                  </a:solidFill>
                </a:rPr>
                <a:t>Branch address dependency</a:t>
              </a:r>
            </a:p>
          </p:txBody>
        </p:sp>
        <p:sp>
          <p:nvSpPr>
            <p:cNvPr id="27718" name="Line 82">
              <a:extLst>
                <a:ext uri="{FF2B5EF4-FFF2-40B4-BE49-F238E27FC236}">
                  <a16:creationId xmlns:a16="http://schemas.microsoft.com/office/drawing/2014/main" id="{781DC0CE-1C53-2855-F17B-19A4D27D02C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07113" y="4678363"/>
              <a:ext cx="0" cy="296862"/>
            </a:xfrm>
            <a:prstGeom prst="line">
              <a:avLst/>
            </a:prstGeom>
            <a:noFill/>
            <a:ln w="25399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719" name="Line 83">
              <a:extLst>
                <a:ext uri="{FF2B5EF4-FFF2-40B4-BE49-F238E27FC236}">
                  <a16:creationId xmlns:a16="http://schemas.microsoft.com/office/drawing/2014/main" id="{9E84B039-D057-B919-B4C0-AC23CA2C6D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72200" y="4819651"/>
              <a:ext cx="228600" cy="2381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EA49C9D1-30F5-E7EC-329C-5B18D1CD61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435226" y="322503"/>
            <a:ext cx="7394575" cy="383695"/>
          </a:xfrm>
          <a:noFill/>
        </p:spPr>
        <p:txBody>
          <a:bodyPr anchor="ctr"/>
          <a:lstStyle/>
          <a:p>
            <a:r>
              <a:rPr lang="en-US" altLang="ko-KR" sz="2400">
                <a:solidFill>
                  <a:schemeClr val="tx1"/>
                </a:solidFill>
              </a:rPr>
              <a:t>DATA  HAZARDS</a:t>
            </a:r>
          </a:p>
        </p:txBody>
      </p:sp>
      <p:sp>
        <p:nvSpPr>
          <p:cNvPr id="29701" name="Rectangle 5">
            <a:extLst>
              <a:ext uri="{FF2B5EF4-FFF2-40B4-BE49-F238E27FC236}">
                <a16:creationId xmlns:a16="http://schemas.microsoft.com/office/drawing/2014/main" id="{949D8898-F9D1-4752-79CC-CACA7213EF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7001" y="1679576"/>
            <a:ext cx="11551023" cy="42893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3500" tIns="25400" rIns="63500" bIns="25400">
            <a:spAutoFit/>
          </a:bodyPr>
          <a:lstStyle>
            <a:lvl1pPr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r>
              <a:rPr lang="en-US" altLang="ko-KR" sz="1800" dirty="0"/>
              <a:t>Hardware Technique</a:t>
            </a:r>
          </a:p>
          <a:p>
            <a:endParaRPr lang="en-US" altLang="ko-KR" sz="1800" i="1" dirty="0"/>
          </a:p>
          <a:p>
            <a:r>
              <a:rPr lang="en-US" altLang="ko-KR" sz="1800" i="1" dirty="0">
                <a:solidFill>
                  <a:srgbClr val="FF0000"/>
                </a:solidFill>
              </a:rPr>
              <a:t>Interlock</a:t>
            </a:r>
            <a:r>
              <a:rPr lang="en-US" altLang="ko-KR" sz="1800" dirty="0">
                <a:solidFill>
                  <a:srgbClr val="FF0000"/>
                </a:solidFill>
              </a:rPr>
              <a:t>  </a:t>
            </a:r>
          </a:p>
          <a:p>
            <a:pPr marL="9525" indent="-9525" algn="just"/>
            <a:r>
              <a:rPr lang="en-US" altLang="ko-KR" sz="1800" b="0" dirty="0"/>
              <a:t>Interlock is a hardware </a:t>
            </a:r>
            <a:r>
              <a:rPr lang="en-US" altLang="ko-KR" sz="1800" b="0" dirty="0" err="1"/>
              <a:t>ckt</a:t>
            </a:r>
            <a:r>
              <a:rPr lang="en-US" altLang="ko-KR" sz="1800" b="0" dirty="0"/>
              <a:t> that detects the data dependencies and delays the scheduling of the dependent instruction by stalling enough clock cycles</a:t>
            </a:r>
          </a:p>
          <a:p>
            <a:pPr marL="895350" indent="-895350"/>
            <a:endParaRPr lang="en-US" altLang="ko-KR" sz="1800" dirty="0"/>
          </a:p>
          <a:p>
            <a:r>
              <a:rPr lang="en-US" altLang="ko-KR" sz="1800" i="1" dirty="0">
                <a:solidFill>
                  <a:srgbClr val="FF0000"/>
                </a:solidFill>
              </a:rPr>
              <a:t>Operand Forwarding </a:t>
            </a:r>
            <a:r>
              <a:rPr lang="en-US" altLang="ko-KR" sz="1800" dirty="0">
                <a:solidFill>
                  <a:srgbClr val="FF0000"/>
                </a:solidFill>
              </a:rPr>
              <a:t>(bypassing, short-circuiting)</a:t>
            </a:r>
          </a:p>
          <a:p>
            <a:r>
              <a:rPr lang="en-US" altLang="ko-KR" sz="1800" b="0" dirty="0"/>
              <a:t>Accomplished by routing the data through special paths between pipeline segments. </a:t>
            </a:r>
          </a:p>
          <a:p>
            <a:r>
              <a:rPr lang="en-US" altLang="ko-KR" sz="1800" b="0" dirty="0"/>
              <a:t>Ex: The data path routes the result of an instruction execution from ALU if it is needed as a source in the next instruction, bypassing a designated register. This allows the value to be produced to be used at an earlier stage in the pipeline than would otherwise be possible </a:t>
            </a:r>
          </a:p>
          <a:p>
            <a:endParaRPr lang="en-US" altLang="ko-KR" sz="1800" dirty="0"/>
          </a:p>
          <a:p>
            <a:r>
              <a:rPr lang="en-US" altLang="ko-KR" sz="1800" dirty="0"/>
              <a:t>Software Technique</a:t>
            </a:r>
          </a:p>
          <a:p>
            <a:endParaRPr lang="en-US" altLang="ko-KR" sz="1800" dirty="0"/>
          </a:p>
          <a:p>
            <a:r>
              <a:rPr lang="en-US" altLang="ko-KR" sz="1800" i="1" dirty="0">
                <a:solidFill>
                  <a:srgbClr val="0070C0"/>
                </a:solidFill>
              </a:rPr>
              <a:t>Delayed load </a:t>
            </a:r>
          </a:p>
          <a:p>
            <a:r>
              <a:rPr lang="en-US" altLang="ko-KR" sz="1800" b="0" dirty="0"/>
              <a:t>Compiler detects data conflict and reorder the instructions as necessary to delay the loading of conflicting data by inserting no operations</a:t>
            </a:r>
          </a:p>
        </p:txBody>
      </p:sp>
      <p:sp>
        <p:nvSpPr>
          <p:cNvPr id="29702" name="Rectangle 6">
            <a:extLst>
              <a:ext uri="{FF2B5EF4-FFF2-40B4-BE49-F238E27FC236}">
                <a16:creationId xmlns:a16="http://schemas.microsoft.com/office/drawing/2014/main" id="{1CF6FC34-F10C-0F08-A3CA-91FCC49274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8663" y="3314701"/>
            <a:ext cx="36512" cy="123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endParaRPr lang="en-IN" altLang="en-US"/>
          </a:p>
        </p:txBody>
      </p:sp>
      <p:sp>
        <p:nvSpPr>
          <p:cNvPr id="29703" name="Rectangle 8">
            <a:extLst>
              <a:ext uri="{FF2B5EF4-FFF2-40B4-BE49-F238E27FC236}">
                <a16:creationId xmlns:a16="http://schemas.microsoft.com/office/drawing/2014/main" id="{3294F325-C3D9-BC67-6305-AE97EAFF32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2024" y="1157966"/>
            <a:ext cx="10654180" cy="3422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075" tIns="46038" rIns="92075" bIns="46038">
            <a:spAutoFit/>
          </a:bodyPr>
          <a:lstStyle>
            <a:lvl1pPr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r>
              <a:rPr lang="en-US" altLang="ko-KR" sz="1800" dirty="0"/>
              <a:t>   Data hazard can be dealt with either hardware techniques or software technique</a:t>
            </a:r>
          </a:p>
        </p:txBody>
      </p:sp>
      <p:sp>
        <p:nvSpPr>
          <p:cNvPr id="29704" name="Rectangle 9">
            <a:extLst>
              <a:ext uri="{FF2B5EF4-FFF2-40B4-BE49-F238E27FC236}">
                <a16:creationId xmlns:a16="http://schemas.microsoft.com/office/drawing/2014/main" id="{E86C8EFB-81A2-F8BE-A8F1-48F5BA5813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05025" y="5765801"/>
            <a:ext cx="247650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r>
              <a:rPr lang="en-US" altLang="ko-KR" sz="1800"/>
              <a:t> </a:t>
            </a:r>
            <a:endParaRPr lang="en-US" altLang="ko-KR" sz="1800" i="1"/>
          </a:p>
        </p:txBody>
      </p:sp>
      <p:sp>
        <p:nvSpPr>
          <p:cNvPr id="29705" name="Rectangle 10">
            <a:extLst>
              <a:ext uri="{FF2B5EF4-FFF2-40B4-BE49-F238E27FC236}">
                <a16:creationId xmlns:a16="http://schemas.microsoft.com/office/drawing/2014/main" id="{10155BBC-C1C5-7C33-2398-D13A6E2D3A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22944" y="0"/>
            <a:ext cx="1845057" cy="2868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 algn="r"/>
            <a:r>
              <a:rPr lang="en-US" altLang="ko-KR" i="1"/>
              <a:t>Instruction Pipeline</a:t>
            </a:r>
          </a:p>
        </p:txBody>
      </p:sp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D52A56D3-529A-EAA9-5546-4E517862F70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00276" y="323297"/>
            <a:ext cx="7745413" cy="383695"/>
          </a:xfrm>
          <a:noFill/>
        </p:spPr>
        <p:txBody>
          <a:bodyPr anchor="ctr"/>
          <a:lstStyle/>
          <a:p>
            <a:r>
              <a:rPr lang="en-US" altLang="ko-KR" sz="2400">
                <a:solidFill>
                  <a:schemeClr val="tx1"/>
                </a:solidFill>
              </a:rPr>
              <a:t>INSTRUCTION  SCHEDULING</a:t>
            </a:r>
          </a:p>
        </p:txBody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8D62F52E-5A3A-3009-71B6-4CBEC1A26D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7625" y="993775"/>
            <a:ext cx="1117600" cy="54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3500" tIns="25400" rIns="63500" bIns="25400">
            <a:spAutoFit/>
          </a:bodyPr>
          <a:lstStyle>
            <a:lvl1pPr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r>
              <a:rPr lang="en-US" altLang="ko-KR" sz="1800"/>
              <a:t>a = b + c;</a:t>
            </a:r>
          </a:p>
          <a:p>
            <a:r>
              <a:rPr lang="en-US" altLang="ko-KR" sz="1800"/>
              <a:t>d = e - f;</a:t>
            </a:r>
          </a:p>
        </p:txBody>
      </p:sp>
      <p:sp>
        <p:nvSpPr>
          <p:cNvPr id="31748" name="Rectangle 4">
            <a:extLst>
              <a:ext uri="{FF2B5EF4-FFF2-40B4-BE49-F238E27FC236}">
                <a16:creationId xmlns:a16="http://schemas.microsoft.com/office/drawing/2014/main" id="{A88BA06C-8686-16EB-ACF5-DA79B0D9A9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57375" y="1905001"/>
            <a:ext cx="2257028" cy="3005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3500" tIns="25400" rIns="63500" bIns="25400">
            <a:spAutoFit/>
          </a:bodyPr>
          <a:lstStyle>
            <a:lvl1pPr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r>
              <a:rPr lang="en-US" altLang="ko-KR" sz="1800"/>
              <a:t>Unscheduled code:</a:t>
            </a:r>
          </a:p>
        </p:txBody>
      </p:sp>
      <p:sp>
        <p:nvSpPr>
          <p:cNvPr id="31749" name="Rectangle 5">
            <a:extLst>
              <a:ext uri="{FF2B5EF4-FFF2-40B4-BE49-F238E27FC236}">
                <a16:creationId xmlns:a16="http://schemas.microsoft.com/office/drawing/2014/main" id="{5794352C-934A-919E-5E47-A66B047B27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9965" y="4972050"/>
            <a:ext cx="8996923" cy="738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3500" tIns="25400" rIns="63500" bIns="25400">
            <a:spAutoFit/>
          </a:bodyPr>
          <a:lstStyle>
            <a:lvl1pPr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r>
              <a:rPr lang="en-US" altLang="ko-KR" sz="1800" dirty="0"/>
              <a:t>Delayed Load</a:t>
            </a:r>
          </a:p>
          <a:p>
            <a:endParaRPr lang="en-US" altLang="ko-KR" dirty="0"/>
          </a:p>
          <a:p>
            <a:r>
              <a:rPr lang="en-US" altLang="ko-KR" sz="1800" dirty="0"/>
              <a:t>     A load requiring that the following instruction not use its result</a:t>
            </a:r>
          </a:p>
        </p:txBody>
      </p:sp>
      <p:sp>
        <p:nvSpPr>
          <p:cNvPr id="31750" name="Rectangle 6">
            <a:extLst>
              <a:ext uri="{FF2B5EF4-FFF2-40B4-BE49-F238E27FC236}">
                <a16:creationId xmlns:a16="http://schemas.microsoft.com/office/drawing/2014/main" id="{B02C3D52-D827-8E77-1E4A-22501CBE05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91275" y="1887538"/>
            <a:ext cx="2071080" cy="3422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r>
              <a:rPr lang="en-US" altLang="ko-KR" sz="1800"/>
              <a:t>Scheduled Code:</a:t>
            </a:r>
          </a:p>
        </p:txBody>
      </p:sp>
      <p:sp>
        <p:nvSpPr>
          <p:cNvPr id="31751" name="Rectangle 7">
            <a:extLst>
              <a:ext uri="{FF2B5EF4-FFF2-40B4-BE49-F238E27FC236}">
                <a16:creationId xmlns:a16="http://schemas.microsoft.com/office/drawing/2014/main" id="{8F36D45C-062B-D974-8FE0-07F94F8BF3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37338" y="2178051"/>
            <a:ext cx="2178481" cy="20873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r>
              <a:rPr lang="en-US" altLang="ko-KR" sz="1800" dirty="0"/>
              <a:t>LW         R</a:t>
            </a:r>
            <a:r>
              <a:rPr lang="en-US" altLang="ko-KR" sz="1800" baseline="-25000" dirty="0"/>
              <a:t>b</a:t>
            </a:r>
            <a:r>
              <a:rPr lang="en-US" altLang="ko-KR" sz="1800" dirty="0"/>
              <a:t>, b</a:t>
            </a:r>
          </a:p>
          <a:p>
            <a:r>
              <a:rPr lang="en-US" altLang="ko-KR" sz="1800" dirty="0"/>
              <a:t>LW         </a:t>
            </a:r>
            <a:r>
              <a:rPr lang="en-US" altLang="ko-KR" sz="1800" dirty="0" err="1"/>
              <a:t>R</a:t>
            </a:r>
            <a:r>
              <a:rPr lang="en-US" altLang="ko-KR" sz="1800" baseline="-25000" dirty="0" err="1"/>
              <a:t>c</a:t>
            </a:r>
            <a:r>
              <a:rPr lang="en-US" altLang="ko-KR" sz="1800" dirty="0"/>
              <a:t>, c</a:t>
            </a:r>
          </a:p>
          <a:p>
            <a:r>
              <a:rPr lang="en-US" altLang="ko-KR" sz="1800" dirty="0"/>
              <a:t>LW         R</a:t>
            </a:r>
            <a:r>
              <a:rPr lang="en-US" altLang="ko-KR" sz="1800" baseline="-25000" dirty="0"/>
              <a:t>e</a:t>
            </a:r>
            <a:r>
              <a:rPr lang="en-US" altLang="ko-KR" sz="1800" dirty="0"/>
              <a:t>, e</a:t>
            </a:r>
          </a:p>
          <a:p>
            <a:r>
              <a:rPr lang="en-US" altLang="ko-KR" sz="1800" dirty="0"/>
              <a:t>ADD       R</a:t>
            </a:r>
            <a:r>
              <a:rPr lang="en-US" altLang="ko-KR" sz="1800" baseline="-25000" dirty="0"/>
              <a:t>a</a:t>
            </a:r>
            <a:r>
              <a:rPr lang="en-US" altLang="ko-KR" sz="1800" dirty="0"/>
              <a:t>, R</a:t>
            </a:r>
            <a:r>
              <a:rPr lang="en-US" altLang="ko-KR" sz="1800" baseline="-25000" dirty="0"/>
              <a:t>b</a:t>
            </a:r>
            <a:r>
              <a:rPr lang="en-US" altLang="ko-KR" sz="1800" dirty="0"/>
              <a:t>, </a:t>
            </a:r>
            <a:r>
              <a:rPr lang="en-US" altLang="ko-KR" sz="1800" dirty="0" err="1"/>
              <a:t>R</a:t>
            </a:r>
            <a:r>
              <a:rPr lang="en-US" altLang="ko-KR" sz="1800" baseline="-25000" dirty="0" err="1"/>
              <a:t>c</a:t>
            </a:r>
            <a:endParaRPr lang="en-US" altLang="ko-KR" sz="1800" baseline="-25000" dirty="0"/>
          </a:p>
          <a:p>
            <a:r>
              <a:rPr lang="en-US" altLang="ko-KR" sz="1800" dirty="0"/>
              <a:t>LW         R</a:t>
            </a:r>
            <a:r>
              <a:rPr lang="en-US" altLang="ko-KR" sz="1800" baseline="-25000" dirty="0"/>
              <a:t>f</a:t>
            </a:r>
            <a:r>
              <a:rPr lang="en-US" altLang="ko-KR" sz="1800" dirty="0"/>
              <a:t>, f</a:t>
            </a:r>
          </a:p>
          <a:p>
            <a:r>
              <a:rPr lang="en-US" altLang="ko-KR" sz="1800" dirty="0"/>
              <a:t>SW         a, R</a:t>
            </a:r>
            <a:r>
              <a:rPr lang="en-US" altLang="ko-KR" sz="1800" baseline="-25000" dirty="0"/>
              <a:t>a</a:t>
            </a:r>
          </a:p>
          <a:p>
            <a:r>
              <a:rPr lang="en-US" altLang="ko-KR" sz="1800" dirty="0"/>
              <a:t>SUB       R</a:t>
            </a:r>
            <a:r>
              <a:rPr lang="en-US" altLang="ko-KR" sz="1800" baseline="-25000" dirty="0"/>
              <a:t>d</a:t>
            </a:r>
            <a:r>
              <a:rPr lang="en-US" altLang="ko-KR" sz="1800" dirty="0"/>
              <a:t>, R</a:t>
            </a:r>
            <a:r>
              <a:rPr lang="en-US" altLang="ko-KR" sz="1800" baseline="-25000" dirty="0"/>
              <a:t>e</a:t>
            </a:r>
            <a:r>
              <a:rPr lang="en-US" altLang="ko-KR" sz="1800" dirty="0"/>
              <a:t>, R</a:t>
            </a:r>
            <a:r>
              <a:rPr lang="en-US" altLang="ko-KR" sz="1800" baseline="-25000" dirty="0"/>
              <a:t>f</a:t>
            </a:r>
          </a:p>
          <a:p>
            <a:r>
              <a:rPr lang="en-US" altLang="ko-KR" sz="1800" dirty="0"/>
              <a:t>SW         d, R</a:t>
            </a:r>
            <a:r>
              <a:rPr lang="en-US" altLang="ko-KR" sz="1800" baseline="-25000" dirty="0"/>
              <a:t>d</a:t>
            </a:r>
          </a:p>
        </p:txBody>
      </p:sp>
      <p:sp>
        <p:nvSpPr>
          <p:cNvPr id="31752" name="Rectangle 8">
            <a:extLst>
              <a:ext uri="{FF2B5EF4-FFF2-40B4-BE49-F238E27FC236}">
                <a16:creationId xmlns:a16="http://schemas.microsoft.com/office/drawing/2014/main" id="{0C8B0ABC-1387-4967-F6F7-025BB762C7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86025" y="2178051"/>
            <a:ext cx="2117567" cy="20873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r>
              <a:rPr lang="en-US" altLang="ko-KR" sz="1800" dirty="0"/>
              <a:t>LW        R</a:t>
            </a:r>
            <a:r>
              <a:rPr lang="en-US" altLang="ko-KR" sz="1800" baseline="-25000" dirty="0"/>
              <a:t>b</a:t>
            </a:r>
            <a:r>
              <a:rPr lang="en-US" altLang="ko-KR" sz="1800" dirty="0"/>
              <a:t>, b</a:t>
            </a:r>
          </a:p>
          <a:p>
            <a:r>
              <a:rPr lang="en-US" altLang="ko-KR" sz="1800" dirty="0"/>
              <a:t>LW        </a:t>
            </a:r>
            <a:r>
              <a:rPr lang="en-US" altLang="ko-KR" sz="1800" dirty="0" err="1"/>
              <a:t>R</a:t>
            </a:r>
            <a:r>
              <a:rPr lang="en-US" altLang="ko-KR" sz="1800" baseline="-25000" dirty="0" err="1"/>
              <a:t>c</a:t>
            </a:r>
            <a:r>
              <a:rPr lang="en-US" altLang="ko-KR" sz="1800" dirty="0"/>
              <a:t>, c</a:t>
            </a:r>
          </a:p>
          <a:p>
            <a:r>
              <a:rPr lang="en-US" altLang="ko-KR" sz="1800" dirty="0"/>
              <a:t>ADD      R</a:t>
            </a:r>
            <a:r>
              <a:rPr lang="en-US" altLang="ko-KR" sz="1800" baseline="-25000" dirty="0"/>
              <a:t>a</a:t>
            </a:r>
            <a:r>
              <a:rPr lang="en-US" altLang="ko-KR" sz="1800" dirty="0"/>
              <a:t>, R</a:t>
            </a:r>
            <a:r>
              <a:rPr lang="en-US" altLang="ko-KR" sz="1800" baseline="-25000" dirty="0"/>
              <a:t>b</a:t>
            </a:r>
            <a:r>
              <a:rPr lang="en-US" altLang="ko-KR" sz="1800" dirty="0"/>
              <a:t>, </a:t>
            </a:r>
            <a:r>
              <a:rPr lang="en-US" altLang="ko-KR" sz="1800" dirty="0" err="1"/>
              <a:t>R</a:t>
            </a:r>
            <a:r>
              <a:rPr lang="en-US" altLang="ko-KR" sz="1800" baseline="-25000" dirty="0" err="1"/>
              <a:t>c</a:t>
            </a:r>
            <a:endParaRPr lang="en-US" altLang="ko-KR" sz="1800" baseline="-25000" dirty="0"/>
          </a:p>
          <a:p>
            <a:r>
              <a:rPr lang="en-US" altLang="ko-KR" sz="1800" dirty="0"/>
              <a:t>SW        a, R</a:t>
            </a:r>
            <a:r>
              <a:rPr lang="en-US" altLang="ko-KR" sz="1800" baseline="-25000" dirty="0"/>
              <a:t>a</a:t>
            </a:r>
          </a:p>
          <a:p>
            <a:r>
              <a:rPr lang="en-US" altLang="ko-KR" sz="1800" dirty="0"/>
              <a:t>LW        R</a:t>
            </a:r>
            <a:r>
              <a:rPr lang="en-US" altLang="ko-KR" sz="1800" baseline="-25000" dirty="0"/>
              <a:t>e</a:t>
            </a:r>
            <a:r>
              <a:rPr lang="en-US" altLang="ko-KR" sz="1800" dirty="0"/>
              <a:t>, e</a:t>
            </a:r>
          </a:p>
          <a:p>
            <a:r>
              <a:rPr lang="en-US" altLang="ko-KR" sz="1800" dirty="0"/>
              <a:t>LW        R</a:t>
            </a:r>
            <a:r>
              <a:rPr lang="en-US" altLang="ko-KR" sz="1800" baseline="-25000" dirty="0"/>
              <a:t>f</a:t>
            </a:r>
            <a:r>
              <a:rPr lang="en-US" altLang="ko-KR" sz="1800" dirty="0"/>
              <a:t>, f</a:t>
            </a:r>
          </a:p>
          <a:p>
            <a:r>
              <a:rPr lang="en-US" altLang="ko-KR" sz="1800" dirty="0"/>
              <a:t>SUB      R</a:t>
            </a:r>
            <a:r>
              <a:rPr lang="en-US" altLang="ko-KR" sz="1800" baseline="-25000" dirty="0"/>
              <a:t>d</a:t>
            </a:r>
            <a:r>
              <a:rPr lang="en-US" altLang="ko-KR" sz="1800" dirty="0"/>
              <a:t>, R</a:t>
            </a:r>
            <a:r>
              <a:rPr lang="en-US" altLang="ko-KR" sz="1800" baseline="-25000" dirty="0"/>
              <a:t>e</a:t>
            </a:r>
            <a:r>
              <a:rPr lang="en-US" altLang="ko-KR" sz="1800" dirty="0"/>
              <a:t>, R</a:t>
            </a:r>
            <a:r>
              <a:rPr lang="en-US" altLang="ko-KR" sz="1800" baseline="-25000" dirty="0"/>
              <a:t>f</a:t>
            </a:r>
          </a:p>
          <a:p>
            <a:r>
              <a:rPr lang="en-US" altLang="ko-KR" sz="1800" dirty="0"/>
              <a:t>SW        d, R</a:t>
            </a:r>
            <a:r>
              <a:rPr lang="en-US" altLang="ko-KR" sz="1800" baseline="-25000" dirty="0"/>
              <a:t>d</a:t>
            </a:r>
          </a:p>
        </p:txBody>
      </p:sp>
      <p:sp>
        <p:nvSpPr>
          <p:cNvPr id="31753" name="Line 9">
            <a:extLst>
              <a:ext uri="{FF2B5EF4-FFF2-40B4-BE49-F238E27FC236}">
                <a16:creationId xmlns:a16="http://schemas.microsoft.com/office/drawing/2014/main" id="{93D610F6-9695-98B9-06BF-5D2BA326BEBF}"/>
              </a:ext>
            </a:extLst>
          </p:cNvPr>
          <p:cNvSpPr>
            <a:spLocks noChangeShapeType="1"/>
          </p:cNvSpPr>
          <p:nvPr/>
        </p:nvSpPr>
        <p:spPr bwMode="auto">
          <a:xfrm>
            <a:off x="2144714" y="3086100"/>
            <a:ext cx="369887" cy="0"/>
          </a:xfrm>
          <a:prstGeom prst="line">
            <a:avLst/>
          </a:prstGeom>
          <a:noFill/>
          <a:ln w="25399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754" name="Line 10">
            <a:extLst>
              <a:ext uri="{FF2B5EF4-FFF2-40B4-BE49-F238E27FC236}">
                <a16:creationId xmlns:a16="http://schemas.microsoft.com/office/drawing/2014/main" id="{6CF545B8-046D-E793-6C96-10CBDA911D27}"/>
              </a:ext>
            </a:extLst>
          </p:cNvPr>
          <p:cNvSpPr>
            <a:spLocks noChangeShapeType="1"/>
          </p:cNvSpPr>
          <p:nvPr/>
        </p:nvSpPr>
        <p:spPr bwMode="auto">
          <a:xfrm>
            <a:off x="2119313" y="2825750"/>
            <a:ext cx="404812" cy="0"/>
          </a:xfrm>
          <a:prstGeom prst="line">
            <a:avLst/>
          </a:prstGeom>
          <a:noFill/>
          <a:ln w="25399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755" name="Line 11">
            <a:extLst>
              <a:ext uri="{FF2B5EF4-FFF2-40B4-BE49-F238E27FC236}">
                <a16:creationId xmlns:a16="http://schemas.microsoft.com/office/drawing/2014/main" id="{2CFFC258-16E6-FBD1-A0C4-61412F0DFFF5}"/>
              </a:ext>
            </a:extLst>
          </p:cNvPr>
          <p:cNvSpPr>
            <a:spLocks noChangeShapeType="1"/>
          </p:cNvSpPr>
          <p:nvPr/>
        </p:nvSpPr>
        <p:spPr bwMode="auto">
          <a:xfrm>
            <a:off x="2087563" y="4059238"/>
            <a:ext cx="387350" cy="0"/>
          </a:xfrm>
          <a:prstGeom prst="line">
            <a:avLst/>
          </a:prstGeom>
          <a:noFill/>
          <a:ln w="25399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756" name="Line 12">
            <a:extLst>
              <a:ext uri="{FF2B5EF4-FFF2-40B4-BE49-F238E27FC236}">
                <a16:creationId xmlns:a16="http://schemas.microsoft.com/office/drawing/2014/main" id="{41D4950B-4274-3AFB-8E9D-23A75A012D0E}"/>
              </a:ext>
            </a:extLst>
          </p:cNvPr>
          <p:cNvSpPr>
            <a:spLocks noChangeShapeType="1"/>
          </p:cNvSpPr>
          <p:nvPr/>
        </p:nvSpPr>
        <p:spPr bwMode="auto">
          <a:xfrm>
            <a:off x="2105025" y="3824288"/>
            <a:ext cx="387350" cy="0"/>
          </a:xfrm>
          <a:prstGeom prst="line">
            <a:avLst/>
          </a:prstGeom>
          <a:noFill/>
          <a:ln w="25399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757" name="Line 13">
            <a:extLst>
              <a:ext uri="{FF2B5EF4-FFF2-40B4-BE49-F238E27FC236}">
                <a16:creationId xmlns:a16="http://schemas.microsoft.com/office/drawing/2014/main" id="{FF00C70C-24F9-5440-3927-400045C23F34}"/>
              </a:ext>
            </a:extLst>
          </p:cNvPr>
          <p:cNvSpPr>
            <a:spLocks noChangeShapeType="1"/>
          </p:cNvSpPr>
          <p:nvPr/>
        </p:nvSpPr>
        <p:spPr bwMode="auto">
          <a:xfrm>
            <a:off x="6261100" y="4081463"/>
            <a:ext cx="387350" cy="0"/>
          </a:xfrm>
          <a:prstGeom prst="line">
            <a:avLst/>
          </a:prstGeom>
          <a:noFill/>
          <a:ln w="25399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E154D34C-8483-704F-3365-C2FD268FEA6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401889" y="343141"/>
            <a:ext cx="7350125" cy="383695"/>
          </a:xfrm>
          <a:noFill/>
        </p:spPr>
        <p:txBody>
          <a:bodyPr anchor="ctr"/>
          <a:lstStyle/>
          <a:p>
            <a:r>
              <a:rPr lang="en-US" altLang="ko-KR" sz="2400">
                <a:solidFill>
                  <a:schemeClr val="tx1"/>
                </a:solidFill>
              </a:rPr>
              <a:t>RISC  PIPELINE</a:t>
            </a:r>
          </a:p>
        </p:txBody>
      </p:sp>
      <p:sp>
        <p:nvSpPr>
          <p:cNvPr id="34819" name="Rectangle 3">
            <a:extLst>
              <a:ext uri="{FF2B5EF4-FFF2-40B4-BE49-F238E27FC236}">
                <a16:creationId xmlns:a16="http://schemas.microsoft.com/office/drawing/2014/main" id="{FF9E4E14-26C2-5448-2300-5852086AA7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6176" y="2410588"/>
            <a:ext cx="11855824" cy="5221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3500" tIns="25400" rIns="63500" bIns="25400">
            <a:spAutoFit/>
          </a:bodyPr>
          <a:lstStyle>
            <a:lvl1pPr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>
              <a:lnSpc>
                <a:spcPct val="85000"/>
              </a:lnSpc>
            </a:pPr>
            <a:r>
              <a:rPr lang="en-US" altLang="ko-KR" sz="1800" dirty="0">
                <a:solidFill>
                  <a:srgbClr val="0070C0"/>
                </a:solidFill>
              </a:rPr>
              <a:t>Instruction Cycle of Three-Stage Instruction Pipeline: </a:t>
            </a:r>
            <a:r>
              <a:rPr lang="en-US" altLang="ko-KR" sz="1800" dirty="0"/>
              <a:t>divided into 3 suboperations and implemented in 3 segments</a:t>
            </a:r>
          </a:p>
        </p:txBody>
      </p:sp>
      <p:sp>
        <p:nvSpPr>
          <p:cNvPr id="34821" name="Rectangle 5">
            <a:extLst>
              <a:ext uri="{FF2B5EF4-FFF2-40B4-BE49-F238E27FC236}">
                <a16:creationId xmlns:a16="http://schemas.microsoft.com/office/drawing/2014/main" id="{9B1F78E2-9255-BA56-FAC3-421520ECA7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6176" y="904876"/>
            <a:ext cx="10515600" cy="15887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075" tIns="46038" rIns="92075" bIns="46038">
            <a:spAutoFit/>
          </a:bodyPr>
          <a:lstStyle>
            <a:lvl1pPr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r>
              <a:rPr lang="en-US" altLang="ko-KR" sz="1800" dirty="0"/>
              <a:t>RISC</a:t>
            </a:r>
          </a:p>
          <a:p>
            <a:r>
              <a:rPr lang="en-US" altLang="ko-KR" sz="1800" dirty="0"/>
              <a:t>        - Machine with a very fast clock cycle that executes at the rate of one instruction per cycle</a:t>
            </a:r>
          </a:p>
          <a:p>
            <a:r>
              <a:rPr lang="en-US" altLang="ko-KR" sz="1800" dirty="0"/>
              <a:t>        - Simple Instruction Set</a:t>
            </a:r>
          </a:p>
          <a:p>
            <a:r>
              <a:rPr lang="en-US" altLang="ko-KR" sz="1800" dirty="0"/>
              <a:t>        - Fixed Length Instruction Format</a:t>
            </a:r>
          </a:p>
          <a:p>
            <a:r>
              <a:rPr lang="en-US" altLang="ko-KR" sz="1800" dirty="0"/>
              <a:t>        - Register-to-Register Operations </a:t>
            </a:r>
          </a:p>
          <a:p>
            <a:endParaRPr lang="en-US" altLang="ko-KR" sz="1800" dirty="0"/>
          </a:p>
        </p:txBody>
      </p:sp>
      <p:sp>
        <p:nvSpPr>
          <p:cNvPr id="34822" name="Rectangle 6">
            <a:extLst>
              <a:ext uri="{FF2B5EF4-FFF2-40B4-BE49-F238E27FC236}">
                <a16:creationId xmlns:a16="http://schemas.microsoft.com/office/drawing/2014/main" id="{4CBD13FD-E00E-7EFB-3993-20873D51E4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6466" y="2955684"/>
            <a:ext cx="6683368" cy="35831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r>
              <a:rPr lang="en-US" altLang="ko-KR" sz="1800" dirty="0"/>
              <a:t>Data Manipulation Instructions</a:t>
            </a:r>
          </a:p>
          <a:p>
            <a:r>
              <a:rPr lang="en-US" altLang="ko-KR" sz="1800" dirty="0"/>
              <a:t>Segment        I:     Instruction Fetch</a:t>
            </a:r>
          </a:p>
          <a:p>
            <a:r>
              <a:rPr lang="en-US" altLang="ko-KR" sz="1800" dirty="0"/>
              <a:t>Segment       A:     Decode, Read Registers, ALU Operations</a:t>
            </a:r>
          </a:p>
          <a:p>
            <a:r>
              <a:rPr lang="en-US" altLang="ko-KR" sz="1800" dirty="0"/>
              <a:t>Segment       E:     Result is Written to a Register</a:t>
            </a:r>
          </a:p>
          <a:p>
            <a:endParaRPr lang="en-US" altLang="ko-KR" sz="1800" dirty="0"/>
          </a:p>
          <a:p>
            <a:r>
              <a:rPr lang="en-US" altLang="ko-KR" sz="1800" dirty="0"/>
              <a:t>Load and Store Instructions</a:t>
            </a:r>
          </a:p>
          <a:p>
            <a:r>
              <a:rPr lang="en-US" altLang="ko-KR" sz="1800" dirty="0"/>
              <a:t>       I:       Instruction Fetch</a:t>
            </a:r>
          </a:p>
          <a:p>
            <a:r>
              <a:rPr lang="en-US" altLang="ko-KR" sz="1800" dirty="0"/>
              <a:t>       A:     Decode, Evaluate Effective Address</a:t>
            </a:r>
          </a:p>
          <a:p>
            <a:r>
              <a:rPr lang="en-US" altLang="ko-KR" sz="1800" dirty="0"/>
              <a:t>       E:     Register-to-Memory or Memory-to-Register</a:t>
            </a:r>
          </a:p>
          <a:p>
            <a:r>
              <a:rPr lang="en-US" altLang="ko-KR" sz="1800" dirty="0"/>
              <a:t>   </a:t>
            </a:r>
          </a:p>
          <a:p>
            <a:r>
              <a:rPr lang="en-US" altLang="ko-KR" sz="1800" dirty="0"/>
              <a:t>Program Control Instructions</a:t>
            </a:r>
          </a:p>
          <a:p>
            <a:r>
              <a:rPr lang="en-US" altLang="ko-KR" sz="1800" dirty="0"/>
              <a:t>       I:       Instruction Fetch</a:t>
            </a:r>
          </a:p>
          <a:p>
            <a:r>
              <a:rPr lang="en-US" altLang="ko-KR" sz="1800" dirty="0"/>
              <a:t>       A:     Decode, Evaluate Branch Address</a:t>
            </a:r>
          </a:p>
          <a:p>
            <a:r>
              <a:rPr lang="en-US" altLang="ko-KR" sz="1800" dirty="0"/>
              <a:t>       E:     Write branch address to PC</a:t>
            </a:r>
          </a:p>
        </p:txBody>
      </p:sp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8EBA8C05-8776-5C76-9301-A2A9B2408EA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322514" y="357428"/>
            <a:ext cx="7551737" cy="383695"/>
          </a:xfrm>
          <a:noFill/>
        </p:spPr>
        <p:txBody>
          <a:bodyPr anchor="ctr"/>
          <a:lstStyle/>
          <a:p>
            <a:r>
              <a:rPr lang="en-US" altLang="ko-KR" sz="2400">
                <a:solidFill>
                  <a:schemeClr val="tx1"/>
                </a:solidFill>
              </a:rPr>
              <a:t>DELAYED  LOAD</a:t>
            </a:r>
          </a:p>
        </p:txBody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F97719DD-39D8-EE20-6B82-45D602FDED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1999734"/>
            <a:ext cx="3441700" cy="284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3500" tIns="25400" rIns="63500" bIns="25400">
            <a:spAutoFit/>
          </a:bodyPr>
          <a:lstStyle>
            <a:lvl1pPr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>
              <a:lnSpc>
                <a:spcPct val="85000"/>
              </a:lnSpc>
            </a:pPr>
            <a:r>
              <a:rPr lang="en-US" altLang="ko-KR" sz="1800"/>
              <a:t>Three-segment pipeline timing</a:t>
            </a:r>
          </a:p>
        </p:txBody>
      </p:sp>
      <p:sp>
        <p:nvSpPr>
          <p:cNvPr id="35845" name="Rectangle 6">
            <a:extLst>
              <a:ext uri="{FF2B5EF4-FFF2-40B4-BE49-F238E27FC236}">
                <a16:creationId xmlns:a16="http://schemas.microsoft.com/office/drawing/2014/main" id="{156FEF97-0D7A-19F4-6BA2-2C2E7C3385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11550" y="5616575"/>
            <a:ext cx="254000" cy="29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3500" tIns="25400" rIns="63500" bIns="25400">
            <a:spAutoFit/>
          </a:bodyPr>
          <a:lstStyle>
            <a:lvl1pPr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r>
              <a:rPr lang="en-US" altLang="ko-KR" sz="1800"/>
              <a:t>  </a:t>
            </a:r>
          </a:p>
        </p:txBody>
      </p:sp>
      <p:sp>
        <p:nvSpPr>
          <p:cNvPr id="35846" name="Rectangle 7">
            <a:extLst>
              <a:ext uri="{FF2B5EF4-FFF2-40B4-BE49-F238E27FC236}">
                <a16:creationId xmlns:a16="http://schemas.microsoft.com/office/drawing/2014/main" id="{93A4382C-7F79-C57A-2700-FA734F0C37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5801" y="898526"/>
            <a:ext cx="3927357" cy="12106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5715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 lvl="1">
              <a:lnSpc>
                <a:spcPct val="50000"/>
              </a:lnSpc>
              <a:spcBef>
                <a:spcPct val="49000"/>
              </a:spcBef>
            </a:pPr>
            <a:r>
              <a:rPr lang="en-US" altLang="ko-KR" sz="1800" dirty="0"/>
              <a:t> LOAD:	  R1 </a:t>
            </a:r>
            <a:r>
              <a:rPr lang="en-US" altLang="ko-KR" sz="1800" dirty="0">
                <a:latin typeface="Symbol" pitchFamily="2" charset="2"/>
                <a:sym typeface="Symbol" pitchFamily="2" charset="2"/>
              </a:rPr>
              <a:t></a:t>
            </a:r>
            <a:r>
              <a:rPr lang="en-US" altLang="ko-KR" sz="1800" dirty="0"/>
              <a:t> M[address 1]</a:t>
            </a:r>
          </a:p>
          <a:p>
            <a:pPr lvl="1">
              <a:lnSpc>
                <a:spcPct val="50000"/>
              </a:lnSpc>
              <a:spcBef>
                <a:spcPct val="49000"/>
              </a:spcBef>
            </a:pPr>
            <a:r>
              <a:rPr lang="en-US" altLang="ko-KR" sz="1800" dirty="0"/>
              <a:t> LOAD:	  R2 </a:t>
            </a:r>
            <a:r>
              <a:rPr lang="en-US" altLang="ko-KR" sz="1800" dirty="0">
                <a:latin typeface="Symbol" pitchFamily="2" charset="2"/>
                <a:sym typeface="Symbol" pitchFamily="2" charset="2"/>
              </a:rPr>
              <a:t></a:t>
            </a:r>
            <a:r>
              <a:rPr lang="en-US" altLang="ko-KR" sz="1800" dirty="0"/>
              <a:t> M[address 2]</a:t>
            </a:r>
          </a:p>
          <a:p>
            <a:pPr lvl="1">
              <a:lnSpc>
                <a:spcPct val="50000"/>
              </a:lnSpc>
              <a:spcBef>
                <a:spcPct val="49000"/>
              </a:spcBef>
            </a:pPr>
            <a:r>
              <a:rPr lang="en-US" altLang="ko-KR" sz="1800" dirty="0"/>
              <a:t> ADD:	  R3 </a:t>
            </a:r>
            <a:r>
              <a:rPr lang="en-US" altLang="ko-KR" sz="1800" dirty="0">
                <a:latin typeface="Symbol" pitchFamily="2" charset="2"/>
                <a:sym typeface="Symbol" pitchFamily="2" charset="2"/>
              </a:rPr>
              <a:t></a:t>
            </a:r>
            <a:r>
              <a:rPr lang="en-US" altLang="ko-KR" sz="1800" dirty="0"/>
              <a:t> R1 + R2</a:t>
            </a:r>
          </a:p>
          <a:p>
            <a:pPr lvl="1">
              <a:lnSpc>
                <a:spcPct val="50000"/>
              </a:lnSpc>
              <a:spcBef>
                <a:spcPct val="49000"/>
              </a:spcBef>
            </a:pPr>
            <a:r>
              <a:rPr lang="en-US" altLang="ko-KR" sz="1800" dirty="0"/>
              <a:t> STORE:	  M[address 3] </a:t>
            </a:r>
            <a:r>
              <a:rPr lang="en-US" altLang="ko-KR" sz="1800" dirty="0">
                <a:latin typeface="Symbol" pitchFamily="2" charset="2"/>
                <a:sym typeface="Symbol" pitchFamily="2" charset="2"/>
              </a:rPr>
              <a:t></a:t>
            </a:r>
            <a:r>
              <a:rPr lang="en-US" altLang="ko-KR" sz="1800" dirty="0"/>
              <a:t> R3</a:t>
            </a:r>
          </a:p>
          <a:p>
            <a:pPr latinLnBrk="1">
              <a:lnSpc>
                <a:spcPct val="50000"/>
              </a:lnSpc>
            </a:pPr>
            <a:endParaRPr lang="en-US" altLang="ko-KR" sz="1800" dirty="0"/>
          </a:p>
        </p:txBody>
      </p:sp>
      <p:sp>
        <p:nvSpPr>
          <p:cNvPr id="35847" name="Rectangle 8">
            <a:extLst>
              <a:ext uri="{FF2B5EF4-FFF2-40B4-BE49-F238E27FC236}">
                <a16:creationId xmlns:a16="http://schemas.microsoft.com/office/drawing/2014/main" id="{6FCA46AC-AF66-D65F-ECE3-8CD8CB82D0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85276" y="1"/>
            <a:ext cx="1338263" cy="284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 algn="r"/>
            <a:r>
              <a:rPr lang="en-US" altLang="ko-KR" i="1"/>
              <a:t>RISC Pipeline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4B8E6A1-776C-0DF5-0E32-24C26A0760C8}"/>
              </a:ext>
            </a:extLst>
          </p:cNvPr>
          <p:cNvGrpSpPr/>
          <p:nvPr/>
        </p:nvGrpSpPr>
        <p:grpSpPr>
          <a:xfrm>
            <a:off x="607919" y="2487372"/>
            <a:ext cx="4821833" cy="4040080"/>
            <a:chOff x="2181225" y="2378075"/>
            <a:chExt cx="4821833" cy="4040080"/>
          </a:xfrm>
        </p:grpSpPr>
        <p:sp>
          <p:nvSpPr>
            <p:cNvPr id="35844" name="Rectangle 4">
              <a:extLst>
                <a:ext uri="{FF2B5EF4-FFF2-40B4-BE49-F238E27FC236}">
                  <a16:creationId xmlns:a16="http://schemas.microsoft.com/office/drawing/2014/main" id="{8B6470E1-587E-8EA1-51D8-CE12ECF26F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81225" y="2378075"/>
              <a:ext cx="4821833" cy="40400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3500" tIns="25400" rIns="63500" bIns="25400">
              <a:spAutoFit/>
            </a:bodyPr>
            <a:lstStyle>
              <a:lvl1pPr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1pPr>
              <a:lvl2pPr marL="742950" indent="-28575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2pPr>
              <a:lvl3pPr marL="11430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3pPr>
              <a:lvl4pPr marL="16002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4pPr>
              <a:lvl5pPr marL="2057400" indent="-228600" defTabSz="7620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5pPr>
              <a:lvl6pPr marL="25146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6pPr>
              <a:lvl7pPr marL="29718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7pPr>
              <a:lvl8pPr marL="34290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8pPr>
              <a:lvl9pPr marL="38862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9pPr>
            </a:lstStyle>
            <a:p>
              <a:r>
                <a:rPr lang="en-US" altLang="ko-KR" sz="1800" dirty="0"/>
                <a:t>Pipeline timing with data conflict</a:t>
              </a:r>
            </a:p>
            <a:p>
              <a:endParaRPr lang="en-US" altLang="ko-KR" sz="1800" dirty="0"/>
            </a:p>
            <a:p>
              <a:r>
                <a:rPr lang="en-US" altLang="ko-KR" sz="1800" dirty="0"/>
                <a:t>	   </a:t>
              </a:r>
              <a:r>
                <a:rPr lang="en-US" altLang="ko-KR" sz="1800" dirty="0">
                  <a:solidFill>
                    <a:srgbClr val="7030A0"/>
                  </a:solidFill>
                </a:rPr>
                <a:t>Clock cycle       1   2   3   4   5   6</a:t>
              </a:r>
            </a:p>
            <a:p>
              <a:r>
                <a:rPr lang="en-US" altLang="ko-KR" sz="1800" dirty="0"/>
                <a:t>   	   Load  R1            I   A   E</a:t>
              </a:r>
            </a:p>
            <a:p>
              <a:r>
                <a:rPr lang="en-US" altLang="ko-KR" sz="1800" dirty="0"/>
                <a:t>   	   Load  R2                I    A  E</a:t>
              </a:r>
            </a:p>
            <a:p>
              <a:r>
                <a:rPr lang="en-US" altLang="ko-KR" sz="1800" dirty="0"/>
                <a:t>   	   Add   R1+R2               I    A  E</a:t>
              </a:r>
            </a:p>
            <a:p>
              <a:r>
                <a:rPr lang="en-US" altLang="ko-KR" sz="1800" dirty="0"/>
                <a:t>   	   Store  R3                          I   A   E</a:t>
              </a:r>
            </a:p>
            <a:p>
              <a:endParaRPr lang="en-US" altLang="ko-KR" sz="1800" dirty="0"/>
            </a:p>
            <a:p>
              <a:r>
                <a:rPr lang="en-US" altLang="ko-KR" sz="1800" dirty="0"/>
                <a:t>Pipeline timing with delayed load</a:t>
              </a:r>
            </a:p>
            <a:p>
              <a:endParaRPr lang="en-US" altLang="ko-KR" sz="1800" dirty="0"/>
            </a:p>
            <a:p>
              <a:r>
                <a:rPr lang="en-US" altLang="ko-KR" sz="1800" dirty="0"/>
                <a:t>	    </a:t>
              </a:r>
              <a:r>
                <a:rPr lang="en-US" altLang="ko-KR" sz="1800" dirty="0">
                  <a:solidFill>
                    <a:srgbClr val="7030A0"/>
                  </a:solidFill>
                </a:rPr>
                <a:t>Clock cycle    1   2   3   4   5   6   7</a:t>
              </a:r>
            </a:p>
            <a:p>
              <a:r>
                <a:rPr lang="en-US" altLang="ko-KR" sz="1800" dirty="0"/>
                <a:t>  	    Load   R1        I    A  E</a:t>
              </a:r>
            </a:p>
            <a:p>
              <a:r>
                <a:rPr lang="en-US" altLang="ko-KR" sz="1800" dirty="0"/>
                <a:t>  	    Load   R2             I    A  E</a:t>
              </a:r>
            </a:p>
            <a:p>
              <a:r>
                <a:rPr lang="en-US" altLang="ko-KR" sz="1800" dirty="0"/>
                <a:t>  	    NOP                           I   A  E</a:t>
              </a:r>
            </a:p>
            <a:p>
              <a:r>
                <a:rPr lang="en-US" altLang="ko-KR" sz="1800" dirty="0"/>
                <a:t>  	    Add  R1+R2                   I   A   E</a:t>
              </a:r>
            </a:p>
            <a:p>
              <a:r>
                <a:rPr lang="en-US" altLang="ko-KR" sz="1800" dirty="0"/>
                <a:t>  	    Store   R3                            I   A  E</a:t>
              </a:r>
            </a:p>
          </p:txBody>
        </p:sp>
        <p:sp>
          <p:nvSpPr>
            <p:cNvPr id="35848" name="Oval 10">
              <a:extLst>
                <a:ext uri="{FF2B5EF4-FFF2-40B4-BE49-F238E27FC236}">
                  <a16:creationId xmlns:a16="http://schemas.microsoft.com/office/drawing/2014/main" id="{27495951-A620-090E-6C19-7FF66FEFD5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03728" y="3309429"/>
              <a:ext cx="339725" cy="617537"/>
            </a:xfrm>
            <a:prstGeom prst="ellipse">
              <a:avLst/>
            </a:prstGeom>
            <a:noFill/>
            <a:ln w="25399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1pPr>
              <a:lvl2pPr marL="742950" indent="-28575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2pPr>
              <a:lvl3pPr marL="1143000" indent="-2286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3pPr>
              <a:lvl4pPr marL="1600200" indent="-2286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4pPr>
              <a:lvl5pPr marL="2057400" indent="-228600"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34" charset="-127"/>
                </a:defRPr>
              </a:lvl9pPr>
            </a:lstStyle>
            <a:p>
              <a:endParaRPr lang="en-IN" altLang="en-US">
                <a:solidFill>
                  <a:schemeClr val="bg2">
                    <a:lumMod val="75000"/>
                  </a:schemeClr>
                </a:solidFill>
              </a:endParaRPr>
            </a:p>
          </p:txBody>
        </p:sp>
      </p:grpSp>
      <p:sp>
        <p:nvSpPr>
          <p:cNvPr id="35849" name="Rectangle 12">
            <a:extLst>
              <a:ext uri="{FF2B5EF4-FFF2-40B4-BE49-F238E27FC236}">
                <a16:creationId xmlns:a16="http://schemas.microsoft.com/office/drawing/2014/main" id="{0364E268-BE10-1C14-DAB0-77079A4AA9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9338" y="5373431"/>
            <a:ext cx="6976153" cy="2893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>
              <a:lnSpc>
                <a:spcPct val="80000"/>
              </a:lnSpc>
            </a:pPr>
            <a:r>
              <a:rPr lang="en-US" altLang="ko-KR" sz="1600" dirty="0">
                <a:solidFill>
                  <a:schemeClr val="tx2">
                    <a:lumMod val="75000"/>
                  </a:schemeClr>
                </a:solidFill>
              </a:rPr>
              <a:t>The data dependency is taken care by compiler rather than hardware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7A0A090-1599-102D-3076-E3676F0A5B5C}"/>
              </a:ext>
            </a:extLst>
          </p:cNvPr>
          <p:cNvSpPr txBox="1"/>
          <p:nvPr/>
        </p:nvSpPr>
        <p:spPr>
          <a:xfrm>
            <a:off x="4470147" y="3386145"/>
            <a:ext cx="1438382" cy="2862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Data Conflict</a:t>
            </a:r>
          </a:p>
        </p:txBody>
      </p:sp>
      <p:sp>
        <p:nvSpPr>
          <p:cNvPr id="4" name="Oval 10">
            <a:extLst>
              <a:ext uri="{FF2B5EF4-FFF2-40B4-BE49-F238E27FC236}">
                <a16:creationId xmlns:a16="http://schemas.microsoft.com/office/drawing/2014/main" id="{C87D6AE3-2186-8D83-25E3-2480D2F4BE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30283" y="5937178"/>
            <a:ext cx="339725" cy="286232"/>
          </a:xfrm>
          <a:prstGeom prst="ellipse">
            <a:avLst/>
          </a:prstGeom>
          <a:noFill/>
          <a:ln w="25399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endParaRPr lang="en-IN" altLang="en-US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4F571F-50A0-23E4-C6C5-D606183475BD}"/>
              </a:ext>
            </a:extLst>
          </p:cNvPr>
          <p:cNvSpPr txBox="1"/>
          <p:nvPr/>
        </p:nvSpPr>
        <p:spPr>
          <a:xfrm>
            <a:off x="3684509" y="4705625"/>
            <a:ext cx="704597" cy="2862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F0"/>
                </a:solidFill>
              </a:rPr>
              <a:t>R1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E41D2A6-1D70-0410-E8BA-0BA693086AF8}"/>
              </a:ext>
            </a:extLst>
          </p:cNvPr>
          <p:cNvSpPr txBox="1"/>
          <p:nvPr/>
        </p:nvSpPr>
        <p:spPr>
          <a:xfrm>
            <a:off x="4036807" y="4711653"/>
            <a:ext cx="704597" cy="2862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2F92"/>
                </a:solidFill>
              </a:rPr>
              <a:t>R2</a:t>
            </a:r>
          </a:p>
        </p:txBody>
      </p:sp>
    </p:spTree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F1D95608-0EB4-2E73-6DD8-58C28B90FF5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454275" y="319328"/>
            <a:ext cx="7245350" cy="383695"/>
          </a:xfrm>
          <a:noFill/>
        </p:spPr>
        <p:txBody>
          <a:bodyPr anchor="ctr"/>
          <a:lstStyle/>
          <a:p>
            <a:r>
              <a:rPr lang="en-US" altLang="ko-KR" sz="2400">
                <a:solidFill>
                  <a:schemeClr val="tx1"/>
                </a:solidFill>
              </a:rPr>
              <a:t>DELAYED  BRANCH</a:t>
            </a:r>
          </a:p>
        </p:txBody>
      </p:sp>
      <p:pic>
        <p:nvPicPr>
          <p:cNvPr id="36867" name="Picture 3">
            <a:extLst>
              <a:ext uri="{FF2B5EF4-FFF2-40B4-BE49-F238E27FC236}">
                <a16:creationId xmlns:a16="http://schemas.microsoft.com/office/drawing/2014/main" id="{D0DCA209-7BB9-FCAF-07D2-05904BAC257E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6164" y="2201864"/>
            <a:ext cx="3538537" cy="2103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6868" name="Picture 4">
            <a:extLst>
              <a:ext uri="{FF2B5EF4-FFF2-40B4-BE49-F238E27FC236}">
                <a16:creationId xmlns:a16="http://schemas.microsoft.com/office/drawing/2014/main" id="{F1A07F62-4C2D-5BCA-D530-A9E0D4E0DA1D}"/>
              </a:ext>
            </a:extLst>
          </p:cNvPr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5051" y="4803776"/>
            <a:ext cx="3076575" cy="1624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6869" name="Rectangle 5">
            <a:extLst>
              <a:ext uri="{FF2B5EF4-FFF2-40B4-BE49-F238E27FC236}">
                <a16:creationId xmlns:a16="http://schemas.microsoft.com/office/drawing/2014/main" id="{EDCF09CA-32CB-6BF5-A8AC-283DD59A58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4803" y="1009420"/>
            <a:ext cx="10397447" cy="5498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3500" tIns="25400" rIns="63500" bIns="25400">
            <a:spAutoFit/>
          </a:bodyPr>
          <a:lstStyle>
            <a:lvl1pPr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r>
              <a:rPr lang="en-US" altLang="ko-KR" sz="1800" dirty="0">
                <a:solidFill>
                  <a:schemeClr val="accent5">
                    <a:lumMod val="50000"/>
                  </a:schemeClr>
                </a:solidFill>
              </a:rPr>
              <a:t>Compiler analyzes the instructions before and after the branch and rearranges the program sequence by inserting useful instructions in the delay steps</a:t>
            </a:r>
          </a:p>
        </p:txBody>
      </p:sp>
      <p:sp>
        <p:nvSpPr>
          <p:cNvPr id="36870" name="Rectangle 6">
            <a:extLst>
              <a:ext uri="{FF2B5EF4-FFF2-40B4-BE49-F238E27FC236}">
                <a16:creationId xmlns:a16="http://schemas.microsoft.com/office/drawing/2014/main" id="{8BC8F461-795E-8707-8103-B410FFA332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0939" y="1890714"/>
            <a:ext cx="3629199" cy="2950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3500" tIns="25400" rIns="63500" bIns="25400">
            <a:spAutoFit/>
          </a:bodyPr>
          <a:lstStyle>
            <a:lvl1pPr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>
              <a:lnSpc>
                <a:spcPct val="88000"/>
              </a:lnSpc>
            </a:pPr>
            <a:r>
              <a:rPr lang="en-US" altLang="ko-KR" sz="1800"/>
              <a:t>Using no-operation instructions</a:t>
            </a:r>
          </a:p>
        </p:txBody>
      </p:sp>
      <p:sp>
        <p:nvSpPr>
          <p:cNvPr id="36871" name="Rectangle 7">
            <a:extLst>
              <a:ext uri="{FF2B5EF4-FFF2-40B4-BE49-F238E27FC236}">
                <a16:creationId xmlns:a16="http://schemas.microsoft.com/office/drawing/2014/main" id="{CFF0EB89-BC92-84A4-91E6-77E83E1B7E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33625" y="4478126"/>
            <a:ext cx="3282950" cy="2950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3500" tIns="25400" rIns="63500" bIns="25400">
            <a:spAutoFit/>
          </a:bodyPr>
          <a:lstStyle>
            <a:lvl1pPr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>
              <a:lnSpc>
                <a:spcPct val="88000"/>
              </a:lnSpc>
            </a:pPr>
            <a:r>
              <a:rPr lang="en-US" altLang="ko-KR" sz="1800" dirty="0"/>
              <a:t>Rearranging the instructions</a:t>
            </a:r>
          </a:p>
        </p:txBody>
      </p:sp>
      <p:sp>
        <p:nvSpPr>
          <p:cNvPr id="36873" name="Rectangle 9">
            <a:extLst>
              <a:ext uri="{FF2B5EF4-FFF2-40B4-BE49-F238E27FC236}">
                <a16:creationId xmlns:a16="http://schemas.microsoft.com/office/drawing/2014/main" id="{743E88F7-3122-7908-2E43-F19AF09841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0693" y="909639"/>
            <a:ext cx="10849510" cy="809625"/>
          </a:xfrm>
          <a:prstGeom prst="rect">
            <a:avLst/>
          </a:prstGeom>
          <a:noFill/>
          <a:ln w="25399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endParaRPr lang="en-IN" altLang="en-US"/>
          </a:p>
        </p:txBody>
      </p:sp>
      <p:sp>
        <p:nvSpPr>
          <p:cNvPr id="2" name="Oval 10">
            <a:extLst>
              <a:ext uri="{FF2B5EF4-FFF2-40B4-BE49-F238E27FC236}">
                <a16:creationId xmlns:a16="http://schemas.microsoft.com/office/drawing/2014/main" id="{031C44B8-928F-5F1F-C320-C6DCF132A2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64495" y="3369922"/>
            <a:ext cx="250682" cy="222741"/>
          </a:xfrm>
          <a:prstGeom prst="ellipse">
            <a:avLst/>
          </a:prstGeom>
          <a:noFill/>
          <a:ln w="25399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endParaRPr lang="en-IN" altLang="en-US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3" name="Oval 10">
            <a:extLst>
              <a:ext uri="{FF2B5EF4-FFF2-40B4-BE49-F238E27FC236}">
                <a16:creationId xmlns:a16="http://schemas.microsoft.com/office/drawing/2014/main" id="{F2425FC6-A66D-2F79-6E22-F63D5D1F54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7991" y="4046301"/>
            <a:ext cx="250682" cy="222741"/>
          </a:xfrm>
          <a:prstGeom prst="ellipse">
            <a:avLst/>
          </a:prstGeom>
          <a:noFill/>
          <a:ln w="25399">
            <a:solidFill>
              <a:srgbClr val="00B05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endParaRPr lang="en-IN" altLang="en-US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4" name="Oval 10">
            <a:extLst>
              <a:ext uri="{FF2B5EF4-FFF2-40B4-BE49-F238E27FC236}">
                <a16:creationId xmlns:a16="http://schemas.microsoft.com/office/drawing/2014/main" id="{A8B57B47-367A-F60E-01AE-01A4D17DD9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00107" y="5504411"/>
            <a:ext cx="250682" cy="222741"/>
          </a:xfrm>
          <a:prstGeom prst="ellipse">
            <a:avLst/>
          </a:prstGeom>
          <a:noFill/>
          <a:ln w="25399">
            <a:solidFill>
              <a:srgbClr val="7030A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endParaRPr lang="en-IN" altLang="en-US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5" name="Oval 10">
            <a:extLst>
              <a:ext uri="{FF2B5EF4-FFF2-40B4-BE49-F238E27FC236}">
                <a16:creationId xmlns:a16="http://schemas.microsoft.com/office/drawing/2014/main" id="{60B2EA8D-137B-9063-1437-F7BAC40D9E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14151" y="6170513"/>
            <a:ext cx="250682" cy="222741"/>
          </a:xfrm>
          <a:prstGeom prst="ellipse">
            <a:avLst/>
          </a:prstGeom>
          <a:noFill/>
          <a:ln w="25399">
            <a:solidFill>
              <a:srgbClr val="00B0F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endParaRPr lang="en-IN" altLang="en-US">
              <a:solidFill>
                <a:schemeClr val="bg2">
                  <a:lumMod val="75000"/>
                </a:schemeClr>
              </a:solidFill>
            </a:endParaRPr>
          </a:p>
        </p:txBody>
      </p:sp>
    </p:spTree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82AFAC6C-ECF8-7CDF-D71F-47FD1991F55C}"/>
              </a:ext>
            </a:extLst>
          </p:cNvPr>
          <p:cNvSpPr txBox="1">
            <a:spLocks noChangeArrowheads="1"/>
          </p:cNvSpPr>
          <p:nvPr/>
        </p:nvSpPr>
        <p:spPr>
          <a:xfrm>
            <a:off x="2163763" y="309803"/>
            <a:ext cx="7700962" cy="383695"/>
          </a:xfrm>
          <a:prstGeom prst="rect">
            <a:avLst/>
          </a:prstGeom>
          <a:noFill/>
        </p:spPr>
        <p:txBody>
          <a:bodyPr anchor="ctr"/>
          <a:lstStyle>
            <a:lvl1pPr algn="ctr" defTabSz="7620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defTabSz="7620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Arial" charset="0"/>
                <a:ea typeface="돋움" pitchFamily="50" charset="-127"/>
              </a:defRPr>
            </a:lvl2pPr>
            <a:lvl3pPr algn="ctr" defTabSz="7620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Arial" charset="0"/>
                <a:ea typeface="돋움" pitchFamily="50" charset="-127"/>
              </a:defRPr>
            </a:lvl3pPr>
            <a:lvl4pPr algn="ctr" defTabSz="7620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Arial" charset="0"/>
                <a:ea typeface="돋움" pitchFamily="50" charset="-127"/>
              </a:defRPr>
            </a:lvl4pPr>
            <a:lvl5pPr algn="ctr" defTabSz="7620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Arial" charset="0"/>
                <a:ea typeface="돋움" pitchFamily="50" charset="-127"/>
              </a:defRPr>
            </a:lvl5pPr>
            <a:lvl6pPr marL="457200" algn="ctr" defTabSz="7620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Arial" charset="0"/>
                <a:ea typeface="돋움" pitchFamily="50" charset="-127"/>
              </a:defRPr>
            </a:lvl6pPr>
            <a:lvl7pPr marL="914400" algn="ctr" defTabSz="7620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Arial" charset="0"/>
                <a:ea typeface="돋움" pitchFamily="50" charset="-127"/>
              </a:defRPr>
            </a:lvl7pPr>
            <a:lvl8pPr marL="1371600" algn="ctr" defTabSz="7620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Arial" charset="0"/>
                <a:ea typeface="돋움" pitchFamily="50" charset="-127"/>
              </a:defRPr>
            </a:lvl8pPr>
            <a:lvl9pPr marL="1828800" algn="ctr" defTabSz="7620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Arial" charset="0"/>
                <a:ea typeface="돋움" pitchFamily="50" charset="-127"/>
              </a:defRPr>
            </a:lvl9pPr>
          </a:lstStyle>
          <a:p>
            <a:r>
              <a:rPr lang="en-US" altLang="ko-KR" sz="2400" kern="0" dirty="0">
                <a:solidFill>
                  <a:schemeClr val="tx1"/>
                </a:solidFill>
              </a:rPr>
              <a:t>ARRAY PROCESSORS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6CFD2A8-DA04-038D-A5D0-94B739B61C22}"/>
              </a:ext>
            </a:extLst>
          </p:cNvPr>
          <p:cNvSpPr txBox="1"/>
          <p:nvPr/>
        </p:nvSpPr>
        <p:spPr>
          <a:xfrm>
            <a:off x="368551" y="864764"/>
            <a:ext cx="11024830" cy="30013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i="0" dirty="0">
                <a:solidFill>
                  <a:srgbClr val="36393E"/>
                </a:solidFill>
                <a:effectLst/>
                <a:latin typeface="+mn-lt"/>
              </a:rPr>
              <a:t>A processor that performs computations on a vast array of data is known as an array processor.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i="0" dirty="0">
                <a:solidFill>
                  <a:srgbClr val="36393E"/>
                </a:solidFill>
                <a:effectLst/>
                <a:latin typeface="+mn-lt"/>
              </a:rPr>
              <a:t>Multiprocessors and vector processors are other terms for array processors.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i="0" dirty="0">
                <a:solidFill>
                  <a:srgbClr val="36393E"/>
                </a:solidFill>
                <a:effectLst/>
                <a:latin typeface="+mn-lt"/>
              </a:rPr>
              <a:t>It only executes one instruction at a time on an array of data.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i="0" dirty="0">
                <a:solidFill>
                  <a:srgbClr val="36393E"/>
                </a:solidFill>
                <a:effectLst/>
                <a:latin typeface="+mn-lt"/>
              </a:rPr>
              <a:t>They work with massive data sets to perform computations. Hence, they are used to enhance the computer's performance.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rgbClr val="36393E"/>
                </a:solidFill>
                <a:latin typeface="+mn-lt"/>
              </a:rPr>
              <a:t>There are two types of Array Processors: </a:t>
            </a:r>
          </a:p>
          <a:p>
            <a:pPr marL="285750" indent="-285750">
              <a:lnSpc>
                <a:spcPct val="150000"/>
              </a:lnSpc>
              <a:buFont typeface="System Font Regular"/>
              <a:buChar char="⁃"/>
            </a:pPr>
            <a:r>
              <a:rPr lang="en-IN" sz="1600" dirty="0">
                <a:solidFill>
                  <a:srgbClr val="36393E"/>
                </a:solidFill>
                <a:latin typeface="+mn-lt"/>
              </a:rPr>
              <a:t>Attached Array Processor</a:t>
            </a:r>
          </a:p>
          <a:p>
            <a:pPr marL="285750" indent="-285750">
              <a:lnSpc>
                <a:spcPct val="150000"/>
              </a:lnSpc>
              <a:buFont typeface="System Font Regular"/>
              <a:buChar char="⁃"/>
            </a:pPr>
            <a:r>
              <a:rPr lang="en-IN" sz="1600" dirty="0">
                <a:solidFill>
                  <a:srgbClr val="36393E"/>
                </a:solidFill>
                <a:latin typeface="+mn-lt"/>
              </a:rPr>
              <a:t>SIMD Array Processor.</a:t>
            </a:r>
            <a:endParaRPr lang="en-US" sz="1600" dirty="0">
              <a:solidFill>
                <a:srgbClr val="36393E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61508172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7F0D665E-A8C3-0341-B73B-8A58422B28A8}"/>
              </a:ext>
            </a:extLst>
          </p:cNvPr>
          <p:cNvSpPr txBox="1">
            <a:spLocks noChangeArrowheads="1"/>
          </p:cNvSpPr>
          <p:nvPr/>
        </p:nvSpPr>
        <p:spPr>
          <a:xfrm>
            <a:off x="2163763" y="309803"/>
            <a:ext cx="7700962" cy="383695"/>
          </a:xfrm>
          <a:prstGeom prst="rect">
            <a:avLst/>
          </a:prstGeom>
          <a:noFill/>
        </p:spPr>
        <p:txBody>
          <a:bodyPr anchor="ctr"/>
          <a:lstStyle>
            <a:lvl1pPr algn="ctr" defTabSz="7620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defTabSz="7620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Arial" charset="0"/>
                <a:ea typeface="돋움" pitchFamily="50" charset="-127"/>
              </a:defRPr>
            </a:lvl2pPr>
            <a:lvl3pPr algn="ctr" defTabSz="7620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Arial" charset="0"/>
                <a:ea typeface="돋움" pitchFamily="50" charset="-127"/>
              </a:defRPr>
            </a:lvl3pPr>
            <a:lvl4pPr algn="ctr" defTabSz="7620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Arial" charset="0"/>
                <a:ea typeface="돋움" pitchFamily="50" charset="-127"/>
              </a:defRPr>
            </a:lvl4pPr>
            <a:lvl5pPr algn="ctr" defTabSz="7620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Arial" charset="0"/>
                <a:ea typeface="돋움" pitchFamily="50" charset="-127"/>
              </a:defRPr>
            </a:lvl5pPr>
            <a:lvl6pPr marL="457200" algn="ctr" defTabSz="7620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Arial" charset="0"/>
                <a:ea typeface="돋움" pitchFamily="50" charset="-127"/>
              </a:defRPr>
            </a:lvl6pPr>
            <a:lvl7pPr marL="914400" algn="ctr" defTabSz="7620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Arial" charset="0"/>
                <a:ea typeface="돋움" pitchFamily="50" charset="-127"/>
              </a:defRPr>
            </a:lvl7pPr>
            <a:lvl8pPr marL="1371600" algn="ctr" defTabSz="7620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Arial" charset="0"/>
                <a:ea typeface="돋움" pitchFamily="50" charset="-127"/>
              </a:defRPr>
            </a:lvl8pPr>
            <a:lvl9pPr marL="1828800" algn="ctr" defTabSz="7620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Arial" charset="0"/>
                <a:ea typeface="돋움" pitchFamily="50" charset="-127"/>
              </a:defRPr>
            </a:lvl9pPr>
          </a:lstStyle>
          <a:p>
            <a:r>
              <a:rPr lang="en-US" altLang="ko-KR" sz="2400" kern="0" dirty="0">
                <a:solidFill>
                  <a:schemeClr val="tx1"/>
                </a:solidFill>
              </a:rPr>
              <a:t>ATTACHED ARRAY PROCESSOR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6F83D3C-A9EC-4516-4455-6B62D552AF9A}"/>
              </a:ext>
            </a:extLst>
          </p:cNvPr>
          <p:cNvSpPr txBox="1"/>
          <p:nvPr/>
        </p:nvSpPr>
        <p:spPr>
          <a:xfrm>
            <a:off x="462337" y="1010135"/>
            <a:ext cx="10890607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>
              <a:lnSpc>
                <a:spcPct val="100000"/>
              </a:lnSpc>
            </a:pPr>
            <a:r>
              <a:rPr lang="en-IN" sz="1600" i="0" dirty="0">
                <a:solidFill>
                  <a:srgbClr val="273239"/>
                </a:solidFill>
                <a:effectLst/>
                <a:cs typeface="Arial" panose="020B0604020202020204" pitchFamily="34" charset="0"/>
              </a:rPr>
              <a:t>Attached array processor has two interfaces: </a:t>
            </a:r>
          </a:p>
          <a:p>
            <a:pPr algn="l" fontAlgn="base">
              <a:lnSpc>
                <a:spcPct val="100000"/>
              </a:lnSpc>
              <a:buFont typeface="+mj-lt"/>
              <a:buAutoNum type="arabicPeriod"/>
            </a:pPr>
            <a:r>
              <a:rPr lang="en-IN" sz="1600" i="0" dirty="0">
                <a:solidFill>
                  <a:srgbClr val="273239"/>
                </a:solidFill>
                <a:effectLst/>
                <a:cs typeface="Arial" panose="020B0604020202020204" pitchFamily="34" charset="0"/>
              </a:rPr>
              <a:t>Input output interface to a common processor. </a:t>
            </a:r>
          </a:p>
          <a:p>
            <a:pPr algn="l" fontAlgn="base">
              <a:lnSpc>
                <a:spcPct val="100000"/>
              </a:lnSpc>
              <a:buFont typeface="+mj-lt"/>
              <a:buAutoNum type="arabicPeriod"/>
            </a:pPr>
            <a:r>
              <a:rPr lang="en-IN" sz="1600" i="0" dirty="0">
                <a:solidFill>
                  <a:srgbClr val="273239"/>
                </a:solidFill>
                <a:effectLst/>
                <a:cs typeface="Arial" panose="020B0604020202020204" pitchFamily="34" charset="0"/>
              </a:rPr>
              <a:t>Interface with a local memory. </a:t>
            </a:r>
            <a:br>
              <a:rPr lang="en-IN" sz="1600" i="0" dirty="0">
                <a:solidFill>
                  <a:srgbClr val="273239"/>
                </a:solidFill>
                <a:effectLst/>
                <a:cs typeface="Arial" panose="020B0604020202020204" pitchFamily="34" charset="0"/>
              </a:rPr>
            </a:br>
            <a:r>
              <a:rPr lang="en-IN" sz="1600" i="0" dirty="0">
                <a:solidFill>
                  <a:srgbClr val="273239"/>
                </a:solidFill>
                <a:effectLst/>
                <a:cs typeface="Arial" panose="020B0604020202020204" pitchFamily="34" charset="0"/>
              </a:rPr>
              <a:t> </a:t>
            </a:r>
          </a:p>
          <a:p>
            <a:pPr algn="l" fontAlgn="base">
              <a:lnSpc>
                <a:spcPct val="100000"/>
              </a:lnSpc>
            </a:pPr>
            <a:r>
              <a:rPr lang="en-IN" sz="1600" i="0" dirty="0">
                <a:solidFill>
                  <a:srgbClr val="273239"/>
                </a:solidFill>
                <a:effectLst/>
                <a:cs typeface="Arial" panose="020B0604020202020204" pitchFamily="34" charset="0"/>
              </a:rPr>
              <a:t>Here local memory interconnects main memory. Host computer is general purpose computer. Attached processor is back end machine driven by the host computer. </a:t>
            </a:r>
          </a:p>
          <a:p>
            <a:pPr algn="l" fontAlgn="base">
              <a:lnSpc>
                <a:spcPct val="100000"/>
              </a:lnSpc>
            </a:pPr>
            <a:r>
              <a:rPr lang="en-IN" sz="1600" i="0" dirty="0">
                <a:solidFill>
                  <a:srgbClr val="273239"/>
                </a:solidFill>
                <a:effectLst/>
                <a:cs typeface="Arial" panose="020B0604020202020204" pitchFamily="34" charset="0"/>
              </a:rPr>
              <a:t>The array processor is connected through an I/O controller to the computer &amp; the computer treats it as an external interface. 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83EC16DC-E90A-C541-C2F0-AF7BDB880D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6508" y="3429000"/>
            <a:ext cx="6048375" cy="23241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3442141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084" name="Picture 2">
            <a:extLst>
              <a:ext uri="{FF2B5EF4-FFF2-40B4-BE49-F238E27FC236}">
                <a16:creationId xmlns:a16="http://schemas.microsoft.com/office/drawing/2014/main" id="{D99672A8-07B8-5720-2AE2-DEFB4DF4A6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1003" y="1028245"/>
            <a:ext cx="4028664" cy="3132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AC52901-EDA2-D3AA-5C8A-C251AD3681AC}"/>
              </a:ext>
            </a:extLst>
          </p:cNvPr>
          <p:cNvSpPr txBox="1"/>
          <p:nvPr/>
        </p:nvSpPr>
        <p:spPr>
          <a:xfrm>
            <a:off x="381768" y="989717"/>
            <a:ext cx="7241657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1600" i="0" dirty="0">
                <a:solidFill>
                  <a:srgbClr val="273239"/>
                </a:solidFill>
                <a:effectLst/>
                <a:cs typeface="Arial" panose="020B0604020202020204" pitchFamily="34" charset="0"/>
              </a:rPr>
              <a:t>This is a computer with multiple processing elements operating in parallel.</a:t>
            </a:r>
          </a:p>
          <a:p>
            <a:pPr algn="just"/>
            <a:r>
              <a:rPr lang="en-IN" sz="1600" i="0" dirty="0">
                <a:solidFill>
                  <a:srgbClr val="273239"/>
                </a:solidFill>
                <a:effectLst/>
                <a:cs typeface="Arial" panose="020B0604020202020204" pitchFamily="34" charset="0"/>
              </a:rPr>
              <a:t>Both types of array processors, manipulate vectors but their internal organization is different. </a:t>
            </a:r>
          </a:p>
          <a:p>
            <a:pPr algn="just"/>
            <a:endParaRPr lang="en-IN" sz="1600" i="0" dirty="0">
              <a:solidFill>
                <a:srgbClr val="273239"/>
              </a:solidFill>
              <a:effectLst/>
              <a:cs typeface="Arial" panose="020B0604020202020204" pitchFamily="34" charset="0"/>
            </a:endParaRPr>
          </a:p>
          <a:p>
            <a:pPr algn="just" fontAlgn="base"/>
            <a:r>
              <a:rPr lang="en-IN" sz="1600" i="0" dirty="0">
                <a:solidFill>
                  <a:srgbClr val="273239"/>
                </a:solidFill>
                <a:effectLst/>
                <a:cs typeface="Arial" panose="020B0604020202020204" pitchFamily="34" charset="0"/>
              </a:rPr>
              <a:t>SIMD is a computer with multiple PEs operating simultaneously. </a:t>
            </a:r>
          </a:p>
          <a:p>
            <a:pPr algn="just" fontAlgn="base"/>
            <a:r>
              <a:rPr lang="en-IN" sz="1600" i="0" dirty="0">
                <a:solidFill>
                  <a:srgbClr val="273239"/>
                </a:solidFill>
                <a:effectLst/>
                <a:cs typeface="Arial" panose="020B0604020202020204" pitchFamily="34" charset="0"/>
              </a:rPr>
              <a:t>The processing units are synchronized to perform the same operation under the control of a common control unit. </a:t>
            </a:r>
          </a:p>
          <a:p>
            <a:pPr algn="just" fontAlgn="base"/>
            <a:r>
              <a:rPr lang="en-IN" sz="1600" i="0" dirty="0">
                <a:solidFill>
                  <a:srgbClr val="273239"/>
                </a:solidFill>
                <a:effectLst/>
                <a:cs typeface="Arial" panose="020B0604020202020204" pitchFamily="34" charset="0"/>
              </a:rPr>
              <a:t>Thus providing a single instruction stream, multiple data stream (SIMD) organization. </a:t>
            </a:r>
          </a:p>
          <a:p>
            <a:pPr algn="just" fontAlgn="base"/>
            <a:r>
              <a:rPr lang="en-IN" sz="1600" i="0" dirty="0">
                <a:solidFill>
                  <a:srgbClr val="273239"/>
                </a:solidFill>
                <a:effectLst/>
                <a:cs typeface="Arial" panose="020B0604020202020204" pitchFamily="34" charset="0"/>
              </a:rPr>
              <a:t>As shown in figure, SIMD contains a set of identical processing elements (PES) each having a local memory M. </a:t>
            </a:r>
          </a:p>
          <a:p>
            <a:pPr algn="just" fontAlgn="base"/>
            <a:r>
              <a:rPr lang="en-IN" sz="1600" i="0" dirty="0">
                <a:solidFill>
                  <a:srgbClr val="273239"/>
                </a:solidFill>
                <a:effectLst/>
                <a:cs typeface="Arial" panose="020B0604020202020204" pitchFamily="34" charset="0"/>
              </a:rPr>
              <a:t>Each PE includes – </a:t>
            </a:r>
          </a:p>
          <a:p>
            <a:pPr marL="223838" indent="-223838" algn="just" fontAlgn="base">
              <a:buFont typeface="Arial" panose="020B0604020202020204" pitchFamily="34" charset="0"/>
              <a:buChar char="•"/>
            </a:pPr>
            <a:r>
              <a:rPr lang="en-IN" sz="1600" i="0" dirty="0">
                <a:solidFill>
                  <a:srgbClr val="273239"/>
                </a:solidFill>
                <a:effectLst/>
                <a:cs typeface="Arial" panose="020B0604020202020204" pitchFamily="34" charset="0"/>
              </a:rPr>
              <a:t>ALU </a:t>
            </a:r>
          </a:p>
          <a:p>
            <a:pPr marL="223838" indent="-223838" algn="just" fontAlgn="base">
              <a:buFont typeface="Arial" panose="020B0604020202020204" pitchFamily="34" charset="0"/>
              <a:buChar char="•"/>
            </a:pPr>
            <a:r>
              <a:rPr lang="en-IN" sz="1600" i="0" dirty="0">
                <a:solidFill>
                  <a:srgbClr val="273239"/>
                </a:solidFill>
                <a:effectLst/>
                <a:cs typeface="Arial" panose="020B0604020202020204" pitchFamily="34" charset="0"/>
              </a:rPr>
              <a:t>Floating point arithmetic unit  </a:t>
            </a:r>
          </a:p>
          <a:p>
            <a:pPr marL="223838" indent="-223838" fontAlgn="base">
              <a:buFont typeface="Arial" panose="020B0604020202020204" pitchFamily="34" charset="0"/>
              <a:buChar char="•"/>
            </a:pPr>
            <a:r>
              <a:rPr lang="en-IN" sz="1600" i="0" dirty="0">
                <a:solidFill>
                  <a:srgbClr val="273239"/>
                </a:solidFill>
                <a:effectLst/>
                <a:cs typeface="Arial" panose="020B0604020202020204" pitchFamily="34" charset="0"/>
              </a:rPr>
              <a:t>Working registers </a:t>
            </a:r>
            <a:br>
              <a:rPr lang="en-IN" sz="1600" i="0" dirty="0">
                <a:solidFill>
                  <a:srgbClr val="273239"/>
                </a:solidFill>
                <a:effectLst/>
                <a:cs typeface="Arial" panose="020B0604020202020204" pitchFamily="34" charset="0"/>
              </a:rPr>
            </a:br>
            <a:r>
              <a:rPr lang="en-IN" sz="1600" i="0" dirty="0">
                <a:solidFill>
                  <a:srgbClr val="273239"/>
                </a:solidFill>
                <a:effectLst/>
                <a:cs typeface="Arial" panose="020B0604020202020204" pitchFamily="34" charset="0"/>
              </a:rPr>
              <a:t> </a:t>
            </a:r>
          </a:p>
          <a:p>
            <a:pPr algn="just" fontAlgn="base"/>
            <a:r>
              <a:rPr lang="en-IN" sz="1600" i="0" dirty="0">
                <a:solidFill>
                  <a:srgbClr val="273239"/>
                </a:solidFill>
                <a:effectLst/>
                <a:cs typeface="Arial" panose="020B0604020202020204" pitchFamily="34" charset="0"/>
              </a:rPr>
              <a:t>Master control unit controls the operation in the PEs. </a:t>
            </a:r>
          </a:p>
          <a:p>
            <a:pPr algn="just" fontAlgn="base"/>
            <a:r>
              <a:rPr lang="en-IN" sz="1600" i="0" dirty="0">
                <a:solidFill>
                  <a:srgbClr val="273239"/>
                </a:solidFill>
                <a:effectLst/>
                <a:cs typeface="Arial" panose="020B0604020202020204" pitchFamily="34" charset="0"/>
              </a:rPr>
              <a:t>The function of master control unit is to decode the instruction and determine how the instruction to be executed. </a:t>
            </a:r>
          </a:p>
          <a:p>
            <a:pPr algn="just" fontAlgn="base"/>
            <a:r>
              <a:rPr lang="en-IN" sz="1600" i="0" dirty="0">
                <a:solidFill>
                  <a:srgbClr val="273239"/>
                </a:solidFill>
                <a:effectLst/>
                <a:cs typeface="Arial" panose="020B0604020202020204" pitchFamily="34" charset="0"/>
              </a:rPr>
              <a:t>If the instruction is scalar or program control instruction then it is directly executed within the master control unit. </a:t>
            </a:r>
          </a:p>
          <a:p>
            <a:pPr algn="just" fontAlgn="base"/>
            <a:r>
              <a:rPr lang="en-IN" sz="1600" i="0" dirty="0">
                <a:solidFill>
                  <a:srgbClr val="273239"/>
                </a:solidFill>
                <a:effectLst/>
                <a:cs typeface="Arial" panose="020B0604020202020204" pitchFamily="34" charset="0"/>
              </a:rPr>
              <a:t>Main memory is used for storage of the program while each PE uses operands stored in its local memory.</a:t>
            </a:r>
          </a:p>
          <a:p>
            <a:pPr algn="just"/>
            <a:endParaRPr lang="en-US" sz="1600" dirty="0">
              <a:cs typeface="Arial" panose="020B0604020202020204" pitchFamily="34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A233F15F-67E1-5B60-FB1F-65E564B150CC}"/>
              </a:ext>
            </a:extLst>
          </p:cNvPr>
          <p:cNvSpPr txBox="1">
            <a:spLocks noChangeArrowheads="1"/>
          </p:cNvSpPr>
          <p:nvPr/>
        </p:nvSpPr>
        <p:spPr>
          <a:xfrm>
            <a:off x="2163763" y="309803"/>
            <a:ext cx="7700962" cy="383695"/>
          </a:xfrm>
          <a:prstGeom prst="rect">
            <a:avLst/>
          </a:prstGeom>
          <a:noFill/>
        </p:spPr>
        <p:txBody>
          <a:bodyPr anchor="ctr"/>
          <a:lstStyle>
            <a:lvl1pPr algn="ctr" defTabSz="7620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defTabSz="7620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Arial" charset="0"/>
                <a:ea typeface="돋움" pitchFamily="50" charset="-127"/>
              </a:defRPr>
            </a:lvl2pPr>
            <a:lvl3pPr algn="ctr" defTabSz="7620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Arial" charset="0"/>
                <a:ea typeface="돋움" pitchFamily="50" charset="-127"/>
              </a:defRPr>
            </a:lvl3pPr>
            <a:lvl4pPr algn="ctr" defTabSz="7620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Arial" charset="0"/>
                <a:ea typeface="돋움" pitchFamily="50" charset="-127"/>
              </a:defRPr>
            </a:lvl4pPr>
            <a:lvl5pPr algn="ctr" defTabSz="7620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Arial" charset="0"/>
                <a:ea typeface="돋움" pitchFamily="50" charset="-127"/>
              </a:defRPr>
            </a:lvl5pPr>
            <a:lvl6pPr marL="457200" algn="ctr" defTabSz="7620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Arial" charset="0"/>
                <a:ea typeface="돋움" pitchFamily="50" charset="-127"/>
              </a:defRPr>
            </a:lvl6pPr>
            <a:lvl7pPr marL="914400" algn="ctr" defTabSz="7620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Arial" charset="0"/>
                <a:ea typeface="돋움" pitchFamily="50" charset="-127"/>
              </a:defRPr>
            </a:lvl7pPr>
            <a:lvl8pPr marL="1371600" algn="ctr" defTabSz="7620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Arial" charset="0"/>
                <a:ea typeface="돋움" pitchFamily="50" charset="-127"/>
              </a:defRPr>
            </a:lvl8pPr>
            <a:lvl9pPr marL="1828800" algn="ctr" defTabSz="7620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Arial" charset="0"/>
                <a:ea typeface="돋움" pitchFamily="50" charset="-127"/>
              </a:defRPr>
            </a:lvl9pPr>
          </a:lstStyle>
          <a:p>
            <a:r>
              <a:rPr lang="en-US" altLang="ko-KR" sz="2400" kern="0" dirty="0">
                <a:solidFill>
                  <a:schemeClr val="tx1"/>
                </a:solidFill>
              </a:rPr>
              <a:t>SIMD ARRAY PROCESSOR</a:t>
            </a:r>
          </a:p>
        </p:txBody>
      </p:sp>
    </p:spTree>
    <p:extLst>
      <p:ext uri="{BB962C8B-B14F-4D97-AF65-F5344CB8AC3E}">
        <p14:creationId xmlns:p14="http://schemas.microsoft.com/office/powerpoint/2010/main" val="211415099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106" name="Picture 2">
            <a:extLst>
              <a:ext uri="{FF2B5EF4-FFF2-40B4-BE49-F238E27FC236}">
                <a16:creationId xmlns:a16="http://schemas.microsoft.com/office/drawing/2014/main" id="{9994B5ED-ADD1-774F-8D0F-5752B5A89D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0141" y="1116460"/>
            <a:ext cx="7705725" cy="273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7568199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33224F24-26D2-F61E-A766-941D4880FF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312988" y="342347"/>
            <a:ext cx="7505700" cy="383695"/>
          </a:xfrm>
          <a:noFill/>
        </p:spPr>
        <p:txBody>
          <a:bodyPr anchor="ctr"/>
          <a:lstStyle/>
          <a:p>
            <a:r>
              <a:rPr lang="en-US" altLang="ko-KR" sz="2400">
                <a:solidFill>
                  <a:schemeClr val="tx1"/>
                </a:solidFill>
              </a:rPr>
              <a:t>VECTOR  PROCESSING</a:t>
            </a:r>
          </a:p>
        </p:txBody>
      </p:sp>
      <p:sp>
        <p:nvSpPr>
          <p:cNvPr id="37891" name="Rectangle 6">
            <a:extLst>
              <a:ext uri="{FF2B5EF4-FFF2-40B4-BE49-F238E27FC236}">
                <a16:creationId xmlns:a16="http://schemas.microsoft.com/office/drawing/2014/main" id="{377DCED8-673B-1A27-88F7-EDD96DE23A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94750" y="1"/>
            <a:ext cx="1741488" cy="284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 algn="r"/>
            <a:r>
              <a:rPr lang="en-US" altLang="ko-KR" i="1"/>
              <a:t>Vector Processing</a:t>
            </a:r>
          </a:p>
        </p:txBody>
      </p:sp>
      <p:sp>
        <p:nvSpPr>
          <p:cNvPr id="37892" name="Rectangle 8">
            <a:extLst>
              <a:ext uri="{FF2B5EF4-FFF2-40B4-BE49-F238E27FC236}">
                <a16:creationId xmlns:a16="http://schemas.microsoft.com/office/drawing/2014/main" id="{0738155B-ACCC-5503-D75E-157986AA8C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78224" y="1104901"/>
            <a:ext cx="11161058" cy="41433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buFontTx/>
              <a:buNone/>
            </a:pPr>
            <a:r>
              <a:rPr lang="en-US" altLang="ko-KR" sz="1800" dirty="0"/>
              <a:t>Vector Processing Applications</a:t>
            </a:r>
          </a:p>
          <a:p>
            <a:r>
              <a:rPr lang="en-US" altLang="ko-KR" sz="1800" dirty="0"/>
              <a:t>Problems that can be efficiently formulated in terms of vectors</a:t>
            </a:r>
          </a:p>
          <a:p>
            <a:pPr lvl="1"/>
            <a:r>
              <a:rPr lang="en-US" altLang="ko-KR" sz="1600" dirty="0"/>
              <a:t>Long-range weather forecasting</a:t>
            </a:r>
          </a:p>
          <a:p>
            <a:pPr lvl="1"/>
            <a:r>
              <a:rPr lang="en-US" altLang="ko-KR" sz="1600" dirty="0"/>
              <a:t>Petroleum explorations</a:t>
            </a:r>
          </a:p>
          <a:p>
            <a:pPr lvl="1"/>
            <a:r>
              <a:rPr lang="en-US" altLang="ko-KR" sz="1600" dirty="0"/>
              <a:t>Seismic data analysis</a:t>
            </a:r>
          </a:p>
          <a:p>
            <a:pPr lvl="1"/>
            <a:r>
              <a:rPr lang="en-US" altLang="ko-KR" sz="1600" dirty="0"/>
              <a:t>Medical diagnosis</a:t>
            </a:r>
          </a:p>
          <a:p>
            <a:pPr lvl="1"/>
            <a:r>
              <a:rPr lang="en-US" altLang="ko-KR" sz="1600" dirty="0"/>
              <a:t>Aerodynamics and space flight simulations</a:t>
            </a:r>
          </a:p>
          <a:p>
            <a:pPr lvl="1"/>
            <a:r>
              <a:rPr lang="en-US" altLang="ko-KR" sz="1600" dirty="0"/>
              <a:t>Artificial intelligence and expert systems</a:t>
            </a:r>
          </a:p>
          <a:p>
            <a:pPr lvl="1"/>
            <a:r>
              <a:rPr lang="en-US" altLang="ko-KR" sz="1600" dirty="0"/>
              <a:t>Mapping the human genome</a:t>
            </a:r>
          </a:p>
          <a:p>
            <a:pPr lvl="1"/>
            <a:r>
              <a:rPr lang="en-US" altLang="ko-KR" sz="1600" dirty="0"/>
              <a:t>Image processing</a:t>
            </a:r>
          </a:p>
          <a:p>
            <a:pPr lvl="1"/>
            <a:endParaRPr lang="en-US" altLang="ko-KR" sz="1400" dirty="0"/>
          </a:p>
          <a:p>
            <a:pPr>
              <a:buFontTx/>
              <a:buNone/>
            </a:pPr>
            <a:r>
              <a:rPr lang="en-US" altLang="ko-KR" sz="1800" dirty="0"/>
              <a:t>Vector Processor (computer)</a:t>
            </a:r>
          </a:p>
          <a:p>
            <a:pPr>
              <a:buFontTx/>
              <a:buNone/>
            </a:pPr>
            <a:r>
              <a:rPr lang="en-US" altLang="ko-KR" sz="1800" dirty="0"/>
              <a:t>	 Ability to process vectors, and related data structures such as matrices</a:t>
            </a:r>
          </a:p>
          <a:p>
            <a:pPr>
              <a:buFontTx/>
              <a:buNone/>
            </a:pPr>
            <a:r>
              <a:rPr lang="en-US" altLang="ko-KR" sz="1800" dirty="0"/>
              <a:t>     and multi-dimensional arrays, much faster than conventional computers</a:t>
            </a:r>
          </a:p>
          <a:p>
            <a:pPr>
              <a:buFontTx/>
              <a:buNone/>
            </a:pPr>
            <a:endParaRPr lang="en-US" altLang="ko-KR" sz="1800" dirty="0"/>
          </a:p>
          <a:p>
            <a:pPr>
              <a:buFontTx/>
              <a:buNone/>
            </a:pPr>
            <a:r>
              <a:rPr lang="en-US" altLang="ko-KR" sz="1800" dirty="0"/>
              <a:t>     Vector Processors may also be pipelined    </a:t>
            </a:r>
          </a:p>
          <a:p>
            <a:pPr>
              <a:buFontTx/>
              <a:buNone/>
            </a:pPr>
            <a:endParaRPr lang="en-US" altLang="ko-KR" sz="1800" dirty="0"/>
          </a:p>
        </p:txBody>
      </p:sp>
    </p:spTree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78A82FD6-4599-2503-3E98-EFB19BCEC5D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435226" y="332028"/>
            <a:ext cx="7375525" cy="383695"/>
          </a:xfrm>
          <a:noFill/>
        </p:spPr>
        <p:txBody>
          <a:bodyPr anchor="ctr"/>
          <a:lstStyle/>
          <a:p>
            <a:r>
              <a:rPr lang="en-US" altLang="ko-KR" sz="2400">
                <a:solidFill>
                  <a:schemeClr val="tx1"/>
                </a:solidFill>
              </a:rPr>
              <a:t>VECTOR  PROGRAMMING</a:t>
            </a:r>
          </a:p>
        </p:txBody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4298306A-5EDC-E690-2178-25CB1FE911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4150" y="1233488"/>
            <a:ext cx="2508250" cy="54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3500" tIns="25400" rIns="63500" bIns="25400">
            <a:spAutoFit/>
          </a:bodyPr>
          <a:lstStyle>
            <a:lvl1pPr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r>
              <a:rPr lang="en-US" altLang="ko-KR" sz="1800"/>
              <a:t>         DO  20  I = 1, 100</a:t>
            </a:r>
          </a:p>
          <a:p>
            <a:r>
              <a:rPr lang="en-US" altLang="ko-KR" sz="1800"/>
              <a:t>20     C(I) = B(I) + A(I)</a:t>
            </a:r>
          </a:p>
        </p:txBody>
      </p:sp>
      <p:sp>
        <p:nvSpPr>
          <p:cNvPr id="38916" name="Rectangle 4">
            <a:extLst>
              <a:ext uri="{FF2B5EF4-FFF2-40B4-BE49-F238E27FC236}">
                <a16:creationId xmlns:a16="http://schemas.microsoft.com/office/drawing/2014/main" id="{DD5BE63B-FF71-0940-55BA-43948E4931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7151" y="2379664"/>
            <a:ext cx="2705869" cy="3005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3500" tIns="25400" rIns="63500" bIns="25400">
            <a:spAutoFit/>
          </a:bodyPr>
          <a:lstStyle>
            <a:lvl1pPr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r>
              <a:rPr lang="en-US" altLang="ko-KR" sz="1800"/>
              <a:t>Conventional computer</a:t>
            </a:r>
          </a:p>
        </p:txBody>
      </p:sp>
      <p:sp>
        <p:nvSpPr>
          <p:cNvPr id="38917" name="Rectangle 5">
            <a:extLst>
              <a:ext uri="{FF2B5EF4-FFF2-40B4-BE49-F238E27FC236}">
                <a16:creationId xmlns:a16="http://schemas.microsoft.com/office/drawing/2014/main" id="{4C2B546D-A884-2162-38A5-998B2548D0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62425" y="2863850"/>
            <a:ext cx="2882900" cy="171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3500" tIns="25400" rIns="63500" bIns="25400">
            <a:spAutoFit/>
          </a:bodyPr>
          <a:lstStyle>
            <a:lvl1pPr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>
              <a:lnSpc>
                <a:spcPct val="87000"/>
              </a:lnSpc>
            </a:pPr>
            <a:r>
              <a:rPr lang="en-US" altLang="ko-KR" sz="1800"/>
              <a:t>       Initialize I = 0</a:t>
            </a:r>
          </a:p>
          <a:p>
            <a:pPr>
              <a:lnSpc>
                <a:spcPct val="87000"/>
              </a:lnSpc>
            </a:pPr>
            <a:r>
              <a:rPr lang="en-US" altLang="ko-KR" sz="1800"/>
              <a:t>20   Read A(I)</a:t>
            </a:r>
          </a:p>
          <a:p>
            <a:pPr>
              <a:lnSpc>
                <a:spcPct val="87000"/>
              </a:lnSpc>
            </a:pPr>
            <a:r>
              <a:rPr lang="en-US" altLang="ko-KR" sz="1800"/>
              <a:t>       Read B(I)</a:t>
            </a:r>
          </a:p>
          <a:p>
            <a:pPr>
              <a:lnSpc>
                <a:spcPct val="87000"/>
              </a:lnSpc>
            </a:pPr>
            <a:r>
              <a:rPr lang="en-US" altLang="ko-KR" sz="1800"/>
              <a:t>       Store C(I) = A(I) + B(I)</a:t>
            </a:r>
          </a:p>
          <a:p>
            <a:pPr>
              <a:lnSpc>
                <a:spcPct val="87000"/>
              </a:lnSpc>
            </a:pPr>
            <a:r>
              <a:rPr lang="en-US" altLang="ko-KR" sz="1800"/>
              <a:t>       Increment I = i + 1</a:t>
            </a:r>
          </a:p>
          <a:p>
            <a:pPr>
              <a:lnSpc>
                <a:spcPct val="87000"/>
              </a:lnSpc>
            </a:pPr>
            <a:r>
              <a:rPr lang="en-US" altLang="ko-KR" sz="1800"/>
              <a:t>       If I </a:t>
            </a:r>
            <a:r>
              <a:rPr lang="en-US" altLang="ko-KR" sz="1800">
                <a:sym typeface="Symbol" pitchFamily="2" charset="2"/>
              </a:rPr>
              <a:t> </a:t>
            </a:r>
            <a:r>
              <a:rPr lang="en-US" altLang="ko-KR" sz="1800"/>
              <a:t>100 goto 20</a:t>
            </a:r>
          </a:p>
          <a:p>
            <a:pPr latinLnBrk="1">
              <a:lnSpc>
                <a:spcPct val="82000"/>
              </a:lnSpc>
            </a:pPr>
            <a:endParaRPr lang="en-US" altLang="ko-KR" sz="1800"/>
          </a:p>
        </p:txBody>
      </p:sp>
      <p:sp>
        <p:nvSpPr>
          <p:cNvPr id="38918" name="Rectangle 6">
            <a:extLst>
              <a:ext uri="{FF2B5EF4-FFF2-40B4-BE49-F238E27FC236}">
                <a16:creationId xmlns:a16="http://schemas.microsoft.com/office/drawing/2014/main" id="{89DC1405-C028-B8F9-A209-8FC974B566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3188" y="4654550"/>
            <a:ext cx="1943100" cy="29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3500" tIns="25400" rIns="63500" bIns="25400">
            <a:spAutoFit/>
          </a:bodyPr>
          <a:lstStyle>
            <a:lvl1pPr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r>
              <a:rPr lang="en-US" altLang="ko-KR" sz="1800"/>
              <a:t>Vector computer</a:t>
            </a:r>
          </a:p>
        </p:txBody>
      </p:sp>
      <p:sp>
        <p:nvSpPr>
          <p:cNvPr id="38919" name="Rectangle 7">
            <a:extLst>
              <a:ext uri="{FF2B5EF4-FFF2-40B4-BE49-F238E27FC236}">
                <a16:creationId xmlns:a16="http://schemas.microsoft.com/office/drawing/2014/main" id="{2893E083-D600-06BB-F83A-B387A3C79F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02163" y="5121275"/>
            <a:ext cx="3352800" cy="29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3500" tIns="25400" rIns="63500" bIns="25400">
            <a:spAutoFit/>
          </a:bodyPr>
          <a:lstStyle>
            <a:lvl1pPr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r>
              <a:rPr lang="en-US" altLang="ko-KR" sz="1800"/>
              <a:t>C(1:100) = A(1:100) + B(1:100)</a:t>
            </a:r>
          </a:p>
        </p:txBody>
      </p:sp>
      <p:sp>
        <p:nvSpPr>
          <p:cNvPr id="38920" name="Rectangle 8">
            <a:extLst>
              <a:ext uri="{FF2B5EF4-FFF2-40B4-BE49-F238E27FC236}">
                <a16:creationId xmlns:a16="http://schemas.microsoft.com/office/drawing/2014/main" id="{C7808555-1BB0-4476-DF28-D1919638CB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26514" y="1"/>
            <a:ext cx="1741487" cy="284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 algn="r"/>
            <a:r>
              <a:rPr lang="en-US" altLang="ko-KR" i="1"/>
              <a:t>Vector Processing</a:t>
            </a:r>
          </a:p>
        </p:txBody>
      </p:sp>
    </p:spTree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2855E867-F7AB-B074-A8FC-506C08B37E2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163763" y="309803"/>
            <a:ext cx="7700962" cy="383695"/>
          </a:xfrm>
          <a:noFill/>
        </p:spPr>
        <p:txBody>
          <a:bodyPr anchor="ctr"/>
          <a:lstStyle/>
          <a:p>
            <a:r>
              <a:rPr lang="en-US" altLang="ko-KR" sz="2400">
                <a:solidFill>
                  <a:schemeClr val="tx1"/>
                </a:solidFill>
              </a:rPr>
              <a:t>VECTOR  INSTRUCTIONS</a:t>
            </a:r>
          </a:p>
        </p:txBody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0C529814-F3AE-2B48-F836-45875DCD86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49738" y="1060450"/>
            <a:ext cx="1144544" cy="8787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3500" tIns="25400" rIns="63500" bIns="25400">
            <a:spAutoFit/>
          </a:bodyPr>
          <a:lstStyle>
            <a:lvl1pPr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>
              <a:lnSpc>
                <a:spcPct val="96000"/>
              </a:lnSpc>
            </a:pPr>
            <a:r>
              <a:rPr lang="en-US" altLang="ko-KR"/>
              <a:t>f1: V </a:t>
            </a:r>
            <a:r>
              <a:rPr lang="en-US" altLang="ko-KR">
                <a:latin typeface="Symbol" pitchFamily="2" charset="2"/>
              </a:rPr>
              <a:t>*</a:t>
            </a:r>
            <a:r>
              <a:rPr lang="en-US" altLang="ko-KR"/>
              <a:t> V</a:t>
            </a:r>
          </a:p>
          <a:p>
            <a:pPr>
              <a:lnSpc>
                <a:spcPct val="96000"/>
              </a:lnSpc>
            </a:pPr>
            <a:r>
              <a:rPr lang="en-US" altLang="ko-KR"/>
              <a:t>f2: V </a:t>
            </a:r>
            <a:r>
              <a:rPr lang="en-US" altLang="ko-KR">
                <a:latin typeface="Symbol" pitchFamily="2" charset="2"/>
              </a:rPr>
              <a:t>*</a:t>
            </a:r>
            <a:r>
              <a:rPr lang="en-US" altLang="ko-KR"/>
              <a:t> S</a:t>
            </a:r>
          </a:p>
          <a:p>
            <a:pPr>
              <a:lnSpc>
                <a:spcPct val="96000"/>
              </a:lnSpc>
            </a:pPr>
            <a:r>
              <a:rPr lang="en-US" altLang="ko-KR"/>
              <a:t>f3: V x V </a:t>
            </a:r>
            <a:r>
              <a:rPr lang="en-US" altLang="ko-KR">
                <a:latin typeface="Symbol" pitchFamily="2" charset="2"/>
              </a:rPr>
              <a:t>*</a:t>
            </a:r>
            <a:r>
              <a:rPr lang="en-US" altLang="ko-KR"/>
              <a:t> V</a:t>
            </a:r>
          </a:p>
          <a:p>
            <a:pPr>
              <a:lnSpc>
                <a:spcPct val="96000"/>
              </a:lnSpc>
            </a:pPr>
            <a:r>
              <a:rPr lang="en-US" altLang="ko-KR"/>
              <a:t>f4: V x S </a:t>
            </a:r>
            <a:r>
              <a:rPr lang="en-US" altLang="ko-KR">
                <a:latin typeface="Symbol" pitchFamily="2" charset="2"/>
              </a:rPr>
              <a:t>*</a:t>
            </a:r>
            <a:r>
              <a:rPr lang="en-US" altLang="ko-KR"/>
              <a:t> V</a:t>
            </a:r>
          </a:p>
        </p:txBody>
      </p:sp>
      <p:sp>
        <p:nvSpPr>
          <p:cNvPr id="39940" name="Rectangle 4">
            <a:extLst>
              <a:ext uri="{FF2B5EF4-FFF2-40B4-BE49-F238E27FC236}">
                <a16:creationId xmlns:a16="http://schemas.microsoft.com/office/drawing/2014/main" id="{E46E7B98-C1E2-383F-0577-F049AE8D20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19826" y="1341439"/>
            <a:ext cx="1654175" cy="43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3500" tIns="25400" rIns="63500" bIns="25400">
            <a:spAutoFit/>
          </a:bodyPr>
          <a:lstStyle>
            <a:lvl1pPr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r>
              <a:rPr lang="en-US" altLang="ko-KR"/>
              <a:t>V: Vector operand</a:t>
            </a:r>
          </a:p>
          <a:p>
            <a:r>
              <a:rPr lang="en-US" altLang="ko-KR"/>
              <a:t>S: Scalar operand</a:t>
            </a:r>
          </a:p>
        </p:txBody>
      </p:sp>
      <p:sp>
        <p:nvSpPr>
          <p:cNvPr id="39941" name="Rectangle 5">
            <a:extLst>
              <a:ext uri="{FF2B5EF4-FFF2-40B4-BE49-F238E27FC236}">
                <a16:creationId xmlns:a16="http://schemas.microsoft.com/office/drawing/2014/main" id="{EF52ABC1-A7DE-C976-D063-8B38035424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001" y="2144714"/>
            <a:ext cx="5891213" cy="2650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3500" tIns="25400" rIns="63500" bIns="25400">
            <a:spAutoFit/>
          </a:bodyPr>
          <a:lstStyle>
            <a:lvl1pPr defTabSz="152400">
              <a:tabLst>
                <a:tab pos="584200" algn="l"/>
                <a:tab pos="1524000" algn="l"/>
                <a:tab pos="3517900" algn="l"/>
              </a:tabLs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152400">
              <a:tabLst>
                <a:tab pos="584200" algn="l"/>
                <a:tab pos="1524000" algn="l"/>
                <a:tab pos="3517900" algn="l"/>
              </a:tabLs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152400">
              <a:tabLst>
                <a:tab pos="584200" algn="l"/>
                <a:tab pos="1524000" algn="l"/>
                <a:tab pos="3517900" algn="l"/>
              </a:tabLs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152400">
              <a:tabLst>
                <a:tab pos="584200" algn="l"/>
                <a:tab pos="1524000" algn="l"/>
                <a:tab pos="3517900" algn="l"/>
              </a:tabLs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152400">
              <a:tabLst>
                <a:tab pos="584200" algn="l"/>
                <a:tab pos="1524000" algn="l"/>
                <a:tab pos="3517900" algn="l"/>
              </a:tabLs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1524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tabLst>
                <a:tab pos="584200" algn="l"/>
                <a:tab pos="1524000" algn="l"/>
                <a:tab pos="3517900" algn="l"/>
              </a:tabLs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1524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tabLst>
                <a:tab pos="584200" algn="l"/>
                <a:tab pos="1524000" algn="l"/>
                <a:tab pos="3517900" algn="l"/>
              </a:tabLs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1524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tabLst>
                <a:tab pos="584200" algn="l"/>
                <a:tab pos="1524000" algn="l"/>
                <a:tab pos="3517900" algn="l"/>
              </a:tabLs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1524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tabLst>
                <a:tab pos="584200" algn="l"/>
                <a:tab pos="1524000" algn="l"/>
                <a:tab pos="3517900" algn="l"/>
              </a:tabLs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>
              <a:lnSpc>
                <a:spcPct val="107000"/>
              </a:lnSpc>
              <a:spcBef>
                <a:spcPct val="54000"/>
              </a:spcBef>
            </a:pPr>
            <a:r>
              <a:rPr lang="en-US" altLang="ko-KR"/>
              <a:t>Type	Mnemonic	  Description (I = 1, ..., n)</a:t>
            </a:r>
          </a:p>
        </p:txBody>
      </p:sp>
      <p:sp>
        <p:nvSpPr>
          <p:cNvPr id="39942" name="Rectangle 6">
            <a:extLst>
              <a:ext uri="{FF2B5EF4-FFF2-40B4-BE49-F238E27FC236}">
                <a16:creationId xmlns:a16="http://schemas.microsoft.com/office/drawing/2014/main" id="{E7C4E54E-B485-195D-4A12-3B621E2DDE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2389" y="2135189"/>
            <a:ext cx="5634037" cy="4332287"/>
          </a:xfrm>
          <a:prstGeom prst="rect">
            <a:avLst/>
          </a:prstGeom>
          <a:noFill/>
          <a:ln w="25399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endParaRPr lang="en-IN" altLang="en-US"/>
          </a:p>
        </p:txBody>
      </p:sp>
      <p:sp>
        <p:nvSpPr>
          <p:cNvPr id="39943" name="Line 7">
            <a:extLst>
              <a:ext uri="{FF2B5EF4-FFF2-40B4-BE49-F238E27FC236}">
                <a16:creationId xmlns:a16="http://schemas.microsoft.com/office/drawing/2014/main" id="{66227AE2-99C4-CD9A-ACFB-3C1E277F5C08}"/>
              </a:ext>
            </a:extLst>
          </p:cNvPr>
          <p:cNvSpPr>
            <a:spLocks noChangeShapeType="1"/>
          </p:cNvSpPr>
          <p:nvPr/>
        </p:nvSpPr>
        <p:spPr bwMode="auto">
          <a:xfrm>
            <a:off x="2592388" y="2413000"/>
            <a:ext cx="5651500" cy="0"/>
          </a:xfrm>
          <a:prstGeom prst="line">
            <a:avLst/>
          </a:prstGeom>
          <a:noFill/>
          <a:ln w="25399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9944" name="Rectangle 8">
            <a:extLst>
              <a:ext uri="{FF2B5EF4-FFF2-40B4-BE49-F238E27FC236}">
                <a16:creationId xmlns:a16="http://schemas.microsoft.com/office/drawing/2014/main" id="{726740C8-93E4-0573-29D6-3A9E737F10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26514" y="1"/>
            <a:ext cx="1741487" cy="284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 algn="r"/>
            <a:r>
              <a:rPr lang="en-US" altLang="ko-KR" i="1"/>
              <a:t>Vector Processing</a:t>
            </a:r>
          </a:p>
        </p:txBody>
      </p:sp>
      <p:sp>
        <p:nvSpPr>
          <p:cNvPr id="39945" name="Rectangle 9">
            <a:extLst>
              <a:ext uri="{FF2B5EF4-FFF2-40B4-BE49-F238E27FC236}">
                <a16:creationId xmlns:a16="http://schemas.microsoft.com/office/drawing/2014/main" id="{83E0074B-543A-1089-8C2D-09BEC12D53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43100" y="2403475"/>
            <a:ext cx="6341480" cy="40231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marL="342900" indent="-3429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5715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 lvl="1">
              <a:lnSpc>
                <a:spcPct val="96000"/>
              </a:lnSpc>
              <a:spcBef>
                <a:spcPct val="48000"/>
              </a:spcBef>
            </a:pPr>
            <a:r>
              <a:rPr lang="en-US" altLang="ko-KR"/>
              <a:t>   f1        VSQR	Vector square root          B(I) </a:t>
            </a:r>
            <a:r>
              <a:rPr lang="en-US" altLang="ko-KR">
                <a:latin typeface="Symbol" pitchFamily="2" charset="2"/>
              </a:rPr>
              <a:t>*</a:t>
            </a:r>
            <a:r>
              <a:rPr lang="en-US" altLang="ko-KR"/>
              <a:t>  SQR(A(I))	</a:t>
            </a:r>
          </a:p>
          <a:p>
            <a:pPr lvl="1">
              <a:lnSpc>
                <a:spcPct val="96000"/>
              </a:lnSpc>
              <a:spcBef>
                <a:spcPct val="48000"/>
              </a:spcBef>
            </a:pPr>
            <a:r>
              <a:rPr lang="en-US" altLang="ko-KR"/>
              <a:t>              VSIN	Vector sine	           B(I) </a:t>
            </a:r>
            <a:r>
              <a:rPr lang="en-US" altLang="ko-KR">
                <a:latin typeface="Symbol" pitchFamily="2" charset="2"/>
              </a:rPr>
              <a:t>*</a:t>
            </a:r>
            <a:r>
              <a:rPr lang="en-US" altLang="ko-KR"/>
              <a:t> sin(A(I))</a:t>
            </a:r>
          </a:p>
          <a:p>
            <a:pPr lvl="1">
              <a:lnSpc>
                <a:spcPct val="96000"/>
              </a:lnSpc>
              <a:spcBef>
                <a:spcPct val="48000"/>
              </a:spcBef>
            </a:pPr>
            <a:r>
              <a:rPr lang="en-US" altLang="ko-KR"/>
              <a:t>              VCOM	Vector complement         A(I) </a:t>
            </a:r>
            <a:r>
              <a:rPr lang="en-US" altLang="ko-KR">
                <a:latin typeface="Symbol" pitchFamily="2" charset="2"/>
              </a:rPr>
              <a:t>*</a:t>
            </a:r>
            <a:r>
              <a:rPr lang="en-US" altLang="ko-KR"/>
              <a:t> A(I)</a:t>
            </a:r>
          </a:p>
          <a:p>
            <a:pPr lvl="1">
              <a:lnSpc>
                <a:spcPct val="96000"/>
              </a:lnSpc>
              <a:spcBef>
                <a:spcPct val="48000"/>
              </a:spcBef>
            </a:pPr>
            <a:r>
              <a:rPr lang="en-US" altLang="ko-KR"/>
              <a:t>   f2        VSUM	Vector summation           S </a:t>
            </a:r>
            <a:r>
              <a:rPr lang="en-US" altLang="ko-KR">
                <a:latin typeface="Symbol" pitchFamily="2" charset="2"/>
              </a:rPr>
              <a:t>*</a:t>
            </a:r>
            <a:r>
              <a:rPr lang="en-US" altLang="ko-KR"/>
              <a:t> </a:t>
            </a:r>
            <a:r>
              <a:rPr lang="en-US" altLang="ko-KR">
                <a:latin typeface="Symbol" pitchFamily="2" charset="2"/>
              </a:rPr>
              <a:t>S</a:t>
            </a:r>
            <a:r>
              <a:rPr lang="en-US" altLang="ko-KR"/>
              <a:t> A(I)</a:t>
            </a:r>
          </a:p>
          <a:p>
            <a:pPr lvl="1">
              <a:lnSpc>
                <a:spcPct val="96000"/>
              </a:lnSpc>
              <a:spcBef>
                <a:spcPct val="48000"/>
              </a:spcBef>
            </a:pPr>
            <a:r>
              <a:rPr lang="en-US" altLang="ko-KR"/>
              <a:t>              VMAX	Vector maximum	            S </a:t>
            </a:r>
            <a:r>
              <a:rPr lang="en-US" altLang="ko-KR">
                <a:latin typeface="Symbol" pitchFamily="2" charset="2"/>
              </a:rPr>
              <a:t>*</a:t>
            </a:r>
            <a:r>
              <a:rPr lang="en-US" altLang="ko-KR"/>
              <a:t> max{A(I)}</a:t>
            </a:r>
          </a:p>
          <a:p>
            <a:pPr lvl="1">
              <a:lnSpc>
                <a:spcPct val="96000"/>
              </a:lnSpc>
              <a:spcBef>
                <a:spcPct val="48000"/>
              </a:spcBef>
            </a:pPr>
            <a:r>
              <a:rPr lang="en-US" altLang="ko-KR"/>
              <a:t>   f3        VADD	Vector add	           C(I) </a:t>
            </a:r>
            <a:r>
              <a:rPr lang="en-US" altLang="ko-KR">
                <a:latin typeface="Symbol" pitchFamily="2" charset="2"/>
              </a:rPr>
              <a:t>*</a:t>
            </a:r>
            <a:r>
              <a:rPr lang="en-US" altLang="ko-KR"/>
              <a:t> A(I) + B(I)</a:t>
            </a:r>
          </a:p>
          <a:p>
            <a:pPr lvl="1">
              <a:lnSpc>
                <a:spcPct val="96000"/>
              </a:lnSpc>
              <a:spcBef>
                <a:spcPct val="48000"/>
              </a:spcBef>
            </a:pPr>
            <a:r>
              <a:rPr lang="en-US" altLang="ko-KR"/>
              <a:t>              VMPY	Vector multiply	           C(I) </a:t>
            </a:r>
            <a:r>
              <a:rPr lang="en-US" altLang="ko-KR">
                <a:latin typeface="Symbol" pitchFamily="2" charset="2"/>
              </a:rPr>
              <a:t>*</a:t>
            </a:r>
            <a:r>
              <a:rPr lang="en-US" altLang="ko-KR"/>
              <a:t> A(I) * B(I)</a:t>
            </a:r>
          </a:p>
          <a:p>
            <a:pPr lvl="1">
              <a:lnSpc>
                <a:spcPct val="96000"/>
              </a:lnSpc>
              <a:spcBef>
                <a:spcPct val="48000"/>
              </a:spcBef>
            </a:pPr>
            <a:r>
              <a:rPr lang="en-US" altLang="ko-KR"/>
              <a:t>              VAND	Vector AND	           C(I) </a:t>
            </a:r>
            <a:r>
              <a:rPr lang="en-US" altLang="ko-KR">
                <a:latin typeface="Symbol" pitchFamily="2" charset="2"/>
              </a:rPr>
              <a:t>*</a:t>
            </a:r>
            <a:r>
              <a:rPr lang="en-US" altLang="ko-KR"/>
              <a:t> A(I) . B(I)</a:t>
            </a:r>
          </a:p>
          <a:p>
            <a:pPr lvl="1">
              <a:lnSpc>
                <a:spcPct val="96000"/>
              </a:lnSpc>
              <a:spcBef>
                <a:spcPct val="48000"/>
              </a:spcBef>
            </a:pPr>
            <a:r>
              <a:rPr lang="en-US" altLang="ko-KR"/>
              <a:t>              VLAR	Vector larger	           C(I) </a:t>
            </a:r>
            <a:r>
              <a:rPr lang="en-US" altLang="ko-KR">
                <a:latin typeface="Symbol" pitchFamily="2" charset="2"/>
              </a:rPr>
              <a:t>*</a:t>
            </a:r>
            <a:r>
              <a:rPr lang="en-US" altLang="ko-KR"/>
              <a:t> max(A(I),B(I))	</a:t>
            </a:r>
          </a:p>
          <a:p>
            <a:pPr lvl="1">
              <a:lnSpc>
                <a:spcPct val="96000"/>
              </a:lnSpc>
              <a:spcBef>
                <a:spcPct val="48000"/>
              </a:spcBef>
            </a:pPr>
            <a:r>
              <a:rPr lang="en-US" altLang="ko-KR"/>
              <a:t>              VTGE	Vector test &gt;	           C(I) </a:t>
            </a:r>
            <a:r>
              <a:rPr lang="en-US" altLang="ko-KR">
                <a:latin typeface="Symbol" pitchFamily="2" charset="2"/>
              </a:rPr>
              <a:t>*</a:t>
            </a:r>
            <a:r>
              <a:rPr lang="en-US" altLang="ko-KR"/>
              <a:t> 0 if A(I) &lt; B(I)</a:t>
            </a:r>
          </a:p>
          <a:p>
            <a:pPr lvl="1">
              <a:lnSpc>
                <a:spcPct val="96000"/>
              </a:lnSpc>
              <a:spcBef>
                <a:spcPct val="48000"/>
              </a:spcBef>
            </a:pPr>
            <a:r>
              <a:rPr lang="en-US" altLang="ko-KR"/>
              <a:t>                                                                             C(I) </a:t>
            </a:r>
            <a:r>
              <a:rPr lang="en-US" altLang="ko-KR">
                <a:latin typeface="Symbol" pitchFamily="2" charset="2"/>
              </a:rPr>
              <a:t>*</a:t>
            </a:r>
            <a:r>
              <a:rPr lang="en-US" altLang="ko-KR"/>
              <a:t> 1 if A(I) &gt; B(I)	</a:t>
            </a:r>
          </a:p>
          <a:p>
            <a:pPr lvl="1">
              <a:lnSpc>
                <a:spcPct val="96000"/>
              </a:lnSpc>
              <a:spcBef>
                <a:spcPct val="48000"/>
              </a:spcBef>
            </a:pPr>
            <a:r>
              <a:rPr lang="en-US" altLang="ko-KR"/>
              <a:t>   f4        SADD	Vector-scalar add            B(I) </a:t>
            </a:r>
            <a:r>
              <a:rPr lang="en-US" altLang="ko-KR">
                <a:latin typeface="Symbol" pitchFamily="2" charset="2"/>
              </a:rPr>
              <a:t>*</a:t>
            </a:r>
            <a:r>
              <a:rPr lang="en-US" altLang="ko-KR"/>
              <a:t> S + A(I)</a:t>
            </a:r>
          </a:p>
          <a:p>
            <a:pPr lvl="1">
              <a:lnSpc>
                <a:spcPct val="96000"/>
              </a:lnSpc>
              <a:spcBef>
                <a:spcPct val="48000"/>
              </a:spcBef>
            </a:pPr>
            <a:r>
              <a:rPr lang="en-US" altLang="ko-KR"/>
              <a:t>               SDIV	Vector-scalar divide        B(I) </a:t>
            </a:r>
            <a:r>
              <a:rPr lang="en-US" altLang="ko-KR">
                <a:latin typeface="Symbol" pitchFamily="2" charset="2"/>
              </a:rPr>
              <a:t>*</a:t>
            </a:r>
            <a:r>
              <a:rPr lang="en-US" altLang="ko-KR"/>
              <a:t> A(I) / S</a:t>
            </a:r>
          </a:p>
        </p:txBody>
      </p:sp>
      <p:sp>
        <p:nvSpPr>
          <p:cNvPr id="39946" name="Rectangle 10">
            <a:extLst>
              <a:ext uri="{FF2B5EF4-FFF2-40B4-BE49-F238E27FC236}">
                <a16:creationId xmlns:a16="http://schemas.microsoft.com/office/drawing/2014/main" id="{078DE13F-5EC0-9B6B-BDD1-036DE0C823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95751" y="1023938"/>
            <a:ext cx="3789363" cy="900112"/>
          </a:xfrm>
          <a:prstGeom prst="rect">
            <a:avLst/>
          </a:prstGeom>
          <a:noFill/>
          <a:ln w="25399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endParaRPr lang="en-IN" altLang="en-US"/>
          </a:p>
        </p:txBody>
      </p:sp>
      <p:sp>
        <p:nvSpPr>
          <p:cNvPr id="39947" name="Line 14">
            <a:extLst>
              <a:ext uri="{FF2B5EF4-FFF2-40B4-BE49-F238E27FC236}">
                <a16:creationId xmlns:a16="http://schemas.microsoft.com/office/drawing/2014/main" id="{F3C3712E-0B1A-184C-3526-5976A46B400C}"/>
              </a:ext>
            </a:extLst>
          </p:cNvPr>
          <p:cNvSpPr>
            <a:spLocks noChangeShapeType="1"/>
          </p:cNvSpPr>
          <p:nvPr/>
        </p:nvSpPr>
        <p:spPr bwMode="auto">
          <a:xfrm>
            <a:off x="6873876" y="3054350"/>
            <a:ext cx="315913" cy="0"/>
          </a:xfrm>
          <a:prstGeom prst="line">
            <a:avLst/>
          </a:prstGeom>
          <a:noFill/>
          <a:ln w="25399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B7DB61E9-2AD0-8953-9F9F-88ADD7CBE52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39963" y="343141"/>
            <a:ext cx="7524750" cy="383695"/>
          </a:xfrm>
          <a:noFill/>
        </p:spPr>
        <p:txBody>
          <a:bodyPr anchor="ctr"/>
          <a:lstStyle/>
          <a:p>
            <a:r>
              <a:rPr lang="en-US" altLang="ko-KR" sz="2400">
                <a:solidFill>
                  <a:schemeClr val="tx1"/>
                </a:solidFill>
              </a:rPr>
              <a:t>VECTOR  INSTRUCTION  FORMAT</a:t>
            </a:r>
          </a:p>
        </p:txBody>
      </p:sp>
      <p:pic>
        <p:nvPicPr>
          <p:cNvPr id="40963" name="Picture 3">
            <a:extLst>
              <a:ext uri="{FF2B5EF4-FFF2-40B4-BE49-F238E27FC236}">
                <a16:creationId xmlns:a16="http://schemas.microsoft.com/office/drawing/2014/main" id="{CF0CC0ED-6841-CF6B-5902-F1F836A8A822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3475" y="1647825"/>
            <a:ext cx="56515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64" name="Rectangle 4">
            <a:extLst>
              <a:ext uri="{FF2B5EF4-FFF2-40B4-BE49-F238E27FC236}">
                <a16:creationId xmlns:a16="http://schemas.microsoft.com/office/drawing/2014/main" id="{2FF836B0-C152-258E-F22A-C886B8D0EF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26514" y="1"/>
            <a:ext cx="1741487" cy="284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 algn="r"/>
            <a:r>
              <a:rPr lang="en-US" altLang="ko-KR" i="1"/>
              <a:t>Vector Processing</a:t>
            </a:r>
          </a:p>
        </p:txBody>
      </p:sp>
      <p:sp>
        <p:nvSpPr>
          <p:cNvPr id="40965" name="Rectangle 5">
            <a:extLst>
              <a:ext uri="{FF2B5EF4-FFF2-40B4-BE49-F238E27FC236}">
                <a16:creationId xmlns:a16="http://schemas.microsoft.com/office/drawing/2014/main" id="{2FD1D240-B99B-87BB-1B8D-C90EA08797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2650" y="1182689"/>
            <a:ext cx="2978150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r>
              <a:rPr lang="en-US" altLang="ko-KR" sz="1800"/>
              <a:t>Vector Instruction Format</a:t>
            </a:r>
          </a:p>
        </p:txBody>
      </p:sp>
      <p:pic>
        <p:nvPicPr>
          <p:cNvPr id="40966" name="Picture 6">
            <a:extLst>
              <a:ext uri="{FF2B5EF4-FFF2-40B4-BE49-F238E27FC236}">
                <a16:creationId xmlns:a16="http://schemas.microsoft.com/office/drawing/2014/main" id="{77DBFBBC-C6F9-1AA6-77E9-3673423D9CCD}"/>
              </a:ext>
            </a:extLst>
          </p:cNvPr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7189" y="3257550"/>
            <a:ext cx="6084887" cy="1079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67" name="Rectangle 7">
            <a:extLst>
              <a:ext uri="{FF2B5EF4-FFF2-40B4-BE49-F238E27FC236}">
                <a16:creationId xmlns:a16="http://schemas.microsoft.com/office/drawing/2014/main" id="{43D217BD-6583-25EB-D1EC-A7D0E9B72C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22500" y="2649539"/>
            <a:ext cx="2978150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r>
              <a:rPr lang="en-US" altLang="ko-KR" sz="1800"/>
              <a:t>Pipeline for Inner Product</a:t>
            </a:r>
          </a:p>
        </p:txBody>
      </p:sp>
    </p:spTree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86" name="Picture 2">
            <a:extLst>
              <a:ext uri="{FF2B5EF4-FFF2-40B4-BE49-F238E27FC236}">
                <a16:creationId xmlns:a16="http://schemas.microsoft.com/office/drawing/2014/main" id="{4C1EB82F-AEAD-7D73-D255-08C62BB9B5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5326" y="957264"/>
            <a:ext cx="8150225" cy="3144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987" name="Picture 3">
            <a:extLst>
              <a:ext uri="{FF2B5EF4-FFF2-40B4-BE49-F238E27FC236}">
                <a16:creationId xmlns:a16="http://schemas.microsoft.com/office/drawing/2014/main" id="{BF92F55B-E363-FDA2-CACF-7CB16B899E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4100" y="4295775"/>
            <a:ext cx="6667500" cy="2266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9302D0E5-4614-12A1-B9DA-14A9D28B3C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181225" y="305041"/>
            <a:ext cx="7850188" cy="383695"/>
          </a:xfrm>
          <a:noFill/>
        </p:spPr>
        <p:txBody>
          <a:bodyPr anchor="ctr"/>
          <a:lstStyle/>
          <a:p>
            <a:r>
              <a:rPr lang="en-US" altLang="ko-KR" sz="2400">
                <a:solidFill>
                  <a:schemeClr val="tx1"/>
                </a:solidFill>
              </a:rPr>
              <a:t>STRUCTURAL  HAZARDS</a:t>
            </a:r>
          </a:p>
        </p:txBody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591C125D-0336-28D4-07F5-33047E245D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71750" y="892175"/>
            <a:ext cx="5321300" cy="1233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3500" tIns="25400" rIns="63500" bIns="25400">
            <a:spAutoFit/>
          </a:bodyPr>
          <a:lstStyle>
            <a:lvl1pPr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r>
              <a:rPr lang="en-US" altLang="ko-KR" sz="1800"/>
              <a:t>Structural Hazards</a:t>
            </a:r>
            <a:r>
              <a:rPr lang="en-US" altLang="ko-KR"/>
              <a:t> </a:t>
            </a:r>
          </a:p>
          <a:p>
            <a:endParaRPr lang="en-US" altLang="ko-KR"/>
          </a:p>
          <a:p>
            <a:r>
              <a:rPr lang="en-US" altLang="ko-KR" sz="1800"/>
              <a:t>     Occur when some resource has not been </a:t>
            </a:r>
          </a:p>
          <a:p>
            <a:r>
              <a:rPr lang="en-US" altLang="ko-KR" sz="1800"/>
              <a:t>     duplicated enough to allow all combinations </a:t>
            </a:r>
          </a:p>
          <a:p>
            <a:r>
              <a:rPr lang="en-US" altLang="ko-KR" sz="1800"/>
              <a:t>     of instructions in the pipeline to execute</a:t>
            </a:r>
          </a:p>
        </p:txBody>
      </p:sp>
      <p:sp>
        <p:nvSpPr>
          <p:cNvPr id="28676" name="Rectangle 4">
            <a:extLst>
              <a:ext uri="{FF2B5EF4-FFF2-40B4-BE49-F238E27FC236}">
                <a16:creationId xmlns:a16="http://schemas.microsoft.com/office/drawing/2014/main" id="{2FEA3809-2256-0F34-960A-6D2062F336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5925" y="2298700"/>
            <a:ext cx="7975600" cy="793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3500" tIns="25400" rIns="63500" bIns="25400">
            <a:spAutoFit/>
          </a:bodyPr>
          <a:lstStyle>
            <a:lvl1pPr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endParaRPr lang="en-US" altLang="ko-KR" sz="1800"/>
          </a:p>
          <a:p>
            <a:r>
              <a:rPr lang="en-US" altLang="ko-KR" sz="1800"/>
              <a:t>             Example: With one memory-port, a data and an instruction fetch </a:t>
            </a:r>
          </a:p>
          <a:p>
            <a:r>
              <a:rPr lang="en-US" altLang="ko-KR" sz="1800"/>
              <a:t>			cannot be initiated in the same clock</a:t>
            </a:r>
          </a:p>
        </p:txBody>
      </p:sp>
      <p:sp>
        <p:nvSpPr>
          <p:cNvPr id="28677" name="Rectangle 6">
            <a:extLst>
              <a:ext uri="{FF2B5EF4-FFF2-40B4-BE49-F238E27FC236}">
                <a16:creationId xmlns:a16="http://schemas.microsoft.com/office/drawing/2014/main" id="{80D189A5-B00E-21F2-27BC-0EBA923C7D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02125" y="4645025"/>
            <a:ext cx="5137150" cy="793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3500" tIns="25400" rIns="63500" bIns="25400">
            <a:spAutoFit/>
          </a:bodyPr>
          <a:lstStyle>
            <a:lvl1pPr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r>
              <a:rPr lang="en-US" altLang="ko-KR" sz="1800"/>
              <a:t>The Pipeline is stalled for a structural hazard</a:t>
            </a:r>
          </a:p>
          <a:p>
            <a:r>
              <a:rPr lang="en-US" altLang="ko-KR" sz="1800"/>
              <a:t>&lt;- Two Loads with one port memory</a:t>
            </a:r>
          </a:p>
          <a:p>
            <a:r>
              <a:rPr lang="en-US" altLang="ko-KR" sz="1800"/>
              <a:t>     -&gt; Two-port memory will serve without stall</a:t>
            </a:r>
          </a:p>
        </p:txBody>
      </p:sp>
      <p:sp>
        <p:nvSpPr>
          <p:cNvPr id="28678" name="Rectangle 7">
            <a:extLst>
              <a:ext uri="{FF2B5EF4-FFF2-40B4-BE49-F238E27FC236}">
                <a16:creationId xmlns:a16="http://schemas.microsoft.com/office/drawing/2014/main" id="{63C07216-82FF-3223-14CD-7F8315860C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05469" y="0"/>
            <a:ext cx="1845057" cy="2868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 algn="r"/>
            <a:r>
              <a:rPr lang="en-US" altLang="ko-KR" i="1"/>
              <a:t>Instruction Pipeline</a:t>
            </a:r>
          </a:p>
        </p:txBody>
      </p:sp>
      <p:sp>
        <p:nvSpPr>
          <p:cNvPr id="28679" name="Rectangle 8">
            <a:extLst>
              <a:ext uri="{FF2B5EF4-FFF2-40B4-BE49-F238E27FC236}">
                <a16:creationId xmlns:a16="http://schemas.microsoft.com/office/drawing/2014/main" id="{DB1ECF93-A663-62EC-3D82-722CE7277F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67276" y="3270250"/>
            <a:ext cx="136525" cy="16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r>
              <a:rPr lang="en-US" altLang="ko-KR" sz="1200">
                <a:solidFill>
                  <a:srgbClr val="000000"/>
                </a:solidFill>
              </a:rPr>
              <a:t>FI</a:t>
            </a:r>
            <a:endParaRPr lang="en-US" altLang="ko-KR" sz="1800"/>
          </a:p>
        </p:txBody>
      </p:sp>
      <p:sp>
        <p:nvSpPr>
          <p:cNvPr id="28680" name="Line 9">
            <a:extLst>
              <a:ext uri="{FF2B5EF4-FFF2-40B4-BE49-F238E27FC236}">
                <a16:creationId xmlns:a16="http://schemas.microsoft.com/office/drawing/2014/main" id="{2F3FC474-8C36-F3F1-277D-22D3AE83DE78}"/>
              </a:ext>
            </a:extLst>
          </p:cNvPr>
          <p:cNvSpPr>
            <a:spLocks noChangeShapeType="1"/>
          </p:cNvSpPr>
          <p:nvPr/>
        </p:nvSpPr>
        <p:spPr bwMode="auto">
          <a:xfrm>
            <a:off x="4719638" y="3208339"/>
            <a:ext cx="1757362" cy="1587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681" name="Line 10">
            <a:extLst>
              <a:ext uri="{FF2B5EF4-FFF2-40B4-BE49-F238E27FC236}">
                <a16:creationId xmlns:a16="http://schemas.microsoft.com/office/drawing/2014/main" id="{8EDDEB1E-ED8E-ED76-27C5-8FB61E349534}"/>
              </a:ext>
            </a:extLst>
          </p:cNvPr>
          <p:cNvSpPr>
            <a:spLocks noChangeShapeType="1"/>
          </p:cNvSpPr>
          <p:nvPr/>
        </p:nvSpPr>
        <p:spPr bwMode="auto">
          <a:xfrm>
            <a:off x="4730751" y="3521076"/>
            <a:ext cx="1768475" cy="3175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682" name="Line 11">
            <a:extLst>
              <a:ext uri="{FF2B5EF4-FFF2-40B4-BE49-F238E27FC236}">
                <a16:creationId xmlns:a16="http://schemas.microsoft.com/office/drawing/2014/main" id="{A1213BD2-5DB1-51DD-0585-F8CA6BF09493}"/>
              </a:ext>
            </a:extLst>
          </p:cNvPr>
          <p:cNvSpPr>
            <a:spLocks noChangeShapeType="1"/>
          </p:cNvSpPr>
          <p:nvPr/>
        </p:nvSpPr>
        <p:spPr bwMode="auto">
          <a:xfrm>
            <a:off x="4722814" y="3205163"/>
            <a:ext cx="1587" cy="328612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683" name="Line 12">
            <a:extLst>
              <a:ext uri="{FF2B5EF4-FFF2-40B4-BE49-F238E27FC236}">
                <a16:creationId xmlns:a16="http://schemas.microsoft.com/office/drawing/2014/main" id="{C54CEB65-FB6D-91D4-1F55-53045EB3E3F7}"/>
              </a:ext>
            </a:extLst>
          </p:cNvPr>
          <p:cNvSpPr>
            <a:spLocks noChangeShapeType="1"/>
          </p:cNvSpPr>
          <p:nvPr/>
        </p:nvSpPr>
        <p:spPr bwMode="auto">
          <a:xfrm>
            <a:off x="5159376" y="3205163"/>
            <a:ext cx="3175" cy="328612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684" name="Line 13">
            <a:extLst>
              <a:ext uri="{FF2B5EF4-FFF2-40B4-BE49-F238E27FC236}">
                <a16:creationId xmlns:a16="http://schemas.microsoft.com/office/drawing/2014/main" id="{033511D0-F751-1D78-CD11-D14AC33497B8}"/>
              </a:ext>
            </a:extLst>
          </p:cNvPr>
          <p:cNvSpPr>
            <a:spLocks noChangeShapeType="1"/>
          </p:cNvSpPr>
          <p:nvPr/>
        </p:nvSpPr>
        <p:spPr bwMode="auto">
          <a:xfrm>
            <a:off x="5597526" y="3205163"/>
            <a:ext cx="3175" cy="328612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685" name="Line 14">
            <a:extLst>
              <a:ext uri="{FF2B5EF4-FFF2-40B4-BE49-F238E27FC236}">
                <a16:creationId xmlns:a16="http://schemas.microsoft.com/office/drawing/2014/main" id="{76B4E2D6-A8D9-827D-EC21-080E268D6465}"/>
              </a:ext>
            </a:extLst>
          </p:cNvPr>
          <p:cNvSpPr>
            <a:spLocks noChangeShapeType="1"/>
          </p:cNvSpPr>
          <p:nvPr/>
        </p:nvSpPr>
        <p:spPr bwMode="auto">
          <a:xfrm>
            <a:off x="6049964" y="3205163"/>
            <a:ext cx="3175" cy="328612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686" name="Line 15">
            <a:extLst>
              <a:ext uri="{FF2B5EF4-FFF2-40B4-BE49-F238E27FC236}">
                <a16:creationId xmlns:a16="http://schemas.microsoft.com/office/drawing/2014/main" id="{9FD55443-BC88-6AC3-AA5F-AB05F14DD0D9}"/>
              </a:ext>
            </a:extLst>
          </p:cNvPr>
          <p:cNvSpPr>
            <a:spLocks noChangeShapeType="1"/>
          </p:cNvSpPr>
          <p:nvPr/>
        </p:nvSpPr>
        <p:spPr bwMode="auto">
          <a:xfrm>
            <a:off x="6488114" y="3205163"/>
            <a:ext cx="1587" cy="328612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687" name="Rectangle 16">
            <a:extLst>
              <a:ext uri="{FF2B5EF4-FFF2-40B4-BE49-F238E27FC236}">
                <a16:creationId xmlns:a16="http://schemas.microsoft.com/office/drawing/2014/main" id="{FEE5649F-E2A2-A3F7-2F0B-B317663629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38751" y="3270250"/>
            <a:ext cx="219075" cy="16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r>
              <a:rPr lang="en-US" altLang="ko-KR" sz="1200">
                <a:solidFill>
                  <a:srgbClr val="000000"/>
                </a:solidFill>
              </a:rPr>
              <a:t>DA</a:t>
            </a:r>
            <a:endParaRPr lang="en-US" altLang="ko-KR" sz="1800"/>
          </a:p>
        </p:txBody>
      </p:sp>
      <p:sp>
        <p:nvSpPr>
          <p:cNvPr id="28688" name="Rectangle 17">
            <a:extLst>
              <a:ext uri="{FF2B5EF4-FFF2-40B4-BE49-F238E27FC236}">
                <a16:creationId xmlns:a16="http://schemas.microsoft.com/office/drawing/2014/main" id="{6B0E72DC-10D9-5407-C2CD-1EA8C42AE0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08651" y="3270250"/>
            <a:ext cx="212725" cy="16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r>
              <a:rPr lang="en-US" altLang="ko-KR" sz="1200">
                <a:solidFill>
                  <a:srgbClr val="000000"/>
                </a:solidFill>
              </a:rPr>
              <a:t>FO</a:t>
            </a:r>
            <a:endParaRPr lang="en-US" altLang="ko-KR" sz="1800"/>
          </a:p>
        </p:txBody>
      </p:sp>
      <p:sp>
        <p:nvSpPr>
          <p:cNvPr id="28689" name="Rectangle 18">
            <a:extLst>
              <a:ext uri="{FF2B5EF4-FFF2-40B4-BE49-F238E27FC236}">
                <a16:creationId xmlns:a16="http://schemas.microsoft.com/office/drawing/2014/main" id="{E08BC03D-079E-CD7A-90AE-58C5780FD0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45213" y="3270250"/>
            <a:ext cx="203200" cy="16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r>
              <a:rPr lang="en-US" altLang="ko-KR" sz="1200">
                <a:solidFill>
                  <a:srgbClr val="000000"/>
                </a:solidFill>
              </a:rPr>
              <a:t>EX</a:t>
            </a:r>
            <a:endParaRPr lang="en-US" altLang="ko-KR" sz="1800"/>
          </a:p>
        </p:txBody>
      </p:sp>
      <p:sp>
        <p:nvSpPr>
          <p:cNvPr id="28690" name="Rectangle 19">
            <a:extLst>
              <a:ext uri="{FF2B5EF4-FFF2-40B4-BE49-F238E27FC236}">
                <a16:creationId xmlns:a16="http://schemas.microsoft.com/office/drawing/2014/main" id="{AAEB311E-5C38-217C-384A-8D79DBC1F8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57701" y="3243263"/>
            <a:ext cx="42863" cy="16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r>
              <a:rPr lang="en-US" altLang="ko-KR" sz="1200">
                <a:solidFill>
                  <a:srgbClr val="000000"/>
                </a:solidFill>
              </a:rPr>
              <a:t>i</a:t>
            </a:r>
            <a:endParaRPr lang="en-US" altLang="ko-KR" sz="1800"/>
          </a:p>
        </p:txBody>
      </p:sp>
      <p:sp>
        <p:nvSpPr>
          <p:cNvPr id="28691" name="Rectangle 20">
            <a:extLst>
              <a:ext uri="{FF2B5EF4-FFF2-40B4-BE49-F238E27FC236}">
                <a16:creationId xmlns:a16="http://schemas.microsoft.com/office/drawing/2014/main" id="{8E338B2C-2481-3EDE-A15A-96A41821CF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76750" y="3627438"/>
            <a:ext cx="215900" cy="16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r>
              <a:rPr lang="en-US" altLang="ko-KR" sz="1200">
                <a:solidFill>
                  <a:srgbClr val="000000"/>
                </a:solidFill>
              </a:rPr>
              <a:t>i+1</a:t>
            </a:r>
            <a:endParaRPr lang="en-US" altLang="ko-KR" sz="1800"/>
          </a:p>
        </p:txBody>
      </p:sp>
      <p:sp>
        <p:nvSpPr>
          <p:cNvPr id="28692" name="Rectangle 21">
            <a:extLst>
              <a:ext uri="{FF2B5EF4-FFF2-40B4-BE49-F238E27FC236}">
                <a16:creationId xmlns:a16="http://schemas.microsoft.com/office/drawing/2014/main" id="{CA0E741E-2138-F6E2-B3A3-0031EFF95D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76750" y="3997325"/>
            <a:ext cx="215900" cy="16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r>
              <a:rPr lang="en-US" altLang="ko-KR" sz="1200">
                <a:solidFill>
                  <a:srgbClr val="000000"/>
                </a:solidFill>
              </a:rPr>
              <a:t>i+2</a:t>
            </a:r>
            <a:endParaRPr lang="en-US" altLang="ko-KR" sz="1800"/>
          </a:p>
        </p:txBody>
      </p:sp>
      <p:sp>
        <p:nvSpPr>
          <p:cNvPr id="28693" name="Rectangle 22">
            <a:extLst>
              <a:ext uri="{FF2B5EF4-FFF2-40B4-BE49-F238E27FC236}">
                <a16:creationId xmlns:a16="http://schemas.microsoft.com/office/drawing/2014/main" id="{38080BA7-7380-543E-46AB-E52AF68B35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99076" y="3654425"/>
            <a:ext cx="136525" cy="16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r>
              <a:rPr lang="en-US" altLang="ko-KR" sz="1200">
                <a:solidFill>
                  <a:srgbClr val="000000"/>
                </a:solidFill>
              </a:rPr>
              <a:t>FI</a:t>
            </a:r>
            <a:endParaRPr lang="en-US" altLang="ko-KR" sz="1800"/>
          </a:p>
        </p:txBody>
      </p:sp>
      <p:sp>
        <p:nvSpPr>
          <p:cNvPr id="28694" name="Line 23">
            <a:extLst>
              <a:ext uri="{FF2B5EF4-FFF2-40B4-BE49-F238E27FC236}">
                <a16:creationId xmlns:a16="http://schemas.microsoft.com/office/drawing/2014/main" id="{587DB4F5-731D-9596-8194-10267EF8B04F}"/>
              </a:ext>
            </a:extLst>
          </p:cNvPr>
          <p:cNvSpPr>
            <a:spLocks noChangeShapeType="1"/>
          </p:cNvSpPr>
          <p:nvPr/>
        </p:nvSpPr>
        <p:spPr bwMode="auto">
          <a:xfrm>
            <a:off x="5153026" y="3576639"/>
            <a:ext cx="1787525" cy="3175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695" name="Line 24">
            <a:extLst>
              <a:ext uri="{FF2B5EF4-FFF2-40B4-BE49-F238E27FC236}">
                <a16:creationId xmlns:a16="http://schemas.microsoft.com/office/drawing/2014/main" id="{A027A637-8E1E-8059-CA29-4004526118DF}"/>
              </a:ext>
            </a:extLst>
          </p:cNvPr>
          <p:cNvSpPr>
            <a:spLocks noChangeShapeType="1"/>
          </p:cNvSpPr>
          <p:nvPr/>
        </p:nvSpPr>
        <p:spPr bwMode="auto">
          <a:xfrm>
            <a:off x="5162550" y="3890964"/>
            <a:ext cx="1778000" cy="3175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696" name="Line 25">
            <a:extLst>
              <a:ext uri="{FF2B5EF4-FFF2-40B4-BE49-F238E27FC236}">
                <a16:creationId xmlns:a16="http://schemas.microsoft.com/office/drawing/2014/main" id="{DFB7EC1E-36C7-1275-5188-1D04A8B6E2AF}"/>
              </a:ext>
            </a:extLst>
          </p:cNvPr>
          <p:cNvSpPr>
            <a:spLocks noChangeShapeType="1"/>
          </p:cNvSpPr>
          <p:nvPr/>
        </p:nvSpPr>
        <p:spPr bwMode="auto">
          <a:xfrm>
            <a:off x="5159376" y="3575050"/>
            <a:ext cx="3175" cy="33020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697" name="Line 26">
            <a:extLst>
              <a:ext uri="{FF2B5EF4-FFF2-40B4-BE49-F238E27FC236}">
                <a16:creationId xmlns:a16="http://schemas.microsoft.com/office/drawing/2014/main" id="{74BBC7CB-1C51-2C80-334E-DF0D56FD1824}"/>
              </a:ext>
            </a:extLst>
          </p:cNvPr>
          <p:cNvSpPr>
            <a:spLocks noChangeShapeType="1"/>
          </p:cNvSpPr>
          <p:nvPr/>
        </p:nvSpPr>
        <p:spPr bwMode="auto">
          <a:xfrm>
            <a:off x="5597526" y="3575050"/>
            <a:ext cx="3175" cy="33020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698" name="Line 28">
            <a:extLst>
              <a:ext uri="{FF2B5EF4-FFF2-40B4-BE49-F238E27FC236}">
                <a16:creationId xmlns:a16="http://schemas.microsoft.com/office/drawing/2014/main" id="{B83E97D2-5F8B-9532-F575-23DA7CC7F4B9}"/>
              </a:ext>
            </a:extLst>
          </p:cNvPr>
          <p:cNvSpPr>
            <a:spLocks noChangeShapeType="1"/>
          </p:cNvSpPr>
          <p:nvPr/>
        </p:nvSpPr>
        <p:spPr bwMode="auto">
          <a:xfrm>
            <a:off x="6488114" y="3575050"/>
            <a:ext cx="1587" cy="33020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699" name="Line 29">
            <a:extLst>
              <a:ext uri="{FF2B5EF4-FFF2-40B4-BE49-F238E27FC236}">
                <a16:creationId xmlns:a16="http://schemas.microsoft.com/office/drawing/2014/main" id="{89061AE3-EFB1-15E9-044C-6C0EC2259D1A}"/>
              </a:ext>
            </a:extLst>
          </p:cNvPr>
          <p:cNvSpPr>
            <a:spLocks noChangeShapeType="1"/>
          </p:cNvSpPr>
          <p:nvPr/>
        </p:nvSpPr>
        <p:spPr bwMode="auto">
          <a:xfrm>
            <a:off x="6924675" y="3575050"/>
            <a:ext cx="1588" cy="33020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700" name="Rectangle 30">
            <a:extLst>
              <a:ext uri="{FF2B5EF4-FFF2-40B4-BE49-F238E27FC236}">
                <a16:creationId xmlns:a16="http://schemas.microsoft.com/office/drawing/2014/main" id="{20464B8C-C7A1-1D2B-6216-BF273CCD22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73726" y="3654425"/>
            <a:ext cx="219075" cy="16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r>
              <a:rPr lang="en-US" altLang="ko-KR" sz="1200">
                <a:solidFill>
                  <a:srgbClr val="000000"/>
                </a:solidFill>
              </a:rPr>
              <a:t>DA</a:t>
            </a:r>
            <a:endParaRPr lang="en-US" altLang="ko-KR" sz="1800"/>
          </a:p>
        </p:txBody>
      </p:sp>
      <p:sp>
        <p:nvSpPr>
          <p:cNvPr id="28701" name="Rectangle 31">
            <a:extLst>
              <a:ext uri="{FF2B5EF4-FFF2-40B4-BE49-F238E27FC236}">
                <a16:creationId xmlns:a16="http://schemas.microsoft.com/office/drawing/2014/main" id="{7E214E86-735A-2C55-7172-372C251804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45214" y="3654425"/>
            <a:ext cx="212725" cy="16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r>
              <a:rPr lang="en-US" altLang="ko-KR" sz="1200">
                <a:solidFill>
                  <a:srgbClr val="000000"/>
                </a:solidFill>
              </a:rPr>
              <a:t>FO</a:t>
            </a:r>
            <a:endParaRPr lang="en-US" altLang="ko-KR" sz="1800"/>
          </a:p>
        </p:txBody>
      </p:sp>
      <p:sp>
        <p:nvSpPr>
          <p:cNvPr id="28702" name="Rectangle 32">
            <a:extLst>
              <a:ext uri="{FF2B5EF4-FFF2-40B4-BE49-F238E27FC236}">
                <a16:creationId xmlns:a16="http://schemas.microsoft.com/office/drawing/2014/main" id="{B284889F-CE2E-C276-840E-947B710645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81775" y="3654425"/>
            <a:ext cx="203200" cy="16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r>
              <a:rPr lang="en-US" altLang="ko-KR" sz="1200">
                <a:solidFill>
                  <a:srgbClr val="000000"/>
                </a:solidFill>
              </a:rPr>
              <a:t>EX</a:t>
            </a:r>
            <a:endParaRPr lang="en-US" altLang="ko-KR" sz="1800"/>
          </a:p>
        </p:txBody>
      </p:sp>
      <p:sp>
        <p:nvSpPr>
          <p:cNvPr id="28703" name="Rectangle 33">
            <a:extLst>
              <a:ext uri="{FF2B5EF4-FFF2-40B4-BE49-F238E27FC236}">
                <a16:creationId xmlns:a16="http://schemas.microsoft.com/office/drawing/2014/main" id="{9CA33903-7FEA-1B1B-BC22-312187B5F0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6226" y="4024313"/>
            <a:ext cx="136525" cy="16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r>
              <a:rPr lang="en-US" altLang="ko-KR" sz="1200">
                <a:solidFill>
                  <a:srgbClr val="000000"/>
                </a:solidFill>
              </a:rPr>
              <a:t>FI</a:t>
            </a:r>
            <a:endParaRPr lang="en-US" altLang="ko-KR" sz="1800"/>
          </a:p>
        </p:txBody>
      </p:sp>
      <p:sp>
        <p:nvSpPr>
          <p:cNvPr id="28704" name="Line 34">
            <a:extLst>
              <a:ext uri="{FF2B5EF4-FFF2-40B4-BE49-F238E27FC236}">
                <a16:creationId xmlns:a16="http://schemas.microsoft.com/office/drawing/2014/main" id="{66BCB6BA-F766-78CF-C900-39F62B3D4797}"/>
              </a:ext>
            </a:extLst>
          </p:cNvPr>
          <p:cNvSpPr>
            <a:spLocks noChangeShapeType="1"/>
          </p:cNvSpPr>
          <p:nvPr/>
        </p:nvSpPr>
        <p:spPr bwMode="auto">
          <a:xfrm>
            <a:off x="5594351" y="3951288"/>
            <a:ext cx="2682875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705" name="Line 35">
            <a:extLst>
              <a:ext uri="{FF2B5EF4-FFF2-40B4-BE49-F238E27FC236}">
                <a16:creationId xmlns:a16="http://schemas.microsoft.com/office/drawing/2014/main" id="{5B1CF480-6CEF-F60E-D316-7B8EEF843A97}"/>
              </a:ext>
            </a:extLst>
          </p:cNvPr>
          <p:cNvSpPr>
            <a:spLocks noChangeShapeType="1"/>
          </p:cNvSpPr>
          <p:nvPr/>
        </p:nvSpPr>
        <p:spPr bwMode="auto">
          <a:xfrm>
            <a:off x="5591175" y="4275139"/>
            <a:ext cx="2674938" cy="3175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706" name="Line 36">
            <a:extLst>
              <a:ext uri="{FF2B5EF4-FFF2-40B4-BE49-F238E27FC236}">
                <a16:creationId xmlns:a16="http://schemas.microsoft.com/office/drawing/2014/main" id="{4B780FB4-A2B0-D83E-1227-485FC72CFB85}"/>
              </a:ext>
            </a:extLst>
          </p:cNvPr>
          <p:cNvSpPr>
            <a:spLocks noChangeShapeType="1"/>
          </p:cNvSpPr>
          <p:nvPr/>
        </p:nvSpPr>
        <p:spPr bwMode="auto">
          <a:xfrm>
            <a:off x="6488114" y="3959226"/>
            <a:ext cx="1587" cy="328613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707" name="Line 37">
            <a:extLst>
              <a:ext uri="{FF2B5EF4-FFF2-40B4-BE49-F238E27FC236}">
                <a16:creationId xmlns:a16="http://schemas.microsoft.com/office/drawing/2014/main" id="{9D3ED93A-068D-7026-2527-A232603B885C}"/>
              </a:ext>
            </a:extLst>
          </p:cNvPr>
          <p:cNvSpPr>
            <a:spLocks noChangeShapeType="1"/>
          </p:cNvSpPr>
          <p:nvPr/>
        </p:nvSpPr>
        <p:spPr bwMode="auto">
          <a:xfrm>
            <a:off x="6924675" y="3959226"/>
            <a:ext cx="1588" cy="328613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708" name="Line 38">
            <a:extLst>
              <a:ext uri="{FF2B5EF4-FFF2-40B4-BE49-F238E27FC236}">
                <a16:creationId xmlns:a16="http://schemas.microsoft.com/office/drawing/2014/main" id="{9B10411E-6402-18A0-92A1-95FD9305CEF5}"/>
              </a:ext>
            </a:extLst>
          </p:cNvPr>
          <p:cNvSpPr>
            <a:spLocks noChangeShapeType="1"/>
          </p:cNvSpPr>
          <p:nvPr/>
        </p:nvSpPr>
        <p:spPr bwMode="auto">
          <a:xfrm>
            <a:off x="7361239" y="3959226"/>
            <a:ext cx="1587" cy="328613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709" name="Line 39">
            <a:extLst>
              <a:ext uri="{FF2B5EF4-FFF2-40B4-BE49-F238E27FC236}">
                <a16:creationId xmlns:a16="http://schemas.microsoft.com/office/drawing/2014/main" id="{03233750-BDC4-25B6-8F0D-80AA01DB9289}"/>
              </a:ext>
            </a:extLst>
          </p:cNvPr>
          <p:cNvSpPr>
            <a:spLocks noChangeShapeType="1"/>
          </p:cNvSpPr>
          <p:nvPr/>
        </p:nvSpPr>
        <p:spPr bwMode="auto">
          <a:xfrm>
            <a:off x="7813675" y="3959226"/>
            <a:ext cx="1588" cy="328613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710" name="Line 40">
            <a:extLst>
              <a:ext uri="{FF2B5EF4-FFF2-40B4-BE49-F238E27FC236}">
                <a16:creationId xmlns:a16="http://schemas.microsoft.com/office/drawing/2014/main" id="{DBDA8003-8114-B98B-598E-95380F552919}"/>
              </a:ext>
            </a:extLst>
          </p:cNvPr>
          <p:cNvSpPr>
            <a:spLocks noChangeShapeType="1"/>
          </p:cNvSpPr>
          <p:nvPr/>
        </p:nvSpPr>
        <p:spPr bwMode="auto">
          <a:xfrm>
            <a:off x="8250239" y="3959226"/>
            <a:ext cx="1587" cy="328613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711" name="Rectangle 41">
            <a:extLst>
              <a:ext uri="{FF2B5EF4-FFF2-40B4-BE49-F238E27FC236}">
                <a16:creationId xmlns:a16="http://schemas.microsoft.com/office/drawing/2014/main" id="{E425231B-1265-F161-A5D5-368707433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02464" y="4024313"/>
            <a:ext cx="219075" cy="16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r>
              <a:rPr lang="en-US" altLang="ko-KR" sz="1200">
                <a:solidFill>
                  <a:srgbClr val="000000"/>
                </a:solidFill>
              </a:rPr>
              <a:t>DA</a:t>
            </a:r>
            <a:endParaRPr lang="en-US" altLang="ko-KR" sz="1800"/>
          </a:p>
        </p:txBody>
      </p:sp>
      <p:sp>
        <p:nvSpPr>
          <p:cNvPr id="28712" name="Rectangle 42">
            <a:extLst>
              <a:ext uri="{FF2B5EF4-FFF2-40B4-BE49-F238E27FC236}">
                <a16:creationId xmlns:a16="http://schemas.microsoft.com/office/drawing/2014/main" id="{F8D35B70-0AE5-5EB0-2412-D962416943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70776" y="4024313"/>
            <a:ext cx="212725" cy="16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r>
              <a:rPr lang="en-US" altLang="ko-KR" sz="1200">
                <a:solidFill>
                  <a:srgbClr val="000000"/>
                </a:solidFill>
              </a:rPr>
              <a:t>FO</a:t>
            </a:r>
            <a:endParaRPr lang="en-US" altLang="ko-KR" sz="1800"/>
          </a:p>
        </p:txBody>
      </p:sp>
      <p:sp>
        <p:nvSpPr>
          <p:cNvPr id="28713" name="Rectangle 43">
            <a:extLst>
              <a:ext uri="{FF2B5EF4-FFF2-40B4-BE49-F238E27FC236}">
                <a16:creationId xmlns:a16="http://schemas.microsoft.com/office/drawing/2014/main" id="{B0335EAA-C60C-62D3-6DBC-752A9CBF14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07338" y="4024313"/>
            <a:ext cx="203200" cy="16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r>
              <a:rPr lang="en-US" altLang="ko-KR" sz="1200">
                <a:solidFill>
                  <a:srgbClr val="000000"/>
                </a:solidFill>
              </a:rPr>
              <a:t>EX</a:t>
            </a:r>
            <a:endParaRPr lang="en-US" altLang="ko-KR" sz="1800"/>
          </a:p>
        </p:txBody>
      </p:sp>
      <p:sp>
        <p:nvSpPr>
          <p:cNvPr id="28714" name="Rectangle 44">
            <a:extLst>
              <a:ext uri="{FF2B5EF4-FFF2-40B4-BE49-F238E27FC236}">
                <a16:creationId xmlns:a16="http://schemas.microsoft.com/office/drawing/2014/main" id="{989A89AD-4CC9-8839-4902-B854A758CE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46800" y="4038601"/>
            <a:ext cx="254878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r>
              <a:rPr lang="en-US" altLang="ko-KR" sz="1000">
                <a:solidFill>
                  <a:srgbClr val="000000"/>
                </a:solidFill>
              </a:rPr>
              <a:t>stall</a:t>
            </a:r>
            <a:endParaRPr lang="en-US" altLang="ko-KR" sz="1800"/>
          </a:p>
        </p:txBody>
      </p:sp>
      <p:sp>
        <p:nvSpPr>
          <p:cNvPr id="28715" name="Line 46">
            <a:extLst>
              <a:ext uri="{FF2B5EF4-FFF2-40B4-BE49-F238E27FC236}">
                <a16:creationId xmlns:a16="http://schemas.microsoft.com/office/drawing/2014/main" id="{A31F8795-FF29-6B4C-BE18-684CCDE4F66E}"/>
              </a:ext>
            </a:extLst>
          </p:cNvPr>
          <p:cNvSpPr>
            <a:spLocks noChangeShapeType="1"/>
          </p:cNvSpPr>
          <p:nvPr/>
        </p:nvSpPr>
        <p:spPr bwMode="auto">
          <a:xfrm>
            <a:off x="5597526" y="3959226"/>
            <a:ext cx="3175" cy="328613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716" name="Rectangle 47">
            <a:extLst>
              <a:ext uri="{FF2B5EF4-FFF2-40B4-BE49-F238E27FC236}">
                <a16:creationId xmlns:a16="http://schemas.microsoft.com/office/drawing/2014/main" id="{B681E189-668A-45B4-3EF6-A6F81AD8FC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81663" y="4029076"/>
            <a:ext cx="254878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r>
              <a:rPr lang="en-US" altLang="ko-KR" sz="1000">
                <a:solidFill>
                  <a:srgbClr val="000000"/>
                </a:solidFill>
              </a:rPr>
              <a:t>stall</a:t>
            </a:r>
            <a:endParaRPr lang="en-US" altLang="ko-KR" sz="1800"/>
          </a:p>
        </p:txBody>
      </p:sp>
      <p:sp>
        <p:nvSpPr>
          <p:cNvPr id="28717" name="Line 50">
            <a:extLst>
              <a:ext uri="{FF2B5EF4-FFF2-40B4-BE49-F238E27FC236}">
                <a16:creationId xmlns:a16="http://schemas.microsoft.com/office/drawing/2014/main" id="{2009D387-6200-FB10-CB84-2A87DB09B96D}"/>
              </a:ext>
            </a:extLst>
          </p:cNvPr>
          <p:cNvSpPr>
            <a:spLocks noChangeShapeType="1"/>
          </p:cNvSpPr>
          <p:nvPr/>
        </p:nvSpPr>
        <p:spPr bwMode="auto">
          <a:xfrm>
            <a:off x="6045200" y="3584575"/>
            <a:ext cx="1588" cy="331788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718" name="Line 53">
            <a:extLst>
              <a:ext uri="{FF2B5EF4-FFF2-40B4-BE49-F238E27FC236}">
                <a16:creationId xmlns:a16="http://schemas.microsoft.com/office/drawing/2014/main" id="{BC5ACA7B-F47D-1864-0097-6F89117A9549}"/>
              </a:ext>
            </a:extLst>
          </p:cNvPr>
          <p:cNvSpPr>
            <a:spLocks noChangeShapeType="1"/>
          </p:cNvSpPr>
          <p:nvPr/>
        </p:nvSpPr>
        <p:spPr bwMode="auto">
          <a:xfrm>
            <a:off x="6054725" y="3946525"/>
            <a:ext cx="1588" cy="331788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2600535"/>
      </p:ext>
    </p:extLst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A9F0142B-B729-A51A-CFE1-1DF7CC2376F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19325" y="319328"/>
            <a:ext cx="7754938" cy="383695"/>
          </a:xfrm>
          <a:noFill/>
        </p:spPr>
        <p:txBody>
          <a:bodyPr anchor="ctr"/>
          <a:lstStyle/>
          <a:p>
            <a:r>
              <a:rPr lang="en-US" altLang="ko-KR" sz="2400">
                <a:solidFill>
                  <a:schemeClr val="tx1"/>
                </a:solidFill>
              </a:rPr>
              <a:t>FORWARDING  HARDWARE</a:t>
            </a:r>
          </a:p>
        </p:txBody>
      </p:sp>
      <p:sp>
        <p:nvSpPr>
          <p:cNvPr id="30723" name="Rectangle 6">
            <a:extLst>
              <a:ext uri="{FF2B5EF4-FFF2-40B4-BE49-F238E27FC236}">
                <a16:creationId xmlns:a16="http://schemas.microsoft.com/office/drawing/2014/main" id="{E8536D2B-BC45-C980-B248-F56F7FB695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69238" y="3941763"/>
            <a:ext cx="1376362" cy="311150"/>
          </a:xfrm>
          <a:prstGeom prst="rect">
            <a:avLst/>
          </a:prstGeom>
          <a:solidFill>
            <a:srgbClr val="000000"/>
          </a:solidFill>
          <a:ln w="1587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endParaRPr lang="en-IN" altLang="en-US"/>
          </a:p>
        </p:txBody>
      </p:sp>
      <p:sp>
        <p:nvSpPr>
          <p:cNvPr id="30724" name="Freeform 7">
            <a:extLst>
              <a:ext uri="{FF2B5EF4-FFF2-40B4-BE49-F238E27FC236}">
                <a16:creationId xmlns:a16="http://schemas.microsoft.com/office/drawing/2014/main" id="{C98BAD48-8D58-46A6-C2A6-53DC983B28A0}"/>
              </a:ext>
            </a:extLst>
          </p:cNvPr>
          <p:cNvSpPr>
            <a:spLocks/>
          </p:cNvSpPr>
          <p:nvPr/>
        </p:nvSpPr>
        <p:spPr bwMode="auto">
          <a:xfrm>
            <a:off x="7769226" y="3046414"/>
            <a:ext cx="1560513" cy="566737"/>
          </a:xfrm>
          <a:custGeom>
            <a:avLst/>
            <a:gdLst>
              <a:gd name="T0" fmla="*/ 0 w 977"/>
              <a:gd name="T1" fmla="*/ 0 h 383"/>
              <a:gd name="T2" fmla="*/ 2147483647 w 977"/>
              <a:gd name="T3" fmla="*/ 0 h 383"/>
              <a:gd name="T4" fmla="*/ 2147483647 w 977"/>
              <a:gd name="T5" fmla="*/ 2147483647 h 383"/>
              <a:gd name="T6" fmla="*/ 2147483647 w 977"/>
              <a:gd name="T7" fmla="*/ 2147483647 h 383"/>
              <a:gd name="T8" fmla="*/ 2147483647 w 977"/>
              <a:gd name="T9" fmla="*/ 0 h 383"/>
              <a:gd name="T10" fmla="*/ 2147483647 w 977"/>
              <a:gd name="T11" fmla="*/ 0 h 383"/>
              <a:gd name="T12" fmla="*/ 2147483647 w 977"/>
              <a:gd name="T13" fmla="*/ 2147483647 h 383"/>
              <a:gd name="T14" fmla="*/ 2147483647 w 977"/>
              <a:gd name="T15" fmla="*/ 2147483647 h 383"/>
              <a:gd name="T16" fmla="*/ 0 w 977"/>
              <a:gd name="T17" fmla="*/ 0 h 383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977"/>
              <a:gd name="T28" fmla="*/ 0 h 383"/>
              <a:gd name="T29" fmla="*/ 977 w 977"/>
              <a:gd name="T30" fmla="*/ 383 h 383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977" h="383">
                <a:moveTo>
                  <a:pt x="0" y="0"/>
                </a:moveTo>
                <a:lnTo>
                  <a:pt x="191" y="0"/>
                </a:lnTo>
                <a:lnTo>
                  <a:pt x="392" y="134"/>
                </a:lnTo>
                <a:lnTo>
                  <a:pt x="584" y="134"/>
                </a:lnTo>
                <a:lnTo>
                  <a:pt x="785" y="0"/>
                </a:lnTo>
                <a:lnTo>
                  <a:pt x="977" y="0"/>
                </a:lnTo>
                <a:lnTo>
                  <a:pt x="708" y="383"/>
                </a:lnTo>
                <a:lnTo>
                  <a:pt x="278" y="38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1587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0725" name="Rectangle 8">
            <a:extLst>
              <a:ext uri="{FF2B5EF4-FFF2-40B4-BE49-F238E27FC236}">
                <a16:creationId xmlns:a16="http://schemas.microsoft.com/office/drawing/2014/main" id="{67CBDBB8-3FD9-A436-1A02-DF92F5F294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26488" y="2422526"/>
            <a:ext cx="869950" cy="322263"/>
          </a:xfrm>
          <a:prstGeom prst="rect">
            <a:avLst/>
          </a:prstGeom>
          <a:solidFill>
            <a:srgbClr val="000000"/>
          </a:solidFill>
          <a:ln w="1587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endParaRPr lang="en-IN" altLang="en-US"/>
          </a:p>
        </p:txBody>
      </p:sp>
      <p:sp>
        <p:nvSpPr>
          <p:cNvPr id="30726" name="Rectangle 9">
            <a:extLst>
              <a:ext uri="{FF2B5EF4-FFF2-40B4-BE49-F238E27FC236}">
                <a16:creationId xmlns:a16="http://schemas.microsoft.com/office/drawing/2014/main" id="{75A8C1B9-A5DC-7433-BA33-A139576532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16814" y="2422526"/>
            <a:ext cx="871537" cy="322263"/>
          </a:xfrm>
          <a:prstGeom prst="rect">
            <a:avLst/>
          </a:prstGeom>
          <a:solidFill>
            <a:srgbClr val="000000"/>
          </a:solidFill>
          <a:ln w="1587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endParaRPr lang="en-IN" altLang="en-US"/>
          </a:p>
        </p:txBody>
      </p:sp>
      <p:sp>
        <p:nvSpPr>
          <p:cNvPr id="30727" name="Rectangle 10">
            <a:extLst>
              <a:ext uri="{FF2B5EF4-FFF2-40B4-BE49-F238E27FC236}">
                <a16:creationId xmlns:a16="http://schemas.microsoft.com/office/drawing/2014/main" id="{713F081B-C713-E4C8-A972-02D14DA75B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69238" y="1308101"/>
            <a:ext cx="1376362" cy="633413"/>
          </a:xfrm>
          <a:prstGeom prst="rect">
            <a:avLst/>
          </a:prstGeom>
          <a:solidFill>
            <a:srgbClr val="000000"/>
          </a:solidFill>
          <a:ln w="1587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endParaRPr lang="en-IN" altLang="en-US"/>
          </a:p>
        </p:txBody>
      </p:sp>
      <p:sp>
        <p:nvSpPr>
          <p:cNvPr id="30728" name="Rectangle 12">
            <a:extLst>
              <a:ext uri="{FF2B5EF4-FFF2-40B4-BE49-F238E27FC236}">
                <a16:creationId xmlns:a16="http://schemas.microsoft.com/office/drawing/2014/main" id="{CBE37000-FF17-8ED5-E08B-E34A113B12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77164" y="3857625"/>
            <a:ext cx="1392237" cy="32385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endParaRPr lang="en-IN" altLang="en-US"/>
          </a:p>
        </p:txBody>
      </p:sp>
      <p:sp>
        <p:nvSpPr>
          <p:cNvPr id="30729" name="Freeform 13">
            <a:extLst>
              <a:ext uri="{FF2B5EF4-FFF2-40B4-BE49-F238E27FC236}">
                <a16:creationId xmlns:a16="http://schemas.microsoft.com/office/drawing/2014/main" id="{032E860F-6985-BC32-5165-762BB40EFABA}"/>
              </a:ext>
            </a:extLst>
          </p:cNvPr>
          <p:cNvSpPr>
            <a:spLocks/>
          </p:cNvSpPr>
          <p:nvPr/>
        </p:nvSpPr>
        <p:spPr bwMode="auto">
          <a:xfrm>
            <a:off x="7675563" y="2976564"/>
            <a:ext cx="1562100" cy="549275"/>
          </a:xfrm>
          <a:custGeom>
            <a:avLst/>
            <a:gdLst>
              <a:gd name="T0" fmla="*/ 0 w 977"/>
              <a:gd name="T1" fmla="*/ 0 h 373"/>
              <a:gd name="T2" fmla="*/ 2147483647 w 977"/>
              <a:gd name="T3" fmla="*/ 0 h 373"/>
              <a:gd name="T4" fmla="*/ 2147483647 w 977"/>
              <a:gd name="T5" fmla="*/ 2147483647 h 373"/>
              <a:gd name="T6" fmla="*/ 2147483647 w 977"/>
              <a:gd name="T7" fmla="*/ 2147483647 h 373"/>
              <a:gd name="T8" fmla="*/ 2147483647 w 977"/>
              <a:gd name="T9" fmla="*/ 0 h 373"/>
              <a:gd name="T10" fmla="*/ 2147483647 w 977"/>
              <a:gd name="T11" fmla="*/ 0 h 373"/>
              <a:gd name="T12" fmla="*/ 2147483647 w 977"/>
              <a:gd name="T13" fmla="*/ 2147483647 h 373"/>
              <a:gd name="T14" fmla="*/ 2147483647 w 977"/>
              <a:gd name="T15" fmla="*/ 2147483647 h 373"/>
              <a:gd name="T16" fmla="*/ 0 w 977"/>
              <a:gd name="T17" fmla="*/ 0 h 373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977"/>
              <a:gd name="T28" fmla="*/ 0 h 373"/>
              <a:gd name="T29" fmla="*/ 977 w 977"/>
              <a:gd name="T30" fmla="*/ 373 h 373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977" h="373">
                <a:moveTo>
                  <a:pt x="0" y="0"/>
                </a:moveTo>
                <a:lnTo>
                  <a:pt x="201" y="0"/>
                </a:lnTo>
                <a:lnTo>
                  <a:pt x="393" y="124"/>
                </a:lnTo>
                <a:lnTo>
                  <a:pt x="594" y="124"/>
                </a:lnTo>
                <a:lnTo>
                  <a:pt x="786" y="0"/>
                </a:lnTo>
                <a:lnTo>
                  <a:pt x="977" y="0"/>
                </a:lnTo>
                <a:lnTo>
                  <a:pt x="709" y="373"/>
                </a:lnTo>
                <a:lnTo>
                  <a:pt x="278" y="37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587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0730" name="Rectangle 14">
            <a:extLst>
              <a:ext uri="{FF2B5EF4-FFF2-40B4-BE49-F238E27FC236}">
                <a16:creationId xmlns:a16="http://schemas.microsoft.com/office/drawing/2014/main" id="{BF113974-D750-391D-E6D4-D4D896C08C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50288" y="2336800"/>
            <a:ext cx="855662" cy="32385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endParaRPr lang="en-IN" altLang="en-US"/>
          </a:p>
        </p:txBody>
      </p:sp>
      <p:sp>
        <p:nvSpPr>
          <p:cNvPr id="30731" name="Rectangle 15">
            <a:extLst>
              <a:ext uri="{FF2B5EF4-FFF2-40B4-BE49-F238E27FC236}">
                <a16:creationId xmlns:a16="http://schemas.microsoft.com/office/drawing/2014/main" id="{D5D95F6C-4727-DE81-5BA3-6205855C31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26325" y="2336800"/>
            <a:ext cx="869950" cy="32385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endParaRPr lang="en-IN" altLang="en-US"/>
          </a:p>
        </p:txBody>
      </p:sp>
      <p:sp>
        <p:nvSpPr>
          <p:cNvPr id="30732" name="Rectangle 16">
            <a:extLst>
              <a:ext uri="{FF2B5EF4-FFF2-40B4-BE49-F238E27FC236}">
                <a16:creationId xmlns:a16="http://schemas.microsoft.com/office/drawing/2014/main" id="{BEDCEB6B-6451-87EE-D266-73BF4B4808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77164" y="1225551"/>
            <a:ext cx="1392237" cy="631825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endParaRPr lang="en-IN" altLang="en-US"/>
          </a:p>
        </p:txBody>
      </p:sp>
      <p:sp>
        <p:nvSpPr>
          <p:cNvPr id="30733" name="Rectangle 17">
            <a:extLst>
              <a:ext uri="{FF2B5EF4-FFF2-40B4-BE49-F238E27FC236}">
                <a16:creationId xmlns:a16="http://schemas.microsoft.com/office/drawing/2014/main" id="{B790181C-B1C7-9665-5C11-57F291237A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9901" y="1301750"/>
            <a:ext cx="758825" cy="192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r>
              <a:rPr lang="en-US" altLang="ko-KR">
                <a:solidFill>
                  <a:srgbClr val="000000"/>
                </a:solidFill>
                <a:ea typeface="굴림" panose="020B0600000101010101" pitchFamily="34" charset="-127"/>
              </a:rPr>
              <a:t>Register </a:t>
            </a:r>
            <a:endParaRPr lang="en-US" altLang="ko-KR" sz="1800">
              <a:ea typeface="굴림" panose="020B0600000101010101" pitchFamily="34" charset="-127"/>
            </a:endParaRPr>
          </a:p>
        </p:txBody>
      </p:sp>
      <p:sp>
        <p:nvSpPr>
          <p:cNvPr id="30734" name="Rectangle 18">
            <a:extLst>
              <a:ext uri="{FF2B5EF4-FFF2-40B4-BE49-F238E27FC236}">
                <a16:creationId xmlns:a16="http://schemas.microsoft.com/office/drawing/2014/main" id="{D770257A-5C25-9E37-2F6C-0B75112D10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35963" y="1497014"/>
            <a:ext cx="258084" cy="1938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r>
              <a:rPr lang="en-US" altLang="ko-KR">
                <a:solidFill>
                  <a:srgbClr val="000000"/>
                </a:solidFill>
                <a:ea typeface="굴림" panose="020B0600000101010101" pitchFamily="34" charset="-127"/>
              </a:rPr>
              <a:t>file</a:t>
            </a:r>
            <a:endParaRPr lang="en-US" altLang="ko-KR" sz="1800">
              <a:ea typeface="굴림" panose="020B0600000101010101" pitchFamily="34" charset="-127"/>
            </a:endParaRPr>
          </a:p>
        </p:txBody>
      </p:sp>
      <p:sp>
        <p:nvSpPr>
          <p:cNvPr id="30735" name="Rectangle 19">
            <a:extLst>
              <a:ext uri="{FF2B5EF4-FFF2-40B4-BE49-F238E27FC236}">
                <a16:creationId xmlns:a16="http://schemas.microsoft.com/office/drawing/2014/main" id="{C1271097-A61E-E9E2-A4A6-5313D1843E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72163" y="2808289"/>
            <a:ext cx="590550" cy="192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r>
              <a:rPr lang="en-US" altLang="ko-KR">
                <a:solidFill>
                  <a:srgbClr val="000000"/>
                </a:solidFill>
                <a:ea typeface="굴림" panose="020B0600000101010101" pitchFamily="34" charset="-127"/>
              </a:rPr>
              <a:t>Result </a:t>
            </a:r>
            <a:endParaRPr lang="en-US" altLang="ko-KR" sz="1800">
              <a:ea typeface="굴림" panose="020B0600000101010101" pitchFamily="34" charset="-127"/>
            </a:endParaRPr>
          </a:p>
        </p:txBody>
      </p:sp>
      <p:sp>
        <p:nvSpPr>
          <p:cNvPr id="30736" name="Rectangle 20">
            <a:extLst>
              <a:ext uri="{FF2B5EF4-FFF2-40B4-BE49-F238E27FC236}">
                <a16:creationId xmlns:a16="http://schemas.microsoft.com/office/drawing/2014/main" id="{0EA3D181-A022-78EB-B28B-DE9B376782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72164" y="3005139"/>
            <a:ext cx="777875" cy="192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r>
              <a:rPr lang="en-US" altLang="ko-KR">
                <a:solidFill>
                  <a:srgbClr val="000000"/>
                </a:solidFill>
                <a:ea typeface="굴림" panose="020B0600000101010101" pitchFamily="34" charset="-127"/>
              </a:rPr>
              <a:t>write bus</a:t>
            </a:r>
            <a:endParaRPr lang="en-US" altLang="ko-KR" sz="1800">
              <a:ea typeface="굴림" panose="020B0600000101010101" pitchFamily="34" charset="-127"/>
            </a:endParaRPr>
          </a:p>
        </p:txBody>
      </p:sp>
      <p:sp>
        <p:nvSpPr>
          <p:cNvPr id="30737" name="Rectangle 21">
            <a:extLst>
              <a:ext uri="{FF2B5EF4-FFF2-40B4-BE49-F238E27FC236}">
                <a16:creationId xmlns:a16="http://schemas.microsoft.com/office/drawing/2014/main" id="{22C5344A-2677-3EBF-1826-A5281EA6A7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59963" y="2441575"/>
            <a:ext cx="679450" cy="192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r>
              <a:rPr lang="en-US" altLang="ko-KR">
                <a:solidFill>
                  <a:srgbClr val="000000"/>
                </a:solidFill>
                <a:ea typeface="굴림" panose="020B0600000101010101" pitchFamily="34" charset="-127"/>
              </a:rPr>
              <a:t>Bypass </a:t>
            </a:r>
            <a:endParaRPr lang="en-US" altLang="ko-KR" sz="1800">
              <a:ea typeface="굴림" panose="020B0600000101010101" pitchFamily="34" charset="-127"/>
            </a:endParaRPr>
          </a:p>
        </p:txBody>
      </p:sp>
      <p:sp>
        <p:nvSpPr>
          <p:cNvPr id="30738" name="Rectangle 22">
            <a:extLst>
              <a:ext uri="{FF2B5EF4-FFF2-40B4-BE49-F238E27FC236}">
                <a16:creationId xmlns:a16="http://schemas.microsoft.com/office/drawing/2014/main" id="{88458FEA-A94C-26B9-DD82-7BCDDBAA12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59963" y="2638426"/>
            <a:ext cx="376706" cy="1938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r>
              <a:rPr lang="en-US" altLang="ko-KR">
                <a:solidFill>
                  <a:srgbClr val="000000"/>
                </a:solidFill>
                <a:ea typeface="굴림" panose="020B0600000101010101" pitchFamily="34" charset="-127"/>
              </a:rPr>
              <a:t>path</a:t>
            </a:r>
            <a:endParaRPr lang="en-US" altLang="ko-KR" sz="1800">
              <a:ea typeface="굴림" panose="020B0600000101010101" pitchFamily="34" charset="-127"/>
            </a:endParaRPr>
          </a:p>
        </p:txBody>
      </p:sp>
      <p:sp>
        <p:nvSpPr>
          <p:cNvPr id="30739" name="Rectangle 23">
            <a:extLst>
              <a:ext uri="{FF2B5EF4-FFF2-40B4-BE49-F238E27FC236}">
                <a16:creationId xmlns:a16="http://schemas.microsoft.com/office/drawing/2014/main" id="{140814CF-2673-9D02-A5EF-433628999B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55051" y="4319589"/>
            <a:ext cx="1497013" cy="192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r>
              <a:rPr lang="en-US" altLang="ko-KR">
                <a:solidFill>
                  <a:srgbClr val="000000"/>
                </a:solidFill>
                <a:ea typeface="굴림" panose="020B0600000101010101" pitchFamily="34" charset="-127"/>
              </a:rPr>
              <a:t>ALU result buffer </a:t>
            </a:r>
            <a:endParaRPr lang="en-US" altLang="ko-KR" sz="1800">
              <a:ea typeface="굴림" panose="020B0600000101010101" pitchFamily="34" charset="-127"/>
            </a:endParaRPr>
          </a:p>
        </p:txBody>
      </p:sp>
      <p:sp>
        <p:nvSpPr>
          <p:cNvPr id="30740" name="Rectangle 25">
            <a:extLst>
              <a:ext uri="{FF2B5EF4-FFF2-40B4-BE49-F238E27FC236}">
                <a16:creationId xmlns:a16="http://schemas.microsoft.com/office/drawing/2014/main" id="{4B0102FE-5034-435C-AD5B-43E32EAFCD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62863" y="2419351"/>
            <a:ext cx="399148" cy="1938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r>
              <a:rPr lang="en-US" altLang="ko-KR">
                <a:solidFill>
                  <a:srgbClr val="000000"/>
                </a:solidFill>
                <a:ea typeface="굴림" panose="020B0600000101010101" pitchFamily="34" charset="-127"/>
              </a:rPr>
              <a:t>MUX</a:t>
            </a:r>
            <a:endParaRPr lang="en-US" altLang="ko-KR" sz="1800">
              <a:ea typeface="굴림" panose="020B0600000101010101" pitchFamily="34" charset="-127"/>
            </a:endParaRPr>
          </a:p>
        </p:txBody>
      </p:sp>
      <p:sp>
        <p:nvSpPr>
          <p:cNvPr id="30741" name="Rectangle 26">
            <a:extLst>
              <a:ext uri="{FF2B5EF4-FFF2-40B4-BE49-F238E27FC236}">
                <a16:creationId xmlns:a16="http://schemas.microsoft.com/office/drawing/2014/main" id="{17EA97FD-0C9F-7062-2B82-D26CD23D8F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94689" y="3217864"/>
            <a:ext cx="365125" cy="192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r>
              <a:rPr lang="en-US" altLang="ko-KR">
                <a:solidFill>
                  <a:srgbClr val="000000"/>
                </a:solidFill>
                <a:ea typeface="굴림" panose="020B0600000101010101" pitchFamily="34" charset="-127"/>
              </a:rPr>
              <a:t>ALU</a:t>
            </a:r>
            <a:endParaRPr lang="en-US" altLang="ko-KR" sz="1800">
              <a:ea typeface="굴림" panose="020B0600000101010101" pitchFamily="34" charset="-127"/>
            </a:endParaRPr>
          </a:p>
        </p:txBody>
      </p:sp>
      <p:sp>
        <p:nvSpPr>
          <p:cNvPr id="30742" name="Rectangle 27">
            <a:extLst>
              <a:ext uri="{FF2B5EF4-FFF2-40B4-BE49-F238E27FC236}">
                <a16:creationId xmlns:a16="http://schemas.microsoft.com/office/drawing/2014/main" id="{B402503C-C87A-DF15-B60B-5CD727247E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32788" y="3921126"/>
            <a:ext cx="229230" cy="1938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r>
              <a:rPr lang="en-US" altLang="ko-KR">
                <a:solidFill>
                  <a:srgbClr val="000000"/>
                </a:solidFill>
                <a:ea typeface="굴림" panose="020B0600000101010101" pitchFamily="34" charset="-127"/>
              </a:rPr>
              <a:t>R4</a:t>
            </a:r>
            <a:endParaRPr lang="en-US" altLang="ko-KR" sz="1800">
              <a:ea typeface="굴림" panose="020B0600000101010101" pitchFamily="34" charset="-127"/>
            </a:endParaRPr>
          </a:p>
        </p:txBody>
      </p:sp>
      <p:sp>
        <p:nvSpPr>
          <p:cNvPr id="30743" name="Arc 29">
            <a:extLst>
              <a:ext uri="{FF2B5EF4-FFF2-40B4-BE49-F238E27FC236}">
                <a16:creationId xmlns:a16="http://schemas.microsoft.com/office/drawing/2014/main" id="{7C4F3557-F2D8-5D4E-BDDF-02591F7EDC74}"/>
              </a:ext>
            </a:extLst>
          </p:cNvPr>
          <p:cNvSpPr>
            <a:spLocks/>
          </p:cNvSpPr>
          <p:nvPr/>
        </p:nvSpPr>
        <p:spPr bwMode="auto">
          <a:xfrm>
            <a:off x="7974014" y="2192339"/>
            <a:ext cx="123825" cy="142875"/>
          </a:xfrm>
          <a:custGeom>
            <a:avLst/>
            <a:gdLst>
              <a:gd name="T0" fmla="*/ 0 w 17314"/>
              <a:gd name="T1" fmla="*/ 151681284 h 21600"/>
              <a:gd name="T2" fmla="*/ 2147483647 w 17314"/>
              <a:gd name="T3" fmla="*/ 151681284 h 21600"/>
              <a:gd name="T4" fmla="*/ 1158338941 w 17314"/>
              <a:gd name="T5" fmla="*/ 1809123659 h 21600"/>
              <a:gd name="T6" fmla="*/ 0 60000 65536"/>
              <a:gd name="T7" fmla="*/ 0 60000 65536"/>
              <a:gd name="T8" fmla="*/ 0 60000 65536"/>
              <a:gd name="T9" fmla="*/ 0 w 17314"/>
              <a:gd name="T10" fmla="*/ 0 h 21600"/>
              <a:gd name="T11" fmla="*/ 17314 w 17314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7314" h="21600" fill="none" extrusionOk="0">
                <a:moveTo>
                  <a:pt x="-1" y="1810"/>
                </a:moveTo>
                <a:cubicBezTo>
                  <a:pt x="2729" y="616"/>
                  <a:pt x="5677" y="-1"/>
                  <a:pt x="8657" y="0"/>
                </a:cubicBezTo>
                <a:cubicBezTo>
                  <a:pt x="11636" y="0"/>
                  <a:pt x="14584" y="616"/>
                  <a:pt x="17314" y="1810"/>
                </a:cubicBezTo>
              </a:path>
              <a:path w="17314" h="21600" stroke="0" extrusionOk="0">
                <a:moveTo>
                  <a:pt x="-1" y="1810"/>
                </a:moveTo>
                <a:cubicBezTo>
                  <a:pt x="2729" y="616"/>
                  <a:pt x="5677" y="-1"/>
                  <a:pt x="8657" y="0"/>
                </a:cubicBezTo>
                <a:cubicBezTo>
                  <a:pt x="11636" y="0"/>
                  <a:pt x="14584" y="616"/>
                  <a:pt x="17314" y="1810"/>
                </a:cubicBezTo>
                <a:lnTo>
                  <a:pt x="8657" y="216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44" name="Line 30">
            <a:extLst>
              <a:ext uri="{FF2B5EF4-FFF2-40B4-BE49-F238E27FC236}">
                <a16:creationId xmlns:a16="http://schemas.microsoft.com/office/drawing/2014/main" id="{5BE1F2C7-92EB-1893-8F1C-7B664EABD8E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031164" y="1876426"/>
            <a:ext cx="3175" cy="339725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45" name="Rectangle 31">
            <a:extLst>
              <a:ext uri="{FF2B5EF4-FFF2-40B4-BE49-F238E27FC236}">
                <a16:creationId xmlns:a16="http://schemas.microsoft.com/office/drawing/2014/main" id="{494BFDA0-1969-70F9-825F-134F4CD8B7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78888" y="2409826"/>
            <a:ext cx="399148" cy="1938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r>
              <a:rPr lang="en-US" altLang="ko-KR">
                <a:solidFill>
                  <a:srgbClr val="000000"/>
                </a:solidFill>
                <a:ea typeface="굴림" panose="020B0600000101010101" pitchFamily="34" charset="-127"/>
              </a:rPr>
              <a:t>MUX</a:t>
            </a:r>
            <a:endParaRPr lang="en-US" altLang="ko-KR" sz="1800">
              <a:ea typeface="굴림" panose="020B0600000101010101" pitchFamily="34" charset="-127"/>
            </a:endParaRPr>
          </a:p>
        </p:txBody>
      </p:sp>
      <p:sp>
        <p:nvSpPr>
          <p:cNvPr id="30746" name="Arc 32">
            <a:extLst>
              <a:ext uri="{FF2B5EF4-FFF2-40B4-BE49-F238E27FC236}">
                <a16:creationId xmlns:a16="http://schemas.microsoft.com/office/drawing/2014/main" id="{0059AC4F-0758-85EA-76F8-4130D2A24EF6}"/>
              </a:ext>
            </a:extLst>
          </p:cNvPr>
          <p:cNvSpPr>
            <a:spLocks/>
          </p:cNvSpPr>
          <p:nvPr/>
        </p:nvSpPr>
        <p:spPr bwMode="auto">
          <a:xfrm>
            <a:off x="8855076" y="2189164"/>
            <a:ext cx="123825" cy="141287"/>
          </a:xfrm>
          <a:custGeom>
            <a:avLst/>
            <a:gdLst>
              <a:gd name="T0" fmla="*/ 0 w 17314"/>
              <a:gd name="T1" fmla="*/ 141843986 h 21600"/>
              <a:gd name="T2" fmla="*/ 2147483647 w 17314"/>
              <a:gd name="T3" fmla="*/ 141843986 h 21600"/>
              <a:gd name="T4" fmla="*/ 1158338941 w 17314"/>
              <a:gd name="T5" fmla="*/ 1691779973 h 21600"/>
              <a:gd name="T6" fmla="*/ 0 60000 65536"/>
              <a:gd name="T7" fmla="*/ 0 60000 65536"/>
              <a:gd name="T8" fmla="*/ 0 60000 65536"/>
              <a:gd name="T9" fmla="*/ 0 w 17314"/>
              <a:gd name="T10" fmla="*/ 0 h 21600"/>
              <a:gd name="T11" fmla="*/ 17314 w 17314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7314" h="21600" fill="none" extrusionOk="0">
                <a:moveTo>
                  <a:pt x="-1" y="1810"/>
                </a:moveTo>
                <a:cubicBezTo>
                  <a:pt x="2729" y="616"/>
                  <a:pt x="5677" y="-1"/>
                  <a:pt x="8657" y="0"/>
                </a:cubicBezTo>
                <a:cubicBezTo>
                  <a:pt x="11636" y="0"/>
                  <a:pt x="14584" y="616"/>
                  <a:pt x="17314" y="1810"/>
                </a:cubicBezTo>
              </a:path>
              <a:path w="17314" h="21600" stroke="0" extrusionOk="0">
                <a:moveTo>
                  <a:pt x="-1" y="1810"/>
                </a:moveTo>
                <a:cubicBezTo>
                  <a:pt x="2729" y="616"/>
                  <a:pt x="5677" y="-1"/>
                  <a:pt x="8657" y="0"/>
                </a:cubicBezTo>
                <a:cubicBezTo>
                  <a:pt x="11636" y="0"/>
                  <a:pt x="14584" y="616"/>
                  <a:pt x="17314" y="1810"/>
                </a:cubicBezTo>
                <a:lnTo>
                  <a:pt x="8657" y="216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47" name="Line 33">
            <a:extLst>
              <a:ext uri="{FF2B5EF4-FFF2-40B4-BE49-F238E27FC236}">
                <a16:creationId xmlns:a16="http://schemas.microsoft.com/office/drawing/2014/main" id="{E78350BD-26FD-8008-D951-CCD31BAEBFE0}"/>
              </a:ext>
            </a:extLst>
          </p:cNvPr>
          <p:cNvSpPr>
            <a:spLocks noChangeShapeType="1"/>
          </p:cNvSpPr>
          <p:nvPr/>
        </p:nvSpPr>
        <p:spPr bwMode="auto">
          <a:xfrm>
            <a:off x="8899525" y="1876426"/>
            <a:ext cx="1588" cy="339725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48" name="Arc 34">
            <a:extLst>
              <a:ext uri="{FF2B5EF4-FFF2-40B4-BE49-F238E27FC236}">
                <a16:creationId xmlns:a16="http://schemas.microsoft.com/office/drawing/2014/main" id="{7BFDBCC9-E993-2E03-2862-14CECACBEF42}"/>
              </a:ext>
            </a:extLst>
          </p:cNvPr>
          <p:cNvSpPr>
            <a:spLocks/>
          </p:cNvSpPr>
          <p:nvPr/>
        </p:nvSpPr>
        <p:spPr bwMode="auto">
          <a:xfrm>
            <a:off x="7799389" y="2841625"/>
            <a:ext cx="123825" cy="139700"/>
          </a:xfrm>
          <a:custGeom>
            <a:avLst/>
            <a:gdLst>
              <a:gd name="T0" fmla="*/ 0 w 17390"/>
              <a:gd name="T1" fmla="*/ 133715980 h 21600"/>
              <a:gd name="T2" fmla="*/ 2147483647 w 17390"/>
              <a:gd name="T3" fmla="*/ 133715980 h 21600"/>
              <a:gd name="T4" fmla="*/ 1133249081 w 17390"/>
              <a:gd name="T5" fmla="*/ 1580917893 h 21600"/>
              <a:gd name="T6" fmla="*/ 0 60000 65536"/>
              <a:gd name="T7" fmla="*/ 0 60000 65536"/>
              <a:gd name="T8" fmla="*/ 0 60000 65536"/>
              <a:gd name="T9" fmla="*/ 0 w 17390"/>
              <a:gd name="T10" fmla="*/ 0 h 21600"/>
              <a:gd name="T11" fmla="*/ 17390 w 1739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7390" h="21600" fill="none" extrusionOk="0">
                <a:moveTo>
                  <a:pt x="0" y="1827"/>
                </a:moveTo>
                <a:cubicBezTo>
                  <a:pt x="2740" y="622"/>
                  <a:pt x="5701" y="-1"/>
                  <a:pt x="8695" y="0"/>
                </a:cubicBezTo>
                <a:cubicBezTo>
                  <a:pt x="11688" y="0"/>
                  <a:pt x="14649" y="622"/>
                  <a:pt x="17389" y="1827"/>
                </a:cubicBezTo>
              </a:path>
              <a:path w="17390" h="21600" stroke="0" extrusionOk="0">
                <a:moveTo>
                  <a:pt x="0" y="1827"/>
                </a:moveTo>
                <a:cubicBezTo>
                  <a:pt x="2740" y="622"/>
                  <a:pt x="5701" y="-1"/>
                  <a:pt x="8695" y="0"/>
                </a:cubicBezTo>
                <a:cubicBezTo>
                  <a:pt x="11688" y="0"/>
                  <a:pt x="14649" y="622"/>
                  <a:pt x="17389" y="1827"/>
                </a:cubicBezTo>
                <a:lnTo>
                  <a:pt x="8695" y="216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49" name="Line 35">
            <a:extLst>
              <a:ext uri="{FF2B5EF4-FFF2-40B4-BE49-F238E27FC236}">
                <a16:creationId xmlns:a16="http://schemas.microsoft.com/office/drawing/2014/main" id="{7E937269-38B9-B4AE-81A5-2347F09DFDF8}"/>
              </a:ext>
            </a:extLst>
          </p:cNvPr>
          <p:cNvSpPr>
            <a:spLocks noChangeShapeType="1"/>
          </p:cNvSpPr>
          <p:nvPr/>
        </p:nvSpPr>
        <p:spPr bwMode="auto">
          <a:xfrm>
            <a:off x="7861300" y="2654300"/>
            <a:ext cx="0" cy="209550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50" name="Arc 36">
            <a:extLst>
              <a:ext uri="{FF2B5EF4-FFF2-40B4-BE49-F238E27FC236}">
                <a16:creationId xmlns:a16="http://schemas.microsoft.com/office/drawing/2014/main" id="{773F33D8-B744-E349-3B6E-469635787367}"/>
              </a:ext>
            </a:extLst>
          </p:cNvPr>
          <p:cNvSpPr>
            <a:spLocks/>
          </p:cNvSpPr>
          <p:nvPr/>
        </p:nvSpPr>
        <p:spPr bwMode="auto">
          <a:xfrm>
            <a:off x="9009064" y="2836863"/>
            <a:ext cx="122237" cy="139700"/>
          </a:xfrm>
          <a:custGeom>
            <a:avLst/>
            <a:gdLst>
              <a:gd name="T0" fmla="*/ 0 w 17466"/>
              <a:gd name="T1" fmla="*/ 135549567 h 21600"/>
              <a:gd name="T2" fmla="*/ 2052334153 w 17466"/>
              <a:gd name="T3" fmla="*/ 134372052 h 21600"/>
              <a:gd name="T4" fmla="*/ 1028391389 w 17466"/>
              <a:gd name="T5" fmla="*/ 1580917893 h 21600"/>
              <a:gd name="T6" fmla="*/ 0 60000 65536"/>
              <a:gd name="T7" fmla="*/ 0 60000 65536"/>
              <a:gd name="T8" fmla="*/ 0 60000 65536"/>
              <a:gd name="T9" fmla="*/ 0 w 17466"/>
              <a:gd name="T10" fmla="*/ 0 h 21600"/>
              <a:gd name="T11" fmla="*/ 17466 w 17466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7466" h="21600" fill="none" extrusionOk="0">
                <a:moveTo>
                  <a:pt x="0" y="1852"/>
                </a:moveTo>
                <a:cubicBezTo>
                  <a:pt x="2756" y="631"/>
                  <a:pt x="5737" y="-1"/>
                  <a:pt x="8752" y="0"/>
                </a:cubicBezTo>
                <a:cubicBezTo>
                  <a:pt x="11752" y="0"/>
                  <a:pt x="14720" y="625"/>
                  <a:pt x="17466" y="1835"/>
                </a:cubicBezTo>
              </a:path>
              <a:path w="17466" h="21600" stroke="0" extrusionOk="0">
                <a:moveTo>
                  <a:pt x="0" y="1852"/>
                </a:moveTo>
                <a:cubicBezTo>
                  <a:pt x="2756" y="631"/>
                  <a:pt x="5737" y="-1"/>
                  <a:pt x="8752" y="0"/>
                </a:cubicBezTo>
                <a:cubicBezTo>
                  <a:pt x="11752" y="0"/>
                  <a:pt x="14720" y="625"/>
                  <a:pt x="17466" y="1835"/>
                </a:cubicBezTo>
                <a:lnTo>
                  <a:pt x="8752" y="216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51" name="Line 37">
            <a:extLst>
              <a:ext uri="{FF2B5EF4-FFF2-40B4-BE49-F238E27FC236}">
                <a16:creationId xmlns:a16="http://schemas.microsoft.com/office/drawing/2014/main" id="{CC775CC9-B09E-4793-FD80-23439500F8FD}"/>
              </a:ext>
            </a:extLst>
          </p:cNvPr>
          <p:cNvSpPr>
            <a:spLocks noChangeShapeType="1"/>
          </p:cNvSpPr>
          <p:nvPr/>
        </p:nvSpPr>
        <p:spPr bwMode="auto">
          <a:xfrm>
            <a:off x="9069389" y="2654300"/>
            <a:ext cx="1587" cy="209550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52" name="Arc 38">
            <a:extLst>
              <a:ext uri="{FF2B5EF4-FFF2-40B4-BE49-F238E27FC236}">
                <a16:creationId xmlns:a16="http://schemas.microsoft.com/office/drawing/2014/main" id="{4780B78A-2447-6A0D-9B23-47420E0732DC}"/>
              </a:ext>
            </a:extLst>
          </p:cNvPr>
          <p:cNvSpPr>
            <a:spLocks/>
          </p:cNvSpPr>
          <p:nvPr/>
        </p:nvSpPr>
        <p:spPr bwMode="auto">
          <a:xfrm>
            <a:off x="8413750" y="3709989"/>
            <a:ext cx="122238" cy="141287"/>
          </a:xfrm>
          <a:custGeom>
            <a:avLst/>
            <a:gdLst>
              <a:gd name="T0" fmla="*/ 0 w 17372"/>
              <a:gd name="T1" fmla="*/ 143486159 h 21600"/>
              <a:gd name="T2" fmla="*/ 2108567230 w 17372"/>
              <a:gd name="T3" fmla="*/ 142157120 h 21600"/>
              <a:gd name="T4" fmla="*/ 1056594737 w 17372"/>
              <a:gd name="T5" fmla="*/ 1691779973 h 21600"/>
              <a:gd name="T6" fmla="*/ 0 60000 65536"/>
              <a:gd name="T7" fmla="*/ 0 60000 65536"/>
              <a:gd name="T8" fmla="*/ 0 60000 65536"/>
              <a:gd name="T9" fmla="*/ 0 w 17372"/>
              <a:gd name="T10" fmla="*/ 0 h 21600"/>
              <a:gd name="T11" fmla="*/ 17372 w 17372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7372" h="21600" fill="none" extrusionOk="0">
                <a:moveTo>
                  <a:pt x="-1" y="1831"/>
                </a:moveTo>
                <a:cubicBezTo>
                  <a:pt x="2743" y="623"/>
                  <a:pt x="5707" y="-1"/>
                  <a:pt x="8705" y="0"/>
                </a:cubicBezTo>
                <a:cubicBezTo>
                  <a:pt x="11688" y="0"/>
                  <a:pt x="14639" y="618"/>
                  <a:pt x="17371" y="1815"/>
                </a:cubicBezTo>
              </a:path>
              <a:path w="17372" h="21600" stroke="0" extrusionOk="0">
                <a:moveTo>
                  <a:pt x="-1" y="1831"/>
                </a:moveTo>
                <a:cubicBezTo>
                  <a:pt x="2743" y="623"/>
                  <a:pt x="5707" y="-1"/>
                  <a:pt x="8705" y="0"/>
                </a:cubicBezTo>
                <a:cubicBezTo>
                  <a:pt x="11688" y="0"/>
                  <a:pt x="14639" y="618"/>
                  <a:pt x="17371" y="1815"/>
                </a:cubicBezTo>
                <a:lnTo>
                  <a:pt x="8705" y="216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53" name="Line 39">
            <a:extLst>
              <a:ext uri="{FF2B5EF4-FFF2-40B4-BE49-F238E27FC236}">
                <a16:creationId xmlns:a16="http://schemas.microsoft.com/office/drawing/2014/main" id="{5E8765EA-2A63-21B8-E100-FE4A9FB353F1}"/>
              </a:ext>
            </a:extLst>
          </p:cNvPr>
          <p:cNvSpPr>
            <a:spLocks noChangeShapeType="1"/>
          </p:cNvSpPr>
          <p:nvPr/>
        </p:nvSpPr>
        <p:spPr bwMode="auto">
          <a:xfrm>
            <a:off x="8456614" y="3525839"/>
            <a:ext cx="3175" cy="212725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54" name="Arc 42">
            <a:extLst>
              <a:ext uri="{FF2B5EF4-FFF2-40B4-BE49-F238E27FC236}">
                <a16:creationId xmlns:a16="http://schemas.microsoft.com/office/drawing/2014/main" id="{02D01AFA-277E-18F5-8890-CFCBBA0C23B2}"/>
              </a:ext>
            </a:extLst>
          </p:cNvPr>
          <p:cNvSpPr>
            <a:spLocks/>
          </p:cNvSpPr>
          <p:nvPr/>
        </p:nvSpPr>
        <p:spPr bwMode="auto">
          <a:xfrm>
            <a:off x="7621589" y="2189164"/>
            <a:ext cx="123825" cy="141287"/>
          </a:xfrm>
          <a:custGeom>
            <a:avLst/>
            <a:gdLst>
              <a:gd name="T0" fmla="*/ 0 w 17314"/>
              <a:gd name="T1" fmla="*/ 141843986 h 21600"/>
              <a:gd name="T2" fmla="*/ 2147483647 w 17314"/>
              <a:gd name="T3" fmla="*/ 141843986 h 21600"/>
              <a:gd name="T4" fmla="*/ 1158338941 w 17314"/>
              <a:gd name="T5" fmla="*/ 1691779973 h 21600"/>
              <a:gd name="T6" fmla="*/ 0 60000 65536"/>
              <a:gd name="T7" fmla="*/ 0 60000 65536"/>
              <a:gd name="T8" fmla="*/ 0 60000 65536"/>
              <a:gd name="T9" fmla="*/ 0 w 17314"/>
              <a:gd name="T10" fmla="*/ 0 h 21600"/>
              <a:gd name="T11" fmla="*/ 17314 w 17314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7314" h="21600" fill="none" extrusionOk="0">
                <a:moveTo>
                  <a:pt x="-1" y="1810"/>
                </a:moveTo>
                <a:cubicBezTo>
                  <a:pt x="2729" y="616"/>
                  <a:pt x="5677" y="-1"/>
                  <a:pt x="8657" y="0"/>
                </a:cubicBezTo>
                <a:cubicBezTo>
                  <a:pt x="11636" y="0"/>
                  <a:pt x="14584" y="616"/>
                  <a:pt x="17314" y="1810"/>
                </a:cubicBezTo>
              </a:path>
              <a:path w="17314" h="21600" stroke="0" extrusionOk="0">
                <a:moveTo>
                  <a:pt x="-1" y="1810"/>
                </a:moveTo>
                <a:cubicBezTo>
                  <a:pt x="2729" y="616"/>
                  <a:pt x="5677" y="-1"/>
                  <a:pt x="8657" y="0"/>
                </a:cubicBezTo>
                <a:cubicBezTo>
                  <a:pt x="11636" y="0"/>
                  <a:pt x="14584" y="616"/>
                  <a:pt x="17314" y="1810"/>
                </a:cubicBezTo>
                <a:lnTo>
                  <a:pt x="8657" y="216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55" name="Line 43">
            <a:extLst>
              <a:ext uri="{FF2B5EF4-FFF2-40B4-BE49-F238E27FC236}">
                <a16:creationId xmlns:a16="http://schemas.microsoft.com/office/drawing/2014/main" id="{EC5C9620-F926-5E5A-0190-DAA5FE683F51}"/>
              </a:ext>
            </a:extLst>
          </p:cNvPr>
          <p:cNvSpPr>
            <a:spLocks noChangeShapeType="1"/>
          </p:cNvSpPr>
          <p:nvPr/>
        </p:nvSpPr>
        <p:spPr bwMode="auto">
          <a:xfrm>
            <a:off x="7675564" y="2090738"/>
            <a:ext cx="3175" cy="125412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56" name="Arc 44">
            <a:extLst>
              <a:ext uri="{FF2B5EF4-FFF2-40B4-BE49-F238E27FC236}">
                <a16:creationId xmlns:a16="http://schemas.microsoft.com/office/drawing/2014/main" id="{E4DB704C-870B-AD36-8950-7E3B08025F77}"/>
              </a:ext>
            </a:extLst>
          </p:cNvPr>
          <p:cNvSpPr>
            <a:spLocks/>
          </p:cNvSpPr>
          <p:nvPr/>
        </p:nvSpPr>
        <p:spPr bwMode="auto">
          <a:xfrm>
            <a:off x="9182101" y="2189164"/>
            <a:ext cx="123825" cy="141287"/>
          </a:xfrm>
          <a:custGeom>
            <a:avLst/>
            <a:gdLst>
              <a:gd name="T0" fmla="*/ 0 w 17390"/>
              <a:gd name="T1" fmla="*/ 143101649 h 21600"/>
              <a:gd name="T2" fmla="*/ 2147483647 w 17390"/>
              <a:gd name="T3" fmla="*/ 143101649 h 21600"/>
              <a:gd name="T4" fmla="*/ 1133249081 w 17390"/>
              <a:gd name="T5" fmla="*/ 1691779973 h 21600"/>
              <a:gd name="T6" fmla="*/ 0 60000 65536"/>
              <a:gd name="T7" fmla="*/ 0 60000 65536"/>
              <a:gd name="T8" fmla="*/ 0 60000 65536"/>
              <a:gd name="T9" fmla="*/ 0 w 17390"/>
              <a:gd name="T10" fmla="*/ 0 h 21600"/>
              <a:gd name="T11" fmla="*/ 17390 w 1739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7390" h="21600" fill="none" extrusionOk="0">
                <a:moveTo>
                  <a:pt x="0" y="1827"/>
                </a:moveTo>
                <a:cubicBezTo>
                  <a:pt x="2740" y="622"/>
                  <a:pt x="5701" y="-1"/>
                  <a:pt x="8695" y="0"/>
                </a:cubicBezTo>
                <a:cubicBezTo>
                  <a:pt x="11688" y="0"/>
                  <a:pt x="14649" y="622"/>
                  <a:pt x="17389" y="1827"/>
                </a:cubicBezTo>
              </a:path>
              <a:path w="17390" h="21600" stroke="0" extrusionOk="0">
                <a:moveTo>
                  <a:pt x="0" y="1827"/>
                </a:moveTo>
                <a:cubicBezTo>
                  <a:pt x="2740" y="622"/>
                  <a:pt x="5701" y="-1"/>
                  <a:pt x="8695" y="0"/>
                </a:cubicBezTo>
                <a:cubicBezTo>
                  <a:pt x="11688" y="0"/>
                  <a:pt x="14649" y="622"/>
                  <a:pt x="17389" y="1827"/>
                </a:cubicBezTo>
                <a:lnTo>
                  <a:pt x="8695" y="216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57" name="Line 48">
            <a:extLst>
              <a:ext uri="{FF2B5EF4-FFF2-40B4-BE49-F238E27FC236}">
                <a16:creationId xmlns:a16="http://schemas.microsoft.com/office/drawing/2014/main" id="{58CE3887-7868-5052-252E-58B7DED0656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156451" y="2090738"/>
            <a:ext cx="519113" cy="0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58" name="Line 50">
            <a:extLst>
              <a:ext uri="{FF2B5EF4-FFF2-40B4-BE49-F238E27FC236}">
                <a16:creationId xmlns:a16="http://schemas.microsoft.com/office/drawing/2014/main" id="{C63F09F5-959E-65DD-9817-40C5243EE56E}"/>
              </a:ext>
            </a:extLst>
          </p:cNvPr>
          <p:cNvSpPr>
            <a:spLocks noChangeShapeType="1"/>
          </p:cNvSpPr>
          <p:nvPr/>
        </p:nvSpPr>
        <p:spPr bwMode="auto">
          <a:xfrm>
            <a:off x="9237663" y="2090738"/>
            <a:ext cx="520700" cy="0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59" name="Line 52">
            <a:extLst>
              <a:ext uri="{FF2B5EF4-FFF2-40B4-BE49-F238E27FC236}">
                <a16:creationId xmlns:a16="http://schemas.microsoft.com/office/drawing/2014/main" id="{8ABE5511-83E6-EF9A-DAEB-2FBEFD009C2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154864" y="2090739"/>
            <a:ext cx="1587" cy="1914525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60" name="Line 53">
            <a:extLst>
              <a:ext uri="{FF2B5EF4-FFF2-40B4-BE49-F238E27FC236}">
                <a16:creationId xmlns:a16="http://schemas.microsoft.com/office/drawing/2014/main" id="{15F70008-FEA2-8C32-51D9-05CD2819B568}"/>
              </a:ext>
            </a:extLst>
          </p:cNvPr>
          <p:cNvSpPr>
            <a:spLocks noChangeShapeType="1"/>
          </p:cNvSpPr>
          <p:nvPr/>
        </p:nvSpPr>
        <p:spPr bwMode="auto">
          <a:xfrm>
            <a:off x="7156451" y="4005264"/>
            <a:ext cx="612775" cy="3175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61" name="Line 54">
            <a:extLst>
              <a:ext uri="{FF2B5EF4-FFF2-40B4-BE49-F238E27FC236}">
                <a16:creationId xmlns:a16="http://schemas.microsoft.com/office/drawing/2014/main" id="{2C393129-C727-3732-1F79-FC6043F80C0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750425" y="2090739"/>
            <a:ext cx="7938" cy="1914525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62" name="Line 55">
            <a:extLst>
              <a:ext uri="{FF2B5EF4-FFF2-40B4-BE49-F238E27FC236}">
                <a16:creationId xmlns:a16="http://schemas.microsoft.com/office/drawing/2014/main" id="{F8374C26-72DC-19BC-F079-F4163FBF5189}"/>
              </a:ext>
            </a:extLst>
          </p:cNvPr>
          <p:cNvSpPr>
            <a:spLocks noChangeShapeType="1"/>
          </p:cNvSpPr>
          <p:nvPr/>
        </p:nvSpPr>
        <p:spPr bwMode="auto">
          <a:xfrm>
            <a:off x="9164639" y="4005264"/>
            <a:ext cx="598487" cy="3175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63" name="Line 60">
            <a:extLst>
              <a:ext uri="{FF2B5EF4-FFF2-40B4-BE49-F238E27FC236}">
                <a16:creationId xmlns:a16="http://schemas.microsoft.com/office/drawing/2014/main" id="{5673FA93-9E4E-7BD7-DED7-4E8B746B3E09}"/>
              </a:ext>
            </a:extLst>
          </p:cNvPr>
          <p:cNvSpPr>
            <a:spLocks noChangeShapeType="1"/>
          </p:cNvSpPr>
          <p:nvPr/>
        </p:nvSpPr>
        <p:spPr bwMode="auto">
          <a:xfrm>
            <a:off x="8466139" y="4179888"/>
            <a:ext cx="3175" cy="239712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64" name="Line 61">
            <a:extLst>
              <a:ext uri="{FF2B5EF4-FFF2-40B4-BE49-F238E27FC236}">
                <a16:creationId xmlns:a16="http://schemas.microsoft.com/office/drawing/2014/main" id="{585E96FB-75B8-3FB9-352E-4492C262C74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819901" y="4410075"/>
            <a:ext cx="1636713" cy="1588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65" name="Line 62">
            <a:extLst>
              <a:ext uri="{FF2B5EF4-FFF2-40B4-BE49-F238E27FC236}">
                <a16:creationId xmlns:a16="http://schemas.microsoft.com/office/drawing/2014/main" id="{2A2EEEAE-4A07-5940-ABCE-598F664AD30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819901" y="1541464"/>
            <a:ext cx="3175" cy="2859087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66" name="Line 63">
            <a:extLst>
              <a:ext uri="{FF2B5EF4-FFF2-40B4-BE49-F238E27FC236}">
                <a16:creationId xmlns:a16="http://schemas.microsoft.com/office/drawing/2014/main" id="{7429AA9C-4854-F334-DB65-EB6B52BE19BC}"/>
              </a:ext>
            </a:extLst>
          </p:cNvPr>
          <p:cNvSpPr>
            <a:spLocks noChangeShapeType="1"/>
          </p:cNvSpPr>
          <p:nvPr/>
        </p:nvSpPr>
        <p:spPr bwMode="auto">
          <a:xfrm>
            <a:off x="6819901" y="1541463"/>
            <a:ext cx="949325" cy="0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67" name="Rectangle 4">
            <a:extLst>
              <a:ext uri="{FF2B5EF4-FFF2-40B4-BE49-F238E27FC236}">
                <a16:creationId xmlns:a16="http://schemas.microsoft.com/office/drawing/2014/main" id="{121F14DD-776C-4B38-27C8-F3FA58DC36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22944" y="0"/>
            <a:ext cx="1845057" cy="2868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 algn="r"/>
            <a:r>
              <a:rPr lang="en-US" altLang="ko-KR" i="1"/>
              <a:t>Instruction Pipeline</a:t>
            </a:r>
          </a:p>
        </p:txBody>
      </p:sp>
      <p:sp>
        <p:nvSpPr>
          <p:cNvPr id="30768" name="Line 69">
            <a:extLst>
              <a:ext uri="{FF2B5EF4-FFF2-40B4-BE49-F238E27FC236}">
                <a16:creationId xmlns:a16="http://schemas.microsoft.com/office/drawing/2014/main" id="{E349B767-42A0-D8D7-D57D-26B5B5100217}"/>
              </a:ext>
            </a:extLst>
          </p:cNvPr>
          <p:cNvSpPr>
            <a:spLocks noChangeShapeType="1"/>
          </p:cNvSpPr>
          <p:nvPr/>
        </p:nvSpPr>
        <p:spPr bwMode="auto">
          <a:xfrm>
            <a:off x="9247189" y="2090738"/>
            <a:ext cx="3175" cy="125412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69" name="Rectangle 70">
            <a:extLst>
              <a:ext uri="{FF2B5EF4-FFF2-40B4-BE49-F238E27FC236}">
                <a16:creationId xmlns:a16="http://schemas.microsoft.com/office/drawing/2014/main" id="{FF8D43A1-88E8-2291-F99B-E2525B0A70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6264" y="879475"/>
            <a:ext cx="3735387" cy="3462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3500" tIns="25400" rIns="63500" bIns="25400">
            <a:spAutoFit/>
          </a:bodyPr>
          <a:lstStyle>
            <a:lvl1pPr marL="876300" indent="-876300" defTabSz="1524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1524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1524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1524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1524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1524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1524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1524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1524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>
              <a:lnSpc>
                <a:spcPct val="70000"/>
              </a:lnSpc>
              <a:spcBef>
                <a:spcPct val="20000"/>
              </a:spcBef>
            </a:pPr>
            <a:endParaRPr lang="en-US" altLang="ko-KR" sz="1800"/>
          </a:p>
          <a:p>
            <a:pPr>
              <a:lnSpc>
                <a:spcPct val="70000"/>
              </a:lnSpc>
              <a:spcBef>
                <a:spcPct val="20000"/>
              </a:spcBef>
            </a:pPr>
            <a:r>
              <a:rPr lang="en-US" altLang="ko-KR" sz="1800"/>
              <a:t>Example:</a:t>
            </a:r>
          </a:p>
          <a:p>
            <a:pPr>
              <a:lnSpc>
                <a:spcPct val="70000"/>
              </a:lnSpc>
              <a:spcBef>
                <a:spcPct val="20000"/>
              </a:spcBef>
            </a:pPr>
            <a:endParaRPr lang="en-US" altLang="ko-KR" sz="1800"/>
          </a:p>
          <a:p>
            <a:pPr>
              <a:lnSpc>
                <a:spcPct val="70000"/>
              </a:lnSpc>
              <a:spcBef>
                <a:spcPct val="20000"/>
              </a:spcBef>
            </a:pPr>
            <a:r>
              <a:rPr lang="en-US" altLang="ko-KR" sz="1800"/>
              <a:t>ADD	R1, R2, R3</a:t>
            </a:r>
          </a:p>
          <a:p>
            <a:pPr>
              <a:lnSpc>
                <a:spcPct val="70000"/>
              </a:lnSpc>
              <a:spcBef>
                <a:spcPct val="20000"/>
              </a:spcBef>
            </a:pPr>
            <a:r>
              <a:rPr lang="en-US" altLang="ko-KR" sz="1800"/>
              <a:t>SUB	R4, R1, R5</a:t>
            </a:r>
          </a:p>
          <a:p>
            <a:pPr>
              <a:lnSpc>
                <a:spcPct val="70000"/>
              </a:lnSpc>
              <a:spcBef>
                <a:spcPct val="20000"/>
              </a:spcBef>
            </a:pPr>
            <a:endParaRPr lang="en-US" altLang="ko-KR" sz="1800"/>
          </a:p>
          <a:p>
            <a:pPr>
              <a:lnSpc>
                <a:spcPct val="70000"/>
              </a:lnSpc>
              <a:spcBef>
                <a:spcPct val="20000"/>
              </a:spcBef>
            </a:pPr>
            <a:r>
              <a:rPr lang="en-US" altLang="ko-KR" sz="1800"/>
              <a:t>3-stage Pipeline</a:t>
            </a:r>
          </a:p>
          <a:p>
            <a:pPr>
              <a:lnSpc>
                <a:spcPct val="70000"/>
              </a:lnSpc>
              <a:spcBef>
                <a:spcPct val="20000"/>
              </a:spcBef>
            </a:pPr>
            <a:endParaRPr lang="en-US" altLang="ko-KR" sz="1800"/>
          </a:p>
          <a:p>
            <a:r>
              <a:rPr lang="en-US" altLang="ko-KR" sz="1800"/>
              <a:t>I:  Instruction Fetch</a:t>
            </a:r>
          </a:p>
          <a:p>
            <a:r>
              <a:rPr lang="en-US" altLang="ko-KR" sz="1800"/>
              <a:t>A: Decode, Read Registers,</a:t>
            </a:r>
          </a:p>
          <a:p>
            <a:r>
              <a:rPr lang="en-US" altLang="ko-KR" sz="1800"/>
              <a:t>     ALU Operations</a:t>
            </a:r>
          </a:p>
          <a:p>
            <a:r>
              <a:rPr lang="en-US" altLang="ko-KR" sz="1800"/>
              <a:t>E: Write the result to the destination register</a:t>
            </a:r>
          </a:p>
          <a:p>
            <a:pPr>
              <a:lnSpc>
                <a:spcPct val="70000"/>
              </a:lnSpc>
              <a:spcBef>
                <a:spcPct val="20000"/>
              </a:spcBef>
            </a:pPr>
            <a:endParaRPr lang="en-US" altLang="ko-KR" sz="1800"/>
          </a:p>
        </p:txBody>
      </p:sp>
      <p:sp>
        <p:nvSpPr>
          <p:cNvPr id="30770" name="Rectangle 71">
            <a:extLst>
              <a:ext uri="{FF2B5EF4-FFF2-40B4-BE49-F238E27FC236}">
                <a16:creationId xmlns:a16="http://schemas.microsoft.com/office/drawing/2014/main" id="{823EB3F3-C5A1-8DA6-0EA6-996F046CBE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6101" y="4594225"/>
            <a:ext cx="42863" cy="16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r>
              <a:rPr lang="en-US" altLang="ko-KR" sz="1200">
                <a:solidFill>
                  <a:srgbClr val="000000"/>
                </a:solidFill>
              </a:rPr>
              <a:t>I</a:t>
            </a:r>
            <a:endParaRPr lang="en-US" altLang="ko-KR" sz="1800"/>
          </a:p>
        </p:txBody>
      </p:sp>
      <p:sp>
        <p:nvSpPr>
          <p:cNvPr id="30771" name="Line 72">
            <a:extLst>
              <a:ext uri="{FF2B5EF4-FFF2-40B4-BE49-F238E27FC236}">
                <a16:creationId xmlns:a16="http://schemas.microsoft.com/office/drawing/2014/main" id="{BFAC12E0-3720-F3CC-E0DB-03EE9B15E9EC}"/>
              </a:ext>
            </a:extLst>
          </p:cNvPr>
          <p:cNvSpPr>
            <a:spLocks noChangeShapeType="1"/>
          </p:cNvSpPr>
          <p:nvPr/>
        </p:nvSpPr>
        <p:spPr bwMode="auto">
          <a:xfrm>
            <a:off x="2871789" y="4532314"/>
            <a:ext cx="1309687" cy="1587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72" name="Line 73">
            <a:extLst>
              <a:ext uri="{FF2B5EF4-FFF2-40B4-BE49-F238E27FC236}">
                <a16:creationId xmlns:a16="http://schemas.microsoft.com/office/drawing/2014/main" id="{A48BDE7B-A9E0-7486-0503-5200C3687D0C}"/>
              </a:ext>
            </a:extLst>
          </p:cNvPr>
          <p:cNvSpPr>
            <a:spLocks noChangeShapeType="1"/>
          </p:cNvSpPr>
          <p:nvPr/>
        </p:nvSpPr>
        <p:spPr bwMode="auto">
          <a:xfrm>
            <a:off x="2882900" y="4845050"/>
            <a:ext cx="1339850" cy="1588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73" name="Line 74">
            <a:extLst>
              <a:ext uri="{FF2B5EF4-FFF2-40B4-BE49-F238E27FC236}">
                <a16:creationId xmlns:a16="http://schemas.microsoft.com/office/drawing/2014/main" id="{4F705DFB-3D4C-95EA-7C07-CFA84B4D59A3}"/>
              </a:ext>
            </a:extLst>
          </p:cNvPr>
          <p:cNvSpPr>
            <a:spLocks noChangeShapeType="1"/>
          </p:cNvSpPr>
          <p:nvPr/>
        </p:nvSpPr>
        <p:spPr bwMode="auto">
          <a:xfrm>
            <a:off x="2874964" y="4529138"/>
            <a:ext cx="1587" cy="328612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74" name="Line 75">
            <a:extLst>
              <a:ext uri="{FF2B5EF4-FFF2-40B4-BE49-F238E27FC236}">
                <a16:creationId xmlns:a16="http://schemas.microsoft.com/office/drawing/2014/main" id="{A81C1699-072A-03EC-4BC1-F82A1514246D}"/>
              </a:ext>
            </a:extLst>
          </p:cNvPr>
          <p:cNvSpPr>
            <a:spLocks noChangeShapeType="1"/>
          </p:cNvSpPr>
          <p:nvPr/>
        </p:nvSpPr>
        <p:spPr bwMode="auto">
          <a:xfrm>
            <a:off x="3311526" y="4529138"/>
            <a:ext cx="3175" cy="328612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75" name="Line 76">
            <a:extLst>
              <a:ext uri="{FF2B5EF4-FFF2-40B4-BE49-F238E27FC236}">
                <a16:creationId xmlns:a16="http://schemas.microsoft.com/office/drawing/2014/main" id="{EAC3BDC1-D60C-7E3F-C632-DA0FB81CC512}"/>
              </a:ext>
            </a:extLst>
          </p:cNvPr>
          <p:cNvSpPr>
            <a:spLocks noChangeShapeType="1"/>
          </p:cNvSpPr>
          <p:nvPr/>
        </p:nvSpPr>
        <p:spPr bwMode="auto">
          <a:xfrm>
            <a:off x="3749676" y="4529138"/>
            <a:ext cx="3175" cy="328612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76" name="Line 77">
            <a:extLst>
              <a:ext uri="{FF2B5EF4-FFF2-40B4-BE49-F238E27FC236}">
                <a16:creationId xmlns:a16="http://schemas.microsoft.com/office/drawing/2014/main" id="{8C5978C4-33AE-5E9B-26BD-30C173552F48}"/>
              </a:ext>
            </a:extLst>
          </p:cNvPr>
          <p:cNvSpPr>
            <a:spLocks noChangeShapeType="1"/>
          </p:cNvSpPr>
          <p:nvPr/>
        </p:nvSpPr>
        <p:spPr bwMode="auto">
          <a:xfrm>
            <a:off x="4202114" y="4529138"/>
            <a:ext cx="3175" cy="328612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77" name="Rectangle 79">
            <a:extLst>
              <a:ext uri="{FF2B5EF4-FFF2-40B4-BE49-F238E27FC236}">
                <a16:creationId xmlns:a16="http://schemas.microsoft.com/office/drawing/2014/main" id="{8DDB71CB-4EAF-9453-5097-8CA0FB6C2A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57575" y="4594225"/>
            <a:ext cx="109538" cy="16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r>
              <a:rPr lang="en-US" altLang="ko-KR" sz="1200">
                <a:solidFill>
                  <a:srgbClr val="000000"/>
                </a:solidFill>
              </a:rPr>
              <a:t>A</a:t>
            </a:r>
            <a:endParaRPr lang="en-US" altLang="ko-KR" sz="1800"/>
          </a:p>
        </p:txBody>
      </p:sp>
      <p:sp>
        <p:nvSpPr>
          <p:cNvPr id="30778" name="Rectangle 80">
            <a:extLst>
              <a:ext uri="{FF2B5EF4-FFF2-40B4-BE49-F238E27FC236}">
                <a16:creationId xmlns:a16="http://schemas.microsoft.com/office/drawing/2014/main" id="{A0EDB4CA-EDEB-29D8-6A7A-EBC4CE0D4F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27475" y="4594225"/>
            <a:ext cx="101600" cy="16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r>
              <a:rPr lang="en-US" altLang="ko-KR" sz="1200">
                <a:solidFill>
                  <a:srgbClr val="000000"/>
                </a:solidFill>
              </a:rPr>
              <a:t>E</a:t>
            </a:r>
            <a:endParaRPr lang="en-US" altLang="ko-KR" sz="1800"/>
          </a:p>
        </p:txBody>
      </p:sp>
      <p:sp>
        <p:nvSpPr>
          <p:cNvPr id="30779" name="Rectangle 86">
            <a:extLst>
              <a:ext uri="{FF2B5EF4-FFF2-40B4-BE49-F238E27FC236}">
                <a16:creationId xmlns:a16="http://schemas.microsoft.com/office/drawing/2014/main" id="{191FA2D9-D264-D0E6-ED53-EF9C23C47A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00" y="4518026"/>
            <a:ext cx="946150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r>
              <a:rPr lang="en-US" altLang="ko-KR" sz="1800"/>
              <a:t>ADD	</a:t>
            </a:r>
          </a:p>
        </p:txBody>
      </p:sp>
      <p:sp>
        <p:nvSpPr>
          <p:cNvPr id="30780" name="Rectangle 100">
            <a:extLst>
              <a:ext uri="{FF2B5EF4-FFF2-40B4-BE49-F238E27FC236}">
                <a16:creationId xmlns:a16="http://schemas.microsoft.com/office/drawing/2014/main" id="{95B93450-7BB0-9753-8C66-5A79A8D949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4525" y="4937126"/>
            <a:ext cx="946150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r>
              <a:rPr lang="en-US" altLang="ko-KR" sz="1800"/>
              <a:t>SUB	</a:t>
            </a:r>
          </a:p>
        </p:txBody>
      </p:sp>
      <p:sp>
        <p:nvSpPr>
          <p:cNvPr id="30781" name="Rectangle 102">
            <a:extLst>
              <a:ext uri="{FF2B5EF4-FFF2-40B4-BE49-F238E27FC236}">
                <a16:creationId xmlns:a16="http://schemas.microsoft.com/office/drawing/2014/main" id="{0D0CB09C-DBFE-E0D4-CAF2-DAA6BF7947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3776" y="5003800"/>
            <a:ext cx="42863" cy="16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r>
              <a:rPr lang="en-US" altLang="ko-KR" sz="1200">
                <a:solidFill>
                  <a:srgbClr val="000000"/>
                </a:solidFill>
              </a:rPr>
              <a:t>I</a:t>
            </a:r>
            <a:endParaRPr lang="en-US" altLang="ko-KR" sz="1800"/>
          </a:p>
        </p:txBody>
      </p:sp>
      <p:sp>
        <p:nvSpPr>
          <p:cNvPr id="30782" name="Line 103">
            <a:extLst>
              <a:ext uri="{FF2B5EF4-FFF2-40B4-BE49-F238E27FC236}">
                <a16:creationId xmlns:a16="http://schemas.microsoft.com/office/drawing/2014/main" id="{1A195753-2940-5B71-4969-97067BB389B5}"/>
              </a:ext>
            </a:extLst>
          </p:cNvPr>
          <p:cNvSpPr>
            <a:spLocks noChangeShapeType="1"/>
          </p:cNvSpPr>
          <p:nvPr/>
        </p:nvSpPr>
        <p:spPr bwMode="auto">
          <a:xfrm>
            <a:off x="3319464" y="4941888"/>
            <a:ext cx="452437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83" name="Line 104">
            <a:extLst>
              <a:ext uri="{FF2B5EF4-FFF2-40B4-BE49-F238E27FC236}">
                <a16:creationId xmlns:a16="http://schemas.microsoft.com/office/drawing/2014/main" id="{4D677479-B896-D71C-9836-E510F5CA9BF5}"/>
              </a:ext>
            </a:extLst>
          </p:cNvPr>
          <p:cNvSpPr>
            <a:spLocks noChangeShapeType="1"/>
          </p:cNvSpPr>
          <p:nvPr/>
        </p:nvSpPr>
        <p:spPr bwMode="auto">
          <a:xfrm>
            <a:off x="3330576" y="5254625"/>
            <a:ext cx="434975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84" name="Line 105">
            <a:extLst>
              <a:ext uri="{FF2B5EF4-FFF2-40B4-BE49-F238E27FC236}">
                <a16:creationId xmlns:a16="http://schemas.microsoft.com/office/drawing/2014/main" id="{825F06C0-46E6-347C-0C92-ED55EE8D0A24}"/>
              </a:ext>
            </a:extLst>
          </p:cNvPr>
          <p:cNvSpPr>
            <a:spLocks noChangeShapeType="1"/>
          </p:cNvSpPr>
          <p:nvPr/>
        </p:nvSpPr>
        <p:spPr bwMode="auto">
          <a:xfrm>
            <a:off x="3322639" y="4938713"/>
            <a:ext cx="1587" cy="328612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85" name="Line 106">
            <a:extLst>
              <a:ext uri="{FF2B5EF4-FFF2-40B4-BE49-F238E27FC236}">
                <a16:creationId xmlns:a16="http://schemas.microsoft.com/office/drawing/2014/main" id="{281D0C37-9926-455E-AC90-24CEBBEBFBA6}"/>
              </a:ext>
            </a:extLst>
          </p:cNvPr>
          <p:cNvSpPr>
            <a:spLocks noChangeShapeType="1"/>
          </p:cNvSpPr>
          <p:nvPr/>
        </p:nvSpPr>
        <p:spPr bwMode="auto">
          <a:xfrm>
            <a:off x="3759201" y="4938713"/>
            <a:ext cx="3175" cy="328612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86" name="Line 112">
            <a:extLst>
              <a:ext uri="{FF2B5EF4-FFF2-40B4-BE49-F238E27FC236}">
                <a16:creationId xmlns:a16="http://schemas.microsoft.com/office/drawing/2014/main" id="{2B119483-6409-6692-B64A-F979EFF4A271}"/>
              </a:ext>
            </a:extLst>
          </p:cNvPr>
          <p:cNvSpPr>
            <a:spLocks noChangeShapeType="1"/>
          </p:cNvSpPr>
          <p:nvPr/>
        </p:nvSpPr>
        <p:spPr bwMode="auto">
          <a:xfrm>
            <a:off x="4214814" y="4932364"/>
            <a:ext cx="871537" cy="1587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87" name="Line 113">
            <a:extLst>
              <a:ext uri="{FF2B5EF4-FFF2-40B4-BE49-F238E27FC236}">
                <a16:creationId xmlns:a16="http://schemas.microsoft.com/office/drawing/2014/main" id="{EA554391-B850-9DAD-9427-2E2D7CEA2634}"/>
              </a:ext>
            </a:extLst>
          </p:cNvPr>
          <p:cNvSpPr>
            <a:spLocks noChangeShapeType="1"/>
          </p:cNvSpPr>
          <p:nvPr/>
        </p:nvSpPr>
        <p:spPr bwMode="auto">
          <a:xfrm>
            <a:off x="4225925" y="5245100"/>
            <a:ext cx="901700" cy="1588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88" name="Line 115">
            <a:extLst>
              <a:ext uri="{FF2B5EF4-FFF2-40B4-BE49-F238E27FC236}">
                <a16:creationId xmlns:a16="http://schemas.microsoft.com/office/drawing/2014/main" id="{14685CAC-B883-5C33-77DE-362DEA56769E}"/>
              </a:ext>
            </a:extLst>
          </p:cNvPr>
          <p:cNvSpPr>
            <a:spLocks noChangeShapeType="1"/>
          </p:cNvSpPr>
          <p:nvPr/>
        </p:nvSpPr>
        <p:spPr bwMode="auto">
          <a:xfrm>
            <a:off x="4216401" y="4929188"/>
            <a:ext cx="3175" cy="328612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89" name="Line 116">
            <a:extLst>
              <a:ext uri="{FF2B5EF4-FFF2-40B4-BE49-F238E27FC236}">
                <a16:creationId xmlns:a16="http://schemas.microsoft.com/office/drawing/2014/main" id="{159D6BFF-6AB5-607C-C91C-2500CB97FDD1}"/>
              </a:ext>
            </a:extLst>
          </p:cNvPr>
          <p:cNvSpPr>
            <a:spLocks noChangeShapeType="1"/>
          </p:cNvSpPr>
          <p:nvPr/>
        </p:nvSpPr>
        <p:spPr bwMode="auto">
          <a:xfrm>
            <a:off x="4654551" y="4929188"/>
            <a:ext cx="3175" cy="328612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90" name="Line 117">
            <a:extLst>
              <a:ext uri="{FF2B5EF4-FFF2-40B4-BE49-F238E27FC236}">
                <a16:creationId xmlns:a16="http://schemas.microsoft.com/office/drawing/2014/main" id="{310D14D6-493B-83FC-3968-3430E50E72D6}"/>
              </a:ext>
            </a:extLst>
          </p:cNvPr>
          <p:cNvSpPr>
            <a:spLocks noChangeShapeType="1"/>
          </p:cNvSpPr>
          <p:nvPr/>
        </p:nvSpPr>
        <p:spPr bwMode="auto">
          <a:xfrm>
            <a:off x="5106989" y="4929188"/>
            <a:ext cx="3175" cy="328612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91" name="Rectangle 118">
            <a:extLst>
              <a:ext uri="{FF2B5EF4-FFF2-40B4-BE49-F238E27FC236}">
                <a16:creationId xmlns:a16="http://schemas.microsoft.com/office/drawing/2014/main" id="{49C05F04-6488-D638-401D-F73B96A0DD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62450" y="4994275"/>
            <a:ext cx="109538" cy="16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r>
              <a:rPr lang="en-US" altLang="ko-KR" sz="1200">
                <a:solidFill>
                  <a:srgbClr val="000000"/>
                </a:solidFill>
              </a:rPr>
              <a:t>A</a:t>
            </a:r>
            <a:endParaRPr lang="en-US" altLang="ko-KR" sz="1800"/>
          </a:p>
        </p:txBody>
      </p:sp>
      <p:sp>
        <p:nvSpPr>
          <p:cNvPr id="30792" name="Rectangle 119">
            <a:extLst>
              <a:ext uri="{FF2B5EF4-FFF2-40B4-BE49-F238E27FC236}">
                <a16:creationId xmlns:a16="http://schemas.microsoft.com/office/drawing/2014/main" id="{2A07E67C-3423-0F11-5162-4B9CA51BB2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32350" y="4994275"/>
            <a:ext cx="101600" cy="16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r>
              <a:rPr lang="en-US" altLang="ko-KR" sz="1200">
                <a:solidFill>
                  <a:srgbClr val="000000"/>
                </a:solidFill>
              </a:rPr>
              <a:t>E</a:t>
            </a:r>
            <a:endParaRPr lang="en-US" altLang="ko-KR" sz="1800"/>
          </a:p>
        </p:txBody>
      </p:sp>
      <p:sp>
        <p:nvSpPr>
          <p:cNvPr id="30793" name="Text Box 121">
            <a:extLst>
              <a:ext uri="{FF2B5EF4-FFF2-40B4-BE49-F238E27FC236}">
                <a16:creationId xmlns:a16="http://schemas.microsoft.com/office/drawing/2014/main" id="{B88B28ED-E8F6-735A-33D8-E1ED2191DB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99076" y="4960938"/>
            <a:ext cx="1787525" cy="284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r>
              <a:rPr lang="en-US" altLang="ko-KR"/>
              <a:t>Without Bypassing</a:t>
            </a:r>
          </a:p>
        </p:txBody>
      </p:sp>
      <p:sp>
        <p:nvSpPr>
          <p:cNvPr id="30794" name="Rectangle 123">
            <a:extLst>
              <a:ext uri="{FF2B5EF4-FFF2-40B4-BE49-F238E27FC236}">
                <a16:creationId xmlns:a16="http://schemas.microsoft.com/office/drawing/2014/main" id="{A14C03A1-DE23-3330-E3E7-039C19F491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3301" y="5584825"/>
            <a:ext cx="42863" cy="16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r>
              <a:rPr lang="en-US" altLang="ko-KR" sz="1200">
                <a:solidFill>
                  <a:srgbClr val="000000"/>
                </a:solidFill>
              </a:rPr>
              <a:t>I</a:t>
            </a:r>
            <a:endParaRPr lang="en-US" altLang="ko-KR" sz="1800"/>
          </a:p>
        </p:txBody>
      </p:sp>
      <p:sp>
        <p:nvSpPr>
          <p:cNvPr id="30795" name="Line 124">
            <a:extLst>
              <a:ext uri="{FF2B5EF4-FFF2-40B4-BE49-F238E27FC236}">
                <a16:creationId xmlns:a16="http://schemas.microsoft.com/office/drawing/2014/main" id="{1BF20CCC-E7BE-AA9E-B7F7-496A5A719245}"/>
              </a:ext>
            </a:extLst>
          </p:cNvPr>
          <p:cNvSpPr>
            <a:spLocks noChangeShapeType="1"/>
          </p:cNvSpPr>
          <p:nvPr/>
        </p:nvSpPr>
        <p:spPr bwMode="auto">
          <a:xfrm>
            <a:off x="3328989" y="5522914"/>
            <a:ext cx="1309687" cy="1587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96" name="Line 125">
            <a:extLst>
              <a:ext uri="{FF2B5EF4-FFF2-40B4-BE49-F238E27FC236}">
                <a16:creationId xmlns:a16="http://schemas.microsoft.com/office/drawing/2014/main" id="{6DC68394-9B26-57A5-DD37-35EE631B5C9C}"/>
              </a:ext>
            </a:extLst>
          </p:cNvPr>
          <p:cNvSpPr>
            <a:spLocks noChangeShapeType="1"/>
          </p:cNvSpPr>
          <p:nvPr/>
        </p:nvSpPr>
        <p:spPr bwMode="auto">
          <a:xfrm>
            <a:off x="3340100" y="5835650"/>
            <a:ext cx="1339850" cy="1588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97" name="Line 126">
            <a:extLst>
              <a:ext uri="{FF2B5EF4-FFF2-40B4-BE49-F238E27FC236}">
                <a16:creationId xmlns:a16="http://schemas.microsoft.com/office/drawing/2014/main" id="{FFE16BD2-7C99-DE70-CBA9-815F36A923B8}"/>
              </a:ext>
            </a:extLst>
          </p:cNvPr>
          <p:cNvSpPr>
            <a:spLocks noChangeShapeType="1"/>
          </p:cNvSpPr>
          <p:nvPr/>
        </p:nvSpPr>
        <p:spPr bwMode="auto">
          <a:xfrm>
            <a:off x="3332164" y="5519738"/>
            <a:ext cx="1587" cy="328612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98" name="Line 127">
            <a:extLst>
              <a:ext uri="{FF2B5EF4-FFF2-40B4-BE49-F238E27FC236}">
                <a16:creationId xmlns:a16="http://schemas.microsoft.com/office/drawing/2014/main" id="{2D49AD11-08F7-B334-DE62-FD6D1DCB8F05}"/>
              </a:ext>
            </a:extLst>
          </p:cNvPr>
          <p:cNvSpPr>
            <a:spLocks noChangeShapeType="1"/>
          </p:cNvSpPr>
          <p:nvPr/>
        </p:nvSpPr>
        <p:spPr bwMode="auto">
          <a:xfrm>
            <a:off x="3768726" y="5519738"/>
            <a:ext cx="3175" cy="328612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99" name="Line 128">
            <a:extLst>
              <a:ext uri="{FF2B5EF4-FFF2-40B4-BE49-F238E27FC236}">
                <a16:creationId xmlns:a16="http://schemas.microsoft.com/office/drawing/2014/main" id="{B157145E-E8FF-AE1E-014D-DB1250530CB2}"/>
              </a:ext>
            </a:extLst>
          </p:cNvPr>
          <p:cNvSpPr>
            <a:spLocks noChangeShapeType="1"/>
          </p:cNvSpPr>
          <p:nvPr/>
        </p:nvSpPr>
        <p:spPr bwMode="auto">
          <a:xfrm>
            <a:off x="4206876" y="5519738"/>
            <a:ext cx="3175" cy="328612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800" name="Line 129">
            <a:extLst>
              <a:ext uri="{FF2B5EF4-FFF2-40B4-BE49-F238E27FC236}">
                <a16:creationId xmlns:a16="http://schemas.microsoft.com/office/drawing/2014/main" id="{35091E8D-43B8-ECA5-682C-39388ECAEDE1}"/>
              </a:ext>
            </a:extLst>
          </p:cNvPr>
          <p:cNvSpPr>
            <a:spLocks noChangeShapeType="1"/>
          </p:cNvSpPr>
          <p:nvPr/>
        </p:nvSpPr>
        <p:spPr bwMode="auto">
          <a:xfrm>
            <a:off x="4659314" y="5519738"/>
            <a:ext cx="3175" cy="328612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801" name="Rectangle 130">
            <a:extLst>
              <a:ext uri="{FF2B5EF4-FFF2-40B4-BE49-F238E27FC236}">
                <a16:creationId xmlns:a16="http://schemas.microsoft.com/office/drawing/2014/main" id="{008BAF0F-34F6-DBF9-EB3F-077D870399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14775" y="5584825"/>
            <a:ext cx="109538" cy="16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r>
              <a:rPr lang="en-US" altLang="ko-KR" sz="1200">
                <a:solidFill>
                  <a:srgbClr val="000000"/>
                </a:solidFill>
              </a:rPr>
              <a:t>A</a:t>
            </a:r>
            <a:endParaRPr lang="en-US" altLang="ko-KR" sz="1800"/>
          </a:p>
        </p:txBody>
      </p:sp>
      <p:sp>
        <p:nvSpPr>
          <p:cNvPr id="30802" name="Rectangle 131">
            <a:extLst>
              <a:ext uri="{FF2B5EF4-FFF2-40B4-BE49-F238E27FC236}">
                <a16:creationId xmlns:a16="http://schemas.microsoft.com/office/drawing/2014/main" id="{6611DE6D-B4C2-FB30-29FF-A564E4A087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84675" y="5584825"/>
            <a:ext cx="101600" cy="16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r>
              <a:rPr lang="en-US" altLang="ko-KR" sz="1200">
                <a:solidFill>
                  <a:srgbClr val="000000"/>
                </a:solidFill>
              </a:rPr>
              <a:t>E</a:t>
            </a:r>
            <a:endParaRPr lang="en-US" altLang="ko-KR" sz="1800"/>
          </a:p>
        </p:txBody>
      </p:sp>
      <p:sp>
        <p:nvSpPr>
          <p:cNvPr id="30803" name="Rectangle 133">
            <a:extLst>
              <a:ext uri="{FF2B5EF4-FFF2-40B4-BE49-F238E27FC236}">
                <a16:creationId xmlns:a16="http://schemas.microsoft.com/office/drawing/2014/main" id="{7F1E255E-A189-2B6A-36D2-6FB27EB622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2625" y="5499101"/>
            <a:ext cx="946150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r>
              <a:rPr lang="en-US" altLang="ko-KR" sz="1800"/>
              <a:t>SUB	</a:t>
            </a:r>
          </a:p>
        </p:txBody>
      </p:sp>
      <p:sp>
        <p:nvSpPr>
          <p:cNvPr id="30804" name="Text Box 134">
            <a:extLst>
              <a:ext uri="{FF2B5EF4-FFF2-40B4-BE49-F238E27FC236}">
                <a16:creationId xmlns:a16="http://schemas.microsoft.com/office/drawing/2014/main" id="{A8B6CE60-A34D-8715-E49E-59FA64F3E1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7175" y="5532438"/>
            <a:ext cx="1512888" cy="284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r>
              <a:rPr lang="en-US" altLang="ko-KR"/>
              <a:t>With Bypassing</a:t>
            </a:r>
          </a:p>
        </p:txBody>
      </p:sp>
    </p:spTree>
    <p:extLst>
      <p:ext uri="{BB962C8B-B14F-4D97-AF65-F5344CB8AC3E}">
        <p14:creationId xmlns:p14="http://schemas.microsoft.com/office/powerpoint/2010/main" val="338958480"/>
      </p:ext>
    </p:extLst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54EDAE9A-4067-5592-1E7C-10FF5EAF5F1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482850" y="332028"/>
            <a:ext cx="7366000" cy="383695"/>
          </a:xfrm>
          <a:noFill/>
        </p:spPr>
        <p:txBody>
          <a:bodyPr anchor="ctr"/>
          <a:lstStyle/>
          <a:p>
            <a:r>
              <a:rPr lang="en-US" altLang="ko-KR" sz="2400">
                <a:solidFill>
                  <a:schemeClr val="tx1"/>
                </a:solidFill>
              </a:rPr>
              <a:t>CONTROL  HAZARDS</a:t>
            </a:r>
          </a:p>
        </p:txBody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3A1021CE-BC19-A362-214C-DBC878A32B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5038" y="930276"/>
            <a:ext cx="5638800" cy="3311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r>
              <a:rPr lang="en-US" altLang="ko-KR" sz="1800"/>
              <a:t>Branch Instructions</a:t>
            </a:r>
          </a:p>
          <a:p>
            <a:endParaRPr lang="en-US" altLang="ko-KR" sz="1800"/>
          </a:p>
          <a:p>
            <a:r>
              <a:rPr lang="en-US" altLang="ko-KR" sz="1800"/>
              <a:t>       - Branch target address is not known until</a:t>
            </a:r>
          </a:p>
          <a:p>
            <a:r>
              <a:rPr lang="en-US" altLang="ko-KR" sz="1800"/>
              <a:t>         the branch instruction is completed</a:t>
            </a:r>
          </a:p>
          <a:p>
            <a:endParaRPr lang="en-US" altLang="ko-KR" sz="1800"/>
          </a:p>
          <a:p>
            <a:endParaRPr lang="en-US" altLang="ko-KR" sz="1800"/>
          </a:p>
          <a:p>
            <a:endParaRPr lang="en-US" altLang="ko-KR" sz="1800"/>
          </a:p>
          <a:p>
            <a:endParaRPr lang="en-US" altLang="ko-KR" sz="1800"/>
          </a:p>
          <a:p>
            <a:endParaRPr lang="en-US" altLang="ko-KR" sz="1800"/>
          </a:p>
          <a:p>
            <a:endParaRPr lang="en-US" altLang="ko-KR" sz="1800"/>
          </a:p>
          <a:p>
            <a:endParaRPr lang="en-US" altLang="ko-KR" sz="1800"/>
          </a:p>
          <a:p>
            <a:endParaRPr lang="en-US" altLang="ko-KR" sz="1800"/>
          </a:p>
          <a:p>
            <a:r>
              <a:rPr lang="en-US" altLang="ko-KR" sz="1800"/>
              <a:t>       			- Stall -&gt; waste of cycle times</a:t>
            </a:r>
          </a:p>
        </p:txBody>
      </p:sp>
      <p:sp>
        <p:nvSpPr>
          <p:cNvPr id="32772" name="Rectangle 4">
            <a:extLst>
              <a:ext uri="{FF2B5EF4-FFF2-40B4-BE49-F238E27FC236}">
                <a16:creationId xmlns:a16="http://schemas.microsoft.com/office/drawing/2014/main" id="{D41DD5B5-7B04-1F3C-26F2-720F866F87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86426" y="2159001"/>
            <a:ext cx="1795463" cy="295275"/>
          </a:xfrm>
          <a:prstGeom prst="rect">
            <a:avLst/>
          </a:prstGeom>
          <a:noFill/>
          <a:ln w="25399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endParaRPr lang="en-IN" altLang="en-US"/>
          </a:p>
        </p:txBody>
      </p:sp>
      <p:sp>
        <p:nvSpPr>
          <p:cNvPr id="32773" name="Rectangle 5">
            <a:extLst>
              <a:ext uri="{FF2B5EF4-FFF2-40B4-BE49-F238E27FC236}">
                <a16:creationId xmlns:a16="http://schemas.microsoft.com/office/drawing/2014/main" id="{2FC2F1C3-691A-EAA6-1CC6-1ABC79E7FC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05526" y="2563814"/>
            <a:ext cx="1852613" cy="320675"/>
          </a:xfrm>
          <a:prstGeom prst="rect">
            <a:avLst/>
          </a:prstGeom>
          <a:noFill/>
          <a:ln w="25399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endParaRPr lang="en-IN" altLang="en-US"/>
          </a:p>
        </p:txBody>
      </p:sp>
      <p:sp>
        <p:nvSpPr>
          <p:cNvPr id="32774" name="Line 6">
            <a:extLst>
              <a:ext uri="{FF2B5EF4-FFF2-40B4-BE49-F238E27FC236}">
                <a16:creationId xmlns:a16="http://schemas.microsoft.com/office/drawing/2014/main" id="{DCCD71B2-024D-5492-74D3-C8A4498DF549}"/>
              </a:ext>
            </a:extLst>
          </p:cNvPr>
          <p:cNvSpPr>
            <a:spLocks noChangeShapeType="1"/>
          </p:cNvSpPr>
          <p:nvPr/>
        </p:nvSpPr>
        <p:spPr bwMode="auto">
          <a:xfrm>
            <a:off x="6118225" y="2168525"/>
            <a:ext cx="0" cy="298450"/>
          </a:xfrm>
          <a:prstGeom prst="line">
            <a:avLst/>
          </a:prstGeom>
          <a:noFill/>
          <a:ln w="25399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2775" name="Line 7">
            <a:extLst>
              <a:ext uri="{FF2B5EF4-FFF2-40B4-BE49-F238E27FC236}">
                <a16:creationId xmlns:a16="http://schemas.microsoft.com/office/drawing/2014/main" id="{F60C2452-92D9-A000-DE8B-25A9B0319F4D}"/>
              </a:ext>
            </a:extLst>
          </p:cNvPr>
          <p:cNvSpPr>
            <a:spLocks noChangeShapeType="1"/>
          </p:cNvSpPr>
          <p:nvPr/>
        </p:nvSpPr>
        <p:spPr bwMode="auto">
          <a:xfrm>
            <a:off x="6572250" y="2168525"/>
            <a:ext cx="0" cy="285750"/>
          </a:xfrm>
          <a:prstGeom prst="line">
            <a:avLst/>
          </a:prstGeom>
          <a:noFill/>
          <a:ln w="25399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2776" name="Line 8">
            <a:extLst>
              <a:ext uri="{FF2B5EF4-FFF2-40B4-BE49-F238E27FC236}">
                <a16:creationId xmlns:a16="http://schemas.microsoft.com/office/drawing/2014/main" id="{AAA72E1C-AC8F-B7E2-B0B3-3E8937880B4B}"/>
              </a:ext>
            </a:extLst>
          </p:cNvPr>
          <p:cNvSpPr>
            <a:spLocks noChangeShapeType="1"/>
          </p:cNvSpPr>
          <p:nvPr/>
        </p:nvSpPr>
        <p:spPr bwMode="auto">
          <a:xfrm>
            <a:off x="7037388" y="2155825"/>
            <a:ext cx="0" cy="311150"/>
          </a:xfrm>
          <a:prstGeom prst="line">
            <a:avLst/>
          </a:prstGeom>
          <a:noFill/>
          <a:ln w="25399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2777" name="Rectangle 9">
            <a:extLst>
              <a:ext uri="{FF2B5EF4-FFF2-40B4-BE49-F238E27FC236}">
                <a16:creationId xmlns:a16="http://schemas.microsoft.com/office/drawing/2014/main" id="{21FF4E1F-3F90-5F54-F65B-084B21B1CE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32464" y="2181226"/>
            <a:ext cx="1722437" cy="284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r>
              <a:rPr lang="en-US" altLang="ko-KR"/>
              <a:t>FI     DA    FO    EX</a:t>
            </a:r>
          </a:p>
        </p:txBody>
      </p:sp>
      <p:sp>
        <p:nvSpPr>
          <p:cNvPr id="32778" name="Line 10">
            <a:extLst>
              <a:ext uri="{FF2B5EF4-FFF2-40B4-BE49-F238E27FC236}">
                <a16:creationId xmlns:a16="http://schemas.microsoft.com/office/drawing/2014/main" id="{75306A63-4314-E27A-ADE0-8FFABF199BAB}"/>
              </a:ext>
            </a:extLst>
          </p:cNvPr>
          <p:cNvSpPr>
            <a:spLocks noChangeShapeType="1"/>
          </p:cNvSpPr>
          <p:nvPr/>
        </p:nvSpPr>
        <p:spPr bwMode="auto">
          <a:xfrm>
            <a:off x="6572250" y="2563814"/>
            <a:ext cx="0" cy="320675"/>
          </a:xfrm>
          <a:prstGeom prst="line">
            <a:avLst/>
          </a:prstGeom>
          <a:noFill/>
          <a:ln w="25399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2779" name="Line 11">
            <a:extLst>
              <a:ext uri="{FF2B5EF4-FFF2-40B4-BE49-F238E27FC236}">
                <a16:creationId xmlns:a16="http://schemas.microsoft.com/office/drawing/2014/main" id="{E7753BCD-4DEA-BEB6-1328-69D29CBDEC3F}"/>
              </a:ext>
            </a:extLst>
          </p:cNvPr>
          <p:cNvSpPr>
            <a:spLocks noChangeShapeType="1"/>
          </p:cNvSpPr>
          <p:nvPr/>
        </p:nvSpPr>
        <p:spPr bwMode="auto">
          <a:xfrm>
            <a:off x="7037388" y="2563814"/>
            <a:ext cx="0" cy="331787"/>
          </a:xfrm>
          <a:prstGeom prst="line">
            <a:avLst/>
          </a:prstGeom>
          <a:noFill/>
          <a:ln w="25399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2780" name="Line 12">
            <a:extLst>
              <a:ext uri="{FF2B5EF4-FFF2-40B4-BE49-F238E27FC236}">
                <a16:creationId xmlns:a16="http://schemas.microsoft.com/office/drawing/2014/main" id="{D537517B-87C3-209C-96E4-8A92A68D80D5}"/>
              </a:ext>
            </a:extLst>
          </p:cNvPr>
          <p:cNvSpPr>
            <a:spLocks noChangeShapeType="1"/>
          </p:cNvSpPr>
          <p:nvPr/>
        </p:nvSpPr>
        <p:spPr bwMode="auto">
          <a:xfrm>
            <a:off x="7493000" y="2563814"/>
            <a:ext cx="0" cy="331787"/>
          </a:xfrm>
          <a:prstGeom prst="line">
            <a:avLst/>
          </a:prstGeom>
          <a:noFill/>
          <a:ln w="25399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2781" name="Rectangle 13">
            <a:extLst>
              <a:ext uri="{FF2B5EF4-FFF2-40B4-BE49-F238E27FC236}">
                <a16:creationId xmlns:a16="http://schemas.microsoft.com/office/drawing/2014/main" id="{F8DB1FA7-EE6E-2476-8AD9-036CE6BF09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22988" y="2609851"/>
            <a:ext cx="1820862" cy="284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r>
              <a:rPr lang="en-US" altLang="ko-KR"/>
              <a:t>FI      DA     FO    EX</a:t>
            </a:r>
          </a:p>
        </p:txBody>
      </p:sp>
      <p:sp>
        <p:nvSpPr>
          <p:cNvPr id="32782" name="Rectangle 14">
            <a:extLst>
              <a:ext uri="{FF2B5EF4-FFF2-40B4-BE49-F238E27FC236}">
                <a16:creationId xmlns:a16="http://schemas.microsoft.com/office/drawing/2014/main" id="{F774F489-1FAA-42D2-9E2F-F9FB7D6BDF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5800" y="2090738"/>
            <a:ext cx="109855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r>
              <a:rPr lang="en-US" altLang="ko-KR"/>
              <a:t>      Branch</a:t>
            </a:r>
          </a:p>
          <a:p>
            <a:r>
              <a:rPr lang="en-US" altLang="ko-KR"/>
              <a:t>Instruction</a:t>
            </a:r>
          </a:p>
        </p:txBody>
      </p:sp>
      <p:sp>
        <p:nvSpPr>
          <p:cNvPr id="32783" name="Rectangle 15">
            <a:extLst>
              <a:ext uri="{FF2B5EF4-FFF2-40B4-BE49-F238E27FC236}">
                <a16:creationId xmlns:a16="http://schemas.microsoft.com/office/drawing/2014/main" id="{6B7F8C9A-7204-ADCD-06AF-A2E5D3E71F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56113" y="2522538"/>
            <a:ext cx="109855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 algn="r"/>
            <a:r>
              <a:rPr lang="en-US" altLang="ko-KR"/>
              <a:t>Next</a:t>
            </a:r>
          </a:p>
          <a:p>
            <a:pPr algn="r"/>
            <a:r>
              <a:rPr lang="en-US" altLang="ko-KR"/>
              <a:t>Instruction</a:t>
            </a:r>
          </a:p>
        </p:txBody>
      </p:sp>
      <p:sp>
        <p:nvSpPr>
          <p:cNvPr id="32784" name="Rectangle 17">
            <a:extLst>
              <a:ext uri="{FF2B5EF4-FFF2-40B4-BE49-F238E27FC236}">
                <a16:creationId xmlns:a16="http://schemas.microsoft.com/office/drawing/2014/main" id="{69CAB4D4-7E62-4D45-1209-A7FE9BB6D4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72314" y="3249613"/>
            <a:ext cx="2251075" cy="284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r>
              <a:rPr lang="en-US" altLang="ko-KR"/>
              <a:t>Target address available</a:t>
            </a:r>
          </a:p>
        </p:txBody>
      </p:sp>
      <p:sp>
        <p:nvSpPr>
          <p:cNvPr id="32785" name="Line 18">
            <a:extLst>
              <a:ext uri="{FF2B5EF4-FFF2-40B4-BE49-F238E27FC236}">
                <a16:creationId xmlns:a16="http://schemas.microsoft.com/office/drawing/2014/main" id="{44168269-61D3-7F8C-610C-DBCE74433793}"/>
              </a:ext>
            </a:extLst>
          </p:cNvPr>
          <p:cNvSpPr>
            <a:spLocks noChangeShapeType="1"/>
          </p:cNvSpPr>
          <p:nvPr/>
        </p:nvSpPr>
        <p:spPr bwMode="auto">
          <a:xfrm>
            <a:off x="6105526" y="3171825"/>
            <a:ext cx="1400175" cy="0"/>
          </a:xfrm>
          <a:prstGeom prst="line">
            <a:avLst/>
          </a:prstGeom>
          <a:noFill/>
          <a:ln w="25399">
            <a:solidFill>
              <a:schemeClr val="tx1"/>
            </a:solidFill>
            <a:round/>
            <a:headEnd type="stealth" w="med" len="lg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2786" name="Rectangle 19">
            <a:extLst>
              <a:ext uri="{FF2B5EF4-FFF2-40B4-BE49-F238E27FC236}">
                <a16:creationId xmlns:a16="http://schemas.microsoft.com/office/drawing/2014/main" id="{22B16D7E-1A0F-E484-A618-FB4EB495DD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39963" y="4524376"/>
            <a:ext cx="3638550" cy="2073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r>
              <a:rPr lang="en-US" altLang="ko-KR" sz="1800"/>
              <a:t>Dealing with Control Hazards</a:t>
            </a:r>
          </a:p>
          <a:p>
            <a:endParaRPr lang="en-US" altLang="ko-KR" sz="1800"/>
          </a:p>
          <a:p>
            <a:r>
              <a:rPr lang="en-US" altLang="ko-KR" sz="1800"/>
              <a:t>      * Prefetch Target Instruction</a:t>
            </a:r>
          </a:p>
          <a:p>
            <a:r>
              <a:rPr lang="en-US" altLang="ko-KR" sz="1800"/>
              <a:t>      * Branch Target Buffer</a:t>
            </a:r>
          </a:p>
          <a:p>
            <a:r>
              <a:rPr lang="en-US" altLang="ko-KR" sz="1800"/>
              <a:t>      * Loop Buffer</a:t>
            </a:r>
          </a:p>
          <a:p>
            <a:r>
              <a:rPr lang="en-US" altLang="ko-KR" sz="1800"/>
              <a:t>      * Branch Prediction</a:t>
            </a:r>
          </a:p>
          <a:p>
            <a:r>
              <a:rPr lang="en-US" altLang="ko-KR" sz="1800"/>
              <a:t>      * Delayed Branch</a:t>
            </a:r>
          </a:p>
          <a:p>
            <a:pPr latinLnBrk="1"/>
            <a:endParaRPr lang="en-US" altLang="ko-KR" sz="1800"/>
          </a:p>
        </p:txBody>
      </p:sp>
      <p:sp>
        <p:nvSpPr>
          <p:cNvPr id="32787" name="Rectangle 20">
            <a:extLst>
              <a:ext uri="{FF2B5EF4-FFF2-40B4-BE49-F238E27FC236}">
                <a16:creationId xmlns:a16="http://schemas.microsoft.com/office/drawing/2014/main" id="{510AED60-5F06-CC67-249E-351E27C529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22944" y="0"/>
            <a:ext cx="1845057" cy="2868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 algn="r"/>
            <a:r>
              <a:rPr lang="en-US" altLang="ko-KR" i="1"/>
              <a:t>Instruction Pipeline</a:t>
            </a:r>
          </a:p>
        </p:txBody>
      </p:sp>
      <p:sp>
        <p:nvSpPr>
          <p:cNvPr id="32788" name="Line 22">
            <a:extLst>
              <a:ext uri="{FF2B5EF4-FFF2-40B4-BE49-F238E27FC236}">
                <a16:creationId xmlns:a16="http://schemas.microsoft.com/office/drawing/2014/main" id="{D44636D2-4E2F-76DE-5FE0-2A5A4661F43F}"/>
              </a:ext>
            </a:extLst>
          </p:cNvPr>
          <p:cNvSpPr>
            <a:spLocks noChangeShapeType="1"/>
          </p:cNvSpPr>
          <p:nvPr/>
        </p:nvSpPr>
        <p:spPr bwMode="auto">
          <a:xfrm>
            <a:off x="7505700" y="2914650"/>
            <a:ext cx="0" cy="3429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stealth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6658386"/>
      </p:ext>
    </p:extLst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1C5D2C33-FDD1-57EF-AAF6-E0C6A7515AA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463800" y="336791"/>
            <a:ext cx="7385050" cy="383695"/>
          </a:xfrm>
          <a:noFill/>
        </p:spPr>
        <p:txBody>
          <a:bodyPr anchor="ctr"/>
          <a:lstStyle/>
          <a:p>
            <a:r>
              <a:rPr lang="en-US" altLang="ko-KR" sz="2400">
                <a:solidFill>
                  <a:schemeClr val="tx1"/>
                </a:solidFill>
              </a:rPr>
              <a:t>CONTROL  HAZARDS</a:t>
            </a:r>
          </a:p>
        </p:txBody>
      </p:sp>
      <p:sp>
        <p:nvSpPr>
          <p:cNvPr id="33795" name="Rectangle 5">
            <a:extLst>
              <a:ext uri="{FF2B5EF4-FFF2-40B4-BE49-F238E27FC236}">
                <a16:creationId xmlns:a16="http://schemas.microsoft.com/office/drawing/2014/main" id="{E2144AE8-4137-D273-9783-95099E280C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05469" y="0"/>
            <a:ext cx="1845057" cy="2868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762000"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 algn="r"/>
            <a:r>
              <a:rPr lang="en-US" altLang="ko-KR" i="1"/>
              <a:t>Instruction Pipeline</a:t>
            </a:r>
          </a:p>
        </p:txBody>
      </p:sp>
      <p:sp>
        <p:nvSpPr>
          <p:cNvPr id="33796" name="Rectangle 7">
            <a:extLst>
              <a:ext uri="{FF2B5EF4-FFF2-40B4-BE49-F238E27FC236}">
                <a16:creationId xmlns:a16="http://schemas.microsoft.com/office/drawing/2014/main" id="{24F19F56-AEC0-7F01-C3B1-FC0E83972C1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914525" y="857250"/>
            <a:ext cx="7772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80000"/>
              </a:lnSpc>
              <a:buFontTx/>
              <a:buNone/>
            </a:pPr>
            <a:r>
              <a:rPr lang="en-US" altLang="ko-KR" sz="1800"/>
              <a:t>Prefetch Target Instruction</a:t>
            </a:r>
          </a:p>
          <a:p>
            <a:pPr lvl="1">
              <a:lnSpc>
                <a:spcPct val="80000"/>
              </a:lnSpc>
            </a:pPr>
            <a:r>
              <a:rPr lang="en-US" altLang="ko-KR" sz="1600"/>
              <a:t>Fetch instructions in both streams, branch not taken and branch taken</a:t>
            </a:r>
          </a:p>
          <a:p>
            <a:pPr lvl="1">
              <a:lnSpc>
                <a:spcPct val="80000"/>
              </a:lnSpc>
            </a:pPr>
            <a:r>
              <a:rPr lang="en-US" altLang="ko-KR" sz="1600"/>
              <a:t>Both are saved until branch branch is executed. Then, select the right 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altLang="ko-KR" sz="1600"/>
              <a:t>	instruction stream and discard the wrong stream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ko-KR" sz="1800"/>
              <a:t>Branch Target Buffer(BTB; Associative Memory)</a:t>
            </a:r>
          </a:p>
          <a:p>
            <a:pPr lvl="1">
              <a:lnSpc>
                <a:spcPct val="80000"/>
              </a:lnSpc>
            </a:pPr>
            <a:r>
              <a:rPr lang="en-US" altLang="ko-KR" sz="1600"/>
              <a:t>Entry:  Addr of previously executed branches; Target instruction 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altLang="ko-KR" sz="1600"/>
              <a:t>				and the next few instructions</a:t>
            </a:r>
          </a:p>
          <a:p>
            <a:pPr lvl="1">
              <a:lnSpc>
                <a:spcPct val="80000"/>
              </a:lnSpc>
            </a:pPr>
            <a:r>
              <a:rPr lang="en-US" altLang="ko-KR" sz="1600"/>
              <a:t>When fetching an instruction, search BTB.</a:t>
            </a:r>
          </a:p>
          <a:p>
            <a:pPr lvl="1">
              <a:lnSpc>
                <a:spcPct val="80000"/>
              </a:lnSpc>
            </a:pPr>
            <a:r>
              <a:rPr lang="en-US" altLang="ko-KR" sz="1600"/>
              <a:t>If found, fetch the instruction stream in BTB; </a:t>
            </a:r>
          </a:p>
          <a:p>
            <a:pPr lvl="1">
              <a:lnSpc>
                <a:spcPct val="80000"/>
              </a:lnSpc>
            </a:pPr>
            <a:r>
              <a:rPr lang="en-US" altLang="ko-KR" sz="1600"/>
              <a:t>If not, new stream is fetched and update BTB</a:t>
            </a:r>
            <a:r>
              <a:rPr lang="en-US" altLang="ko-KR" sz="1400"/>
              <a:t>                   </a:t>
            </a:r>
          </a:p>
          <a:p>
            <a:pPr>
              <a:lnSpc>
                <a:spcPct val="75000"/>
              </a:lnSpc>
              <a:buFontTx/>
              <a:buNone/>
            </a:pPr>
            <a:r>
              <a:rPr lang="en-US" altLang="ko-KR" sz="1800"/>
              <a:t>Loop Buffer(High Speed Register file)</a:t>
            </a:r>
          </a:p>
          <a:p>
            <a:pPr lvl="1">
              <a:lnSpc>
                <a:spcPct val="75000"/>
              </a:lnSpc>
            </a:pPr>
            <a:r>
              <a:rPr lang="en-US" altLang="ko-KR" sz="1400"/>
              <a:t> </a:t>
            </a:r>
            <a:r>
              <a:rPr lang="en-US" altLang="ko-KR" sz="1600"/>
              <a:t>Storage of entire loop that allows to execute a loop without accessing memory</a:t>
            </a:r>
          </a:p>
          <a:p>
            <a:pPr>
              <a:lnSpc>
                <a:spcPct val="75000"/>
              </a:lnSpc>
              <a:buFontTx/>
              <a:buNone/>
            </a:pPr>
            <a:r>
              <a:rPr lang="en-US" altLang="ko-KR" sz="1800"/>
              <a:t>Branch Prediction</a:t>
            </a:r>
          </a:p>
          <a:p>
            <a:pPr lvl="1">
              <a:lnSpc>
                <a:spcPct val="75000"/>
              </a:lnSpc>
            </a:pPr>
            <a:r>
              <a:rPr lang="en-US" altLang="ko-KR" sz="1600"/>
              <a:t>Guessing the branch condition, and fetch an instruction stream based on </a:t>
            </a:r>
          </a:p>
          <a:p>
            <a:pPr lvl="1">
              <a:lnSpc>
                <a:spcPct val="75000"/>
              </a:lnSpc>
              <a:buFontTx/>
              <a:buNone/>
            </a:pPr>
            <a:r>
              <a:rPr lang="en-US" altLang="ko-KR" sz="1600"/>
              <a:t>	the guess. Correct guess eliminates the branch penalty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ko-KR" sz="1800"/>
              <a:t>Delayed Branch</a:t>
            </a:r>
          </a:p>
          <a:p>
            <a:pPr lvl="1">
              <a:lnSpc>
                <a:spcPct val="80000"/>
              </a:lnSpc>
            </a:pPr>
            <a:r>
              <a:rPr lang="en-US" altLang="ko-KR" sz="1600"/>
              <a:t>Compiler detects the branch and rearranges the instruction sequence 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altLang="ko-KR" sz="1600"/>
              <a:t>	by inserting useful instructions that keep the pipeline busy 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altLang="ko-KR" sz="1600"/>
              <a:t>	in the presence of a branch instruction</a:t>
            </a:r>
          </a:p>
          <a:p>
            <a:pPr>
              <a:lnSpc>
                <a:spcPct val="80000"/>
              </a:lnSpc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575097421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기본 디자인">
  <a:themeElements>
    <a:clrScheme name="">
      <a:dk1>
        <a:srgbClr val="000000"/>
      </a:dk1>
      <a:lt1>
        <a:srgbClr val="FFFFFF"/>
      </a:lt1>
      <a:dk2>
        <a:srgbClr val="008011"/>
      </a:dk2>
      <a:lt2>
        <a:srgbClr val="DD0806"/>
      </a:lt2>
      <a:accent1>
        <a:srgbClr val="0000D4"/>
      </a:accent1>
      <a:accent2>
        <a:srgbClr val="02ABEA"/>
      </a:accent2>
      <a:accent3>
        <a:srgbClr val="FFFFFF"/>
      </a:accent3>
      <a:accent4>
        <a:srgbClr val="000000"/>
      </a:accent4>
      <a:accent5>
        <a:srgbClr val="AAAAE6"/>
      </a:accent5>
      <a:accent6>
        <a:srgbClr val="029BD4"/>
      </a:accent6>
      <a:hlink>
        <a:srgbClr val="F20884"/>
      </a:hlink>
      <a:folHlink>
        <a:srgbClr val="FCF305"/>
      </a:folHlink>
    </a:clrScheme>
    <a:fontScheme name="기본 디자인">
      <a:majorFont>
        <a:latin typeface="Arial"/>
        <a:ea typeface="돋움"/>
        <a:cs typeface=""/>
      </a:majorFont>
      <a:minorFont>
        <a:latin typeface="Arial"/>
        <a:ea typeface="돋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돋움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돋움" pitchFamily="50" charset="-127"/>
          </a:defRPr>
        </a:defPPr>
      </a:lstStyle>
    </a:ln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8011"/>
      </a:dk2>
      <a:lt2>
        <a:srgbClr val="DD0806"/>
      </a:lt2>
      <a:accent1>
        <a:srgbClr val="0000D4"/>
      </a:accent1>
      <a:accent2>
        <a:srgbClr val="02ABEA"/>
      </a:accent2>
      <a:accent3>
        <a:srgbClr val="FFFFFF"/>
      </a:accent3>
      <a:accent4>
        <a:srgbClr val="000000"/>
      </a:accent4>
      <a:accent5>
        <a:srgbClr val="AAAAE6"/>
      </a:accent5>
      <a:accent6>
        <a:srgbClr val="029BD4"/>
      </a:accent6>
      <a:hlink>
        <a:srgbClr val="F20884"/>
      </a:hlink>
      <a:folHlink>
        <a:srgbClr val="FCF305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8011"/>
      </a:dk2>
      <a:lt2>
        <a:srgbClr val="DD0806"/>
      </a:lt2>
      <a:accent1>
        <a:srgbClr val="0000D4"/>
      </a:accent1>
      <a:accent2>
        <a:srgbClr val="02ABEA"/>
      </a:accent2>
      <a:accent3>
        <a:srgbClr val="FFFFFF"/>
      </a:accent3>
      <a:accent4>
        <a:srgbClr val="000000"/>
      </a:accent4>
      <a:accent5>
        <a:srgbClr val="AAAAE6"/>
      </a:accent5>
      <a:accent6>
        <a:srgbClr val="029BD4"/>
      </a:accent6>
      <a:hlink>
        <a:srgbClr val="F20884"/>
      </a:hlink>
      <a:folHlink>
        <a:srgbClr val="FCF305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8011"/>
    </a:dk2>
    <a:lt2>
      <a:srgbClr val="DD0806"/>
    </a:lt2>
    <a:accent1>
      <a:srgbClr val="0000D4"/>
    </a:accent1>
    <a:accent2>
      <a:srgbClr val="02ABEA"/>
    </a:accent2>
    <a:accent3>
      <a:srgbClr val="FFFFFF"/>
    </a:accent3>
    <a:accent4>
      <a:srgbClr val="000000"/>
    </a:accent4>
    <a:accent5>
      <a:srgbClr val="AAAAE6"/>
    </a:accent5>
    <a:accent6>
      <a:srgbClr val="029BD4"/>
    </a:accent6>
    <a:hlink>
      <a:srgbClr val="F20884"/>
    </a:hlink>
    <a:folHlink>
      <a:srgbClr val="FCF305"/>
    </a:folHlink>
  </a:clrScheme>
</a:themeOverride>
</file>

<file path=ppt/theme/themeOverride2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8011"/>
    </a:dk2>
    <a:lt2>
      <a:srgbClr val="DD0806"/>
    </a:lt2>
    <a:accent1>
      <a:srgbClr val="0000D4"/>
    </a:accent1>
    <a:accent2>
      <a:srgbClr val="02ABEA"/>
    </a:accent2>
    <a:accent3>
      <a:srgbClr val="FFFFFF"/>
    </a:accent3>
    <a:accent4>
      <a:srgbClr val="000000"/>
    </a:accent4>
    <a:accent5>
      <a:srgbClr val="AAAAE6"/>
    </a:accent5>
    <a:accent6>
      <a:srgbClr val="029BD4"/>
    </a:accent6>
    <a:hlink>
      <a:srgbClr val="F20884"/>
    </a:hlink>
    <a:folHlink>
      <a:srgbClr val="FCF305"/>
    </a:folHlink>
  </a:clrScheme>
</a:themeOverride>
</file>

<file path=ppt/theme/themeOverride3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8011"/>
    </a:dk2>
    <a:lt2>
      <a:srgbClr val="DD0806"/>
    </a:lt2>
    <a:accent1>
      <a:srgbClr val="0000D4"/>
    </a:accent1>
    <a:accent2>
      <a:srgbClr val="02ABEA"/>
    </a:accent2>
    <a:accent3>
      <a:srgbClr val="FFFFFF"/>
    </a:accent3>
    <a:accent4>
      <a:srgbClr val="000000"/>
    </a:accent4>
    <a:accent5>
      <a:srgbClr val="AAAAE6"/>
    </a:accent5>
    <a:accent6>
      <a:srgbClr val="029BD4"/>
    </a:accent6>
    <a:hlink>
      <a:srgbClr val="F20884"/>
    </a:hlink>
    <a:folHlink>
      <a:srgbClr val="FCF305"/>
    </a:folHlink>
  </a:clrScheme>
</a:themeOverride>
</file>

<file path=ppt/theme/themeOverride4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8011"/>
    </a:dk2>
    <a:lt2>
      <a:srgbClr val="DD0806"/>
    </a:lt2>
    <a:accent1>
      <a:srgbClr val="0000D4"/>
    </a:accent1>
    <a:accent2>
      <a:srgbClr val="02ABEA"/>
    </a:accent2>
    <a:accent3>
      <a:srgbClr val="FFFFFF"/>
    </a:accent3>
    <a:accent4>
      <a:srgbClr val="000000"/>
    </a:accent4>
    <a:accent5>
      <a:srgbClr val="AAAAE6"/>
    </a:accent5>
    <a:accent6>
      <a:srgbClr val="029BD4"/>
    </a:accent6>
    <a:hlink>
      <a:srgbClr val="F20884"/>
    </a:hlink>
    <a:folHlink>
      <a:srgbClr val="FCF305"/>
    </a:folHlink>
  </a:clrScheme>
</a:themeOverride>
</file>

<file path=ppt/theme/themeOverride5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8011"/>
    </a:dk2>
    <a:lt2>
      <a:srgbClr val="DD0806"/>
    </a:lt2>
    <a:accent1>
      <a:srgbClr val="0000D4"/>
    </a:accent1>
    <a:accent2>
      <a:srgbClr val="02ABEA"/>
    </a:accent2>
    <a:accent3>
      <a:srgbClr val="FFFFFF"/>
    </a:accent3>
    <a:accent4>
      <a:srgbClr val="000000"/>
    </a:accent4>
    <a:accent5>
      <a:srgbClr val="AAAAE6"/>
    </a:accent5>
    <a:accent6>
      <a:srgbClr val="029BD4"/>
    </a:accent6>
    <a:hlink>
      <a:srgbClr val="F20884"/>
    </a:hlink>
    <a:folHlink>
      <a:srgbClr val="FCF305"/>
    </a:folHlink>
  </a:clrScheme>
</a:themeOverride>
</file>

<file path=ppt/theme/themeOverride6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8011"/>
    </a:dk2>
    <a:lt2>
      <a:srgbClr val="DD0806"/>
    </a:lt2>
    <a:accent1>
      <a:srgbClr val="0000D4"/>
    </a:accent1>
    <a:accent2>
      <a:srgbClr val="02ABEA"/>
    </a:accent2>
    <a:accent3>
      <a:srgbClr val="FFFFFF"/>
    </a:accent3>
    <a:accent4>
      <a:srgbClr val="000000"/>
    </a:accent4>
    <a:accent5>
      <a:srgbClr val="AAAAE6"/>
    </a:accent5>
    <a:accent6>
      <a:srgbClr val="029BD4"/>
    </a:accent6>
    <a:hlink>
      <a:srgbClr val="F20884"/>
    </a:hlink>
    <a:folHlink>
      <a:srgbClr val="FCF305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3948</TotalTime>
  <Words>3928</Words>
  <Application>Microsoft Office PowerPoint</Application>
  <PresentationFormat>Widescreen</PresentationFormat>
  <Paragraphs>851</Paragraphs>
  <Slides>37</Slides>
  <Notes>29</Notes>
  <HiddenSlides>4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4" baseType="lpstr">
      <vt:lpstr>Arial</vt:lpstr>
      <vt:lpstr>Arial MT</vt:lpstr>
      <vt:lpstr>Calibri</vt:lpstr>
      <vt:lpstr>Symbol</vt:lpstr>
      <vt:lpstr>System Font Regular</vt:lpstr>
      <vt:lpstr>Wingdings</vt:lpstr>
      <vt:lpstr>기본 디자인</vt:lpstr>
      <vt:lpstr>PowerPoint Presentation</vt:lpstr>
      <vt:lpstr>PARALLEL  PROCESSING</vt:lpstr>
      <vt:lpstr>PARALLEL  COMPUTERS</vt:lpstr>
      <vt:lpstr>SISD  COMPUTER  SYSTEMS</vt:lpstr>
      <vt:lpstr>SIMD  COMPUTER  SYSTEMS</vt:lpstr>
      <vt:lpstr>MISD  COMPUTER  SYSTEMS</vt:lpstr>
      <vt:lpstr>MIMD  COMPUTER  SYSTEMS</vt:lpstr>
      <vt:lpstr>PowerPoint Presentation</vt:lpstr>
      <vt:lpstr>PIPELINING</vt:lpstr>
      <vt:lpstr>PowerPoint Presentation</vt:lpstr>
      <vt:lpstr>OPERATIONS  IN  EACH  PIPELINE  STAGE</vt:lpstr>
      <vt:lpstr>GENERAL  PIPELINE</vt:lpstr>
      <vt:lpstr>PIPELINE  SPEEDUP</vt:lpstr>
      <vt:lpstr>PIPELINE  AND  MULTIPLE  FUNCTION  UNITS</vt:lpstr>
      <vt:lpstr>ARITHMETIC  PIPELINE</vt:lpstr>
      <vt:lpstr>INSTRUCTION  CYCLE</vt:lpstr>
      <vt:lpstr>INSTRUCTION  PIPELINE</vt:lpstr>
      <vt:lpstr>INSTRUCTION  EXECUTION  IN  A  4-STAGE  PIPELINE</vt:lpstr>
      <vt:lpstr>MAJOR  HAZARDS  IN  PIPELINED  EXECUTION</vt:lpstr>
      <vt:lpstr>DATA  HAZARDS</vt:lpstr>
      <vt:lpstr>INSTRUCTION  SCHEDULING</vt:lpstr>
      <vt:lpstr>RISC  PIPELINE</vt:lpstr>
      <vt:lpstr>DELAYED  LOAD</vt:lpstr>
      <vt:lpstr>DELAYED  BRANCH</vt:lpstr>
      <vt:lpstr>PowerPoint Presentation</vt:lpstr>
      <vt:lpstr>PowerPoint Presentation</vt:lpstr>
      <vt:lpstr>PowerPoint Presentation</vt:lpstr>
      <vt:lpstr>PowerPoint Presentation</vt:lpstr>
      <vt:lpstr>VECTOR  PROCESSING</vt:lpstr>
      <vt:lpstr>VECTOR  PROGRAMMING</vt:lpstr>
      <vt:lpstr>VECTOR  INSTRUCTIONS</vt:lpstr>
      <vt:lpstr>VECTOR  INSTRUCTION  FORMAT</vt:lpstr>
      <vt:lpstr>PowerPoint Presentation</vt:lpstr>
      <vt:lpstr>STRUCTURAL  HAZARDS</vt:lpstr>
      <vt:lpstr>FORWARDING  HARDWARE</vt:lpstr>
      <vt:lpstr>CONTROL  HAZARDS</vt:lpstr>
      <vt:lpstr>CONTROL  HAZARDS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PIPELINING  AND  VECTOR  PROCESSING</dc:title>
  <dc:creator>윤현수</dc:creator>
  <cp:lastModifiedBy>dhanalakshmi_n@vnrvjiet.org</cp:lastModifiedBy>
  <cp:revision>121</cp:revision>
  <dcterms:created xsi:type="dcterms:W3CDTF">1998-05-05T11:54:50Z</dcterms:created>
  <dcterms:modified xsi:type="dcterms:W3CDTF">2024-01-03T05:49:57Z</dcterms:modified>
</cp:coreProperties>
</file>